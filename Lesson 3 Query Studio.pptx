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1"/>
    <p:sldMasterId id="2147483993" r:id="rId2"/>
    <p:sldMasterId id="2147483946" r:id="rId3"/>
  </p:sldMasterIdLst>
  <p:notesMasterIdLst>
    <p:notesMasterId r:id="rId43"/>
  </p:notesMasterIdLst>
  <p:handoutMasterIdLst>
    <p:handoutMasterId r:id="rId44"/>
  </p:handoutMasterIdLst>
  <p:sldIdLst>
    <p:sldId id="407" r:id="rId4"/>
    <p:sldId id="489" r:id="rId5"/>
    <p:sldId id="441" r:id="rId6"/>
    <p:sldId id="442" r:id="rId7"/>
    <p:sldId id="443" r:id="rId8"/>
    <p:sldId id="444" r:id="rId9"/>
    <p:sldId id="445" r:id="rId10"/>
    <p:sldId id="446" r:id="rId11"/>
    <p:sldId id="447" r:id="rId12"/>
    <p:sldId id="448" r:id="rId13"/>
    <p:sldId id="449" r:id="rId14"/>
    <p:sldId id="450" r:id="rId15"/>
    <p:sldId id="451" r:id="rId16"/>
    <p:sldId id="452" r:id="rId17"/>
    <p:sldId id="453" r:id="rId18"/>
    <p:sldId id="454" r:id="rId19"/>
    <p:sldId id="455" r:id="rId20"/>
    <p:sldId id="456" r:id="rId21"/>
    <p:sldId id="457" r:id="rId22"/>
    <p:sldId id="458" r:id="rId23"/>
    <p:sldId id="459" r:id="rId24"/>
    <p:sldId id="460" r:id="rId25"/>
    <p:sldId id="461" r:id="rId26"/>
    <p:sldId id="465" r:id="rId27"/>
    <p:sldId id="466" r:id="rId28"/>
    <p:sldId id="467" r:id="rId29"/>
    <p:sldId id="470" r:id="rId30"/>
    <p:sldId id="471" r:id="rId31"/>
    <p:sldId id="472" r:id="rId32"/>
    <p:sldId id="475" r:id="rId33"/>
    <p:sldId id="476" r:id="rId34"/>
    <p:sldId id="478" r:id="rId35"/>
    <p:sldId id="484" r:id="rId36"/>
    <p:sldId id="485" r:id="rId37"/>
    <p:sldId id="486" r:id="rId38"/>
    <p:sldId id="487" r:id="rId39"/>
    <p:sldId id="488" r:id="rId40"/>
    <p:sldId id="425" r:id="rId41"/>
    <p:sldId id="329" r:id="rId42"/>
  </p:sldIdLst>
  <p:sldSz cx="9906000" cy="6858000" type="A4"/>
  <p:notesSz cx="6797675" cy="9874250"/>
  <p:custDataLst>
    <p:tags r:id="rId45"/>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2F2F2"/>
    <a:srgbClr val="E47E1A"/>
    <a:srgbClr val="BA0065"/>
    <a:srgbClr val="FFBC1D"/>
    <a:srgbClr val="598E20"/>
    <a:srgbClr val="D03833"/>
    <a:srgbClr val="805924"/>
    <a:srgbClr val="7263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353" autoAdjust="0"/>
  </p:normalViewPr>
  <p:slideViewPr>
    <p:cSldViewPr>
      <p:cViewPr>
        <p:scale>
          <a:sx n="75" d="100"/>
          <a:sy n="75" d="100"/>
        </p:scale>
        <p:origin x="-1464" y="-180"/>
      </p:cViewPr>
      <p:guideLst>
        <p:guide orient="horz" pos="3948"/>
        <p:guide orient="horz" pos="791"/>
        <p:guide orient="horz" pos="1062"/>
        <p:guide orient="horz" pos="3620"/>
        <p:guide orient="horz" pos="2374"/>
        <p:guide pos="3120"/>
        <p:guide pos="6025"/>
        <p:guide pos="3042"/>
        <p:guide pos="3198"/>
        <p:guide pos="220"/>
        <p:guide pos="420"/>
        <p:guide pos="581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0"/>
    </p:cViewPr>
  </p:sorterViewPr>
  <p:notesViewPr>
    <p:cSldViewPr>
      <p:cViewPr varScale="1">
        <p:scale>
          <a:sx n="72" d="100"/>
          <a:sy n="72" d="100"/>
        </p:scale>
        <p:origin x="-3246" y="-102"/>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smtClean="0">
                <a:latin typeface="Arial" pitchFamily="34" charset="0"/>
                <a:cs typeface="Arial" pitchFamily="34" charset="0"/>
              </a:rPr>
              <a:t>© 2012 Capgemini. All </a:t>
            </a:r>
            <a:r>
              <a:rPr lang="de-DE" sz="800" dirty="0" err="1" smtClean="0">
                <a:latin typeface="Arial" pitchFamily="34" charset="0"/>
                <a:cs typeface="Arial" pitchFamily="34" charset="0"/>
              </a:rPr>
              <a:t>rights</a:t>
            </a:r>
            <a:r>
              <a:rPr lang="de-DE" sz="800" dirty="0" smtClean="0">
                <a:latin typeface="Arial" pitchFamily="34" charset="0"/>
                <a:cs typeface="Arial" pitchFamily="34" charset="0"/>
              </a:rPr>
              <a:t> </a:t>
            </a:r>
            <a:r>
              <a:rPr lang="de-DE" sz="800" dirty="0" err="1" smtClean="0">
                <a:latin typeface="Arial" pitchFamily="34" charset="0"/>
                <a:cs typeface="Arial" pitchFamily="34" charset="0"/>
              </a:rPr>
              <a:t>reserved</a:t>
            </a:r>
            <a:r>
              <a:rPr lang="de-DE" sz="800" dirty="0" smtClean="0">
                <a:latin typeface="Arial" pitchFamily="34" charset="0"/>
                <a:cs typeface="Arial" pitchFamily="34" charset="0"/>
              </a:rPr>
              <a:t>.</a:t>
            </a:r>
            <a:endParaRPr lang="de-DE" sz="800" dirty="0">
              <a:latin typeface="Arial" pitchFamily="34" charset="0"/>
              <a:cs typeface="Arial" pitchFamily="34" charset="0"/>
            </a:endParaRP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3450032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8/8/2016</a:t>
            </a:fld>
            <a:endParaRPr lang="en-US" dirty="0"/>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377301607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41363"/>
            <a:ext cx="5346700" cy="37020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2</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7"/>
          <p:cNvSpPr>
            <a:spLocks noGrp="1" noChangeArrowheads="1"/>
          </p:cNvSpPr>
          <p:nvPr>
            <p:ph type="sldNum" sz="quarter"/>
          </p:nvPr>
        </p:nvSpPr>
        <p:spPr>
          <a:noFill/>
        </p:spPr>
        <p:txBody>
          <a:bodyPr/>
          <a:lstStyle/>
          <a:p>
            <a:fld id="{99481221-977C-41F6-B831-250F9B4D68A7}" type="slidenum">
              <a:rPr lang="en-US">
                <a:ea typeface="MS Gothic" pitchFamily="49" charset="-128"/>
              </a:rPr>
              <a:pPr/>
              <a:t>4</a:t>
            </a:fld>
            <a:endParaRPr lang="en-US">
              <a:ea typeface="MS Gothic" pitchFamily="49" charset="-128"/>
            </a:endParaRPr>
          </a:p>
        </p:txBody>
      </p:sp>
      <p:sp>
        <p:nvSpPr>
          <p:cNvPr id="1976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B20D92-3928-4665-886E-A545351E1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a:t>
            </a:fld>
            <a:endParaRPr lang="en-US" sz="1200">
              <a:solidFill>
                <a:srgbClr val="000000"/>
              </a:solidFill>
              <a:latin typeface="Times New Roman" pitchFamily="18" charset="0"/>
            </a:endParaRPr>
          </a:p>
        </p:txBody>
      </p:sp>
      <p:sp>
        <p:nvSpPr>
          <p:cNvPr id="19763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E35430-BE52-4807-94D2-29C2E7EF34B6}"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4</a:t>
            </a:fld>
            <a:endParaRPr lang="en-US" sz="1200">
              <a:solidFill>
                <a:srgbClr val="000000"/>
              </a:solidFill>
              <a:latin typeface="Arial" charset="0"/>
            </a:endParaRPr>
          </a:p>
        </p:txBody>
      </p:sp>
      <p:sp>
        <p:nvSpPr>
          <p:cNvPr id="197637"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7638" name="Text Box 4"/>
          <p:cNvSpPr txBox="1">
            <a:spLocks noGrp="1" noChangeArrowheads="1"/>
          </p:cNvSpPr>
          <p:nvPr>
            <p:ph type="body"/>
          </p:nvPr>
        </p:nvSpPr>
        <p:spPr>
          <a:xfrm>
            <a:off x="180956" y="4539412"/>
            <a:ext cx="6420027" cy="5761694"/>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682" name="Rectangle 7"/>
          <p:cNvSpPr>
            <a:spLocks noGrp="1" noChangeArrowheads="1"/>
          </p:cNvSpPr>
          <p:nvPr>
            <p:ph type="sldNum" sz="quarter"/>
          </p:nvPr>
        </p:nvSpPr>
        <p:spPr>
          <a:noFill/>
        </p:spPr>
        <p:txBody>
          <a:bodyPr/>
          <a:lstStyle/>
          <a:p>
            <a:fld id="{D24CC4A3-5CD3-40DF-BE01-85EDE42C919C}" type="slidenum">
              <a:rPr lang="en-US">
                <a:ea typeface="MS Gothic" pitchFamily="49" charset="-128"/>
              </a:rPr>
              <a:pPr/>
              <a:t>5</a:t>
            </a:fld>
            <a:endParaRPr lang="en-US">
              <a:ea typeface="MS Gothic" pitchFamily="49" charset="-128"/>
            </a:endParaRPr>
          </a:p>
        </p:txBody>
      </p:sp>
      <p:sp>
        <p:nvSpPr>
          <p:cNvPr id="199683"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5F55FDF-EB79-47BF-9F27-CFA7E68DF0E3}"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a:t>
            </a:fld>
            <a:endParaRPr lang="en-US" sz="1200">
              <a:solidFill>
                <a:srgbClr val="000000"/>
              </a:solidFill>
              <a:latin typeface="Times New Roman" pitchFamily="18" charset="0"/>
            </a:endParaRPr>
          </a:p>
        </p:txBody>
      </p:sp>
      <p:sp>
        <p:nvSpPr>
          <p:cNvPr id="199684"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123FCA5-6B63-4934-B082-B8A313A21F22}"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a:t>
            </a:fld>
            <a:endParaRPr lang="en-US" sz="1200">
              <a:solidFill>
                <a:srgbClr val="000000"/>
              </a:solidFill>
              <a:latin typeface="Arial" charset="0"/>
            </a:endParaRPr>
          </a:p>
        </p:txBody>
      </p:sp>
      <p:sp>
        <p:nvSpPr>
          <p:cNvPr id="199685"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9686" name="Text Box 4"/>
          <p:cNvSpPr txBox="1">
            <a:spLocks noGrp="1" noChangeArrowheads="1"/>
          </p:cNvSpPr>
          <p:nvPr>
            <p:ph type="body"/>
          </p:nvPr>
        </p:nvSpPr>
        <p:spPr>
          <a:xfrm>
            <a:off x="904784" y="4688555"/>
            <a:ext cx="4988109" cy="4446841"/>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7"/>
          <p:cNvSpPr>
            <a:spLocks noGrp="1" noChangeArrowheads="1"/>
          </p:cNvSpPr>
          <p:nvPr>
            <p:ph type="sldNum" sz="quarter"/>
          </p:nvPr>
        </p:nvSpPr>
        <p:spPr>
          <a:noFill/>
        </p:spPr>
        <p:txBody>
          <a:bodyPr/>
          <a:lstStyle/>
          <a:p>
            <a:fld id="{99481221-977C-41F6-B831-250F9B4D68A7}" type="slidenum">
              <a:rPr lang="en-US">
                <a:ea typeface="MS Gothic" pitchFamily="49" charset="-128"/>
              </a:rPr>
              <a:pPr/>
              <a:t>6</a:t>
            </a:fld>
            <a:endParaRPr lang="en-US">
              <a:ea typeface="MS Gothic" pitchFamily="49" charset="-128"/>
            </a:endParaRPr>
          </a:p>
        </p:txBody>
      </p:sp>
      <p:sp>
        <p:nvSpPr>
          <p:cNvPr id="1976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B20D92-3928-4665-886E-A545351E1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sz="1200">
              <a:solidFill>
                <a:srgbClr val="000000"/>
              </a:solidFill>
              <a:latin typeface="Times New Roman" pitchFamily="18" charset="0"/>
            </a:endParaRPr>
          </a:p>
        </p:txBody>
      </p:sp>
      <p:sp>
        <p:nvSpPr>
          <p:cNvPr id="19763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E35430-BE52-4807-94D2-29C2E7EF34B6}"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sz="1200">
              <a:solidFill>
                <a:srgbClr val="000000"/>
              </a:solidFill>
              <a:latin typeface="Arial" charset="0"/>
            </a:endParaRPr>
          </a:p>
        </p:txBody>
      </p:sp>
      <p:sp>
        <p:nvSpPr>
          <p:cNvPr id="197637"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7638" name="Text Box 4"/>
          <p:cNvSpPr txBox="1">
            <a:spLocks noGrp="1" noChangeArrowheads="1"/>
          </p:cNvSpPr>
          <p:nvPr>
            <p:ph type="body"/>
          </p:nvPr>
        </p:nvSpPr>
        <p:spPr>
          <a:xfrm>
            <a:off x="180956" y="4539412"/>
            <a:ext cx="6420027" cy="5761694"/>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7"/>
          <p:cNvSpPr>
            <a:spLocks noGrp="1" noChangeArrowheads="1"/>
          </p:cNvSpPr>
          <p:nvPr>
            <p:ph type="sldNum" sz="quarter"/>
          </p:nvPr>
        </p:nvSpPr>
        <p:spPr>
          <a:noFill/>
        </p:spPr>
        <p:txBody>
          <a:bodyPr/>
          <a:lstStyle/>
          <a:p>
            <a:fld id="{99481221-977C-41F6-B831-250F9B4D68A7}" type="slidenum">
              <a:rPr lang="en-US">
                <a:ea typeface="MS Gothic" pitchFamily="49" charset="-128"/>
              </a:rPr>
              <a:pPr/>
              <a:t>7</a:t>
            </a:fld>
            <a:endParaRPr lang="en-US">
              <a:ea typeface="MS Gothic" pitchFamily="49" charset="-128"/>
            </a:endParaRPr>
          </a:p>
        </p:txBody>
      </p:sp>
      <p:sp>
        <p:nvSpPr>
          <p:cNvPr id="1976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B20D92-3928-4665-886E-A545351E1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sz="1200">
              <a:solidFill>
                <a:srgbClr val="000000"/>
              </a:solidFill>
              <a:latin typeface="Times New Roman" pitchFamily="18" charset="0"/>
            </a:endParaRPr>
          </a:p>
        </p:txBody>
      </p:sp>
      <p:sp>
        <p:nvSpPr>
          <p:cNvPr id="19763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E35430-BE52-4807-94D2-29C2E7EF34B6}"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sz="1200">
              <a:solidFill>
                <a:srgbClr val="000000"/>
              </a:solidFill>
              <a:latin typeface="Arial" charset="0"/>
            </a:endParaRPr>
          </a:p>
        </p:txBody>
      </p:sp>
      <p:sp>
        <p:nvSpPr>
          <p:cNvPr id="197637"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7638" name="Text Box 4"/>
          <p:cNvSpPr txBox="1">
            <a:spLocks noGrp="1" noChangeArrowheads="1"/>
          </p:cNvSpPr>
          <p:nvPr>
            <p:ph type="body"/>
          </p:nvPr>
        </p:nvSpPr>
        <p:spPr>
          <a:xfrm>
            <a:off x="180956" y="4539412"/>
            <a:ext cx="6420027" cy="5761694"/>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7"/>
          <p:cNvSpPr>
            <a:spLocks noGrp="1" noChangeArrowheads="1"/>
          </p:cNvSpPr>
          <p:nvPr>
            <p:ph type="sldNum" sz="quarter"/>
          </p:nvPr>
        </p:nvSpPr>
        <p:spPr>
          <a:noFill/>
        </p:spPr>
        <p:txBody>
          <a:bodyPr/>
          <a:lstStyle/>
          <a:p>
            <a:fld id="{99481221-977C-41F6-B831-250F9B4D68A7}" type="slidenum">
              <a:rPr lang="en-US">
                <a:ea typeface="MS Gothic" pitchFamily="49" charset="-128"/>
              </a:rPr>
              <a:pPr/>
              <a:t>8</a:t>
            </a:fld>
            <a:endParaRPr lang="en-US">
              <a:ea typeface="MS Gothic" pitchFamily="49" charset="-128"/>
            </a:endParaRPr>
          </a:p>
        </p:txBody>
      </p:sp>
      <p:sp>
        <p:nvSpPr>
          <p:cNvPr id="1976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B20D92-3928-4665-886E-A545351E1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US" sz="1200">
              <a:solidFill>
                <a:srgbClr val="000000"/>
              </a:solidFill>
              <a:latin typeface="Times New Roman" pitchFamily="18" charset="0"/>
            </a:endParaRPr>
          </a:p>
        </p:txBody>
      </p:sp>
      <p:sp>
        <p:nvSpPr>
          <p:cNvPr id="19763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E35430-BE52-4807-94D2-29C2E7EF34B6}"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US" sz="1200">
              <a:solidFill>
                <a:srgbClr val="000000"/>
              </a:solidFill>
              <a:latin typeface="Arial" charset="0"/>
            </a:endParaRPr>
          </a:p>
        </p:txBody>
      </p:sp>
      <p:sp>
        <p:nvSpPr>
          <p:cNvPr id="197637"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7638" name="Text Box 4"/>
          <p:cNvSpPr txBox="1">
            <a:spLocks noGrp="1" noChangeArrowheads="1"/>
          </p:cNvSpPr>
          <p:nvPr>
            <p:ph type="body"/>
          </p:nvPr>
        </p:nvSpPr>
        <p:spPr>
          <a:xfrm>
            <a:off x="180956" y="4539412"/>
            <a:ext cx="6420027" cy="5761694"/>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7"/>
          <p:cNvSpPr>
            <a:spLocks noGrp="1" noChangeArrowheads="1"/>
          </p:cNvSpPr>
          <p:nvPr>
            <p:ph type="sldNum" sz="quarter"/>
          </p:nvPr>
        </p:nvSpPr>
        <p:spPr>
          <a:noFill/>
        </p:spPr>
        <p:txBody>
          <a:bodyPr/>
          <a:lstStyle/>
          <a:p>
            <a:fld id="{99481221-977C-41F6-B831-250F9B4D68A7}" type="slidenum">
              <a:rPr lang="en-US">
                <a:ea typeface="MS Gothic" pitchFamily="49" charset="-128"/>
              </a:rPr>
              <a:pPr/>
              <a:t>9</a:t>
            </a:fld>
            <a:endParaRPr lang="en-US">
              <a:ea typeface="MS Gothic" pitchFamily="49" charset="-128"/>
            </a:endParaRPr>
          </a:p>
        </p:txBody>
      </p:sp>
      <p:sp>
        <p:nvSpPr>
          <p:cNvPr id="1976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B20D92-3928-4665-886E-A545351E1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US" sz="1200">
              <a:solidFill>
                <a:srgbClr val="000000"/>
              </a:solidFill>
              <a:latin typeface="Times New Roman" pitchFamily="18" charset="0"/>
            </a:endParaRPr>
          </a:p>
        </p:txBody>
      </p:sp>
      <p:sp>
        <p:nvSpPr>
          <p:cNvPr id="19763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E35430-BE52-4807-94D2-29C2E7EF34B6}"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US" sz="1200">
              <a:solidFill>
                <a:srgbClr val="000000"/>
              </a:solidFill>
              <a:latin typeface="Arial" charset="0"/>
            </a:endParaRPr>
          </a:p>
        </p:txBody>
      </p:sp>
      <p:sp>
        <p:nvSpPr>
          <p:cNvPr id="197637"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7638" name="Text Box 4"/>
          <p:cNvSpPr txBox="1">
            <a:spLocks noGrp="1" noChangeArrowheads="1"/>
          </p:cNvSpPr>
          <p:nvPr>
            <p:ph type="body"/>
          </p:nvPr>
        </p:nvSpPr>
        <p:spPr>
          <a:xfrm>
            <a:off x="180956" y="4539412"/>
            <a:ext cx="6420027" cy="5761694"/>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7"/>
          <p:cNvSpPr>
            <a:spLocks noGrp="1" noChangeArrowheads="1"/>
          </p:cNvSpPr>
          <p:nvPr>
            <p:ph type="sldNum" sz="quarter"/>
          </p:nvPr>
        </p:nvSpPr>
        <p:spPr>
          <a:noFill/>
        </p:spPr>
        <p:txBody>
          <a:bodyPr/>
          <a:lstStyle/>
          <a:p>
            <a:fld id="{99481221-977C-41F6-B831-250F9B4D68A7}" type="slidenum">
              <a:rPr lang="en-US">
                <a:ea typeface="MS Gothic" pitchFamily="49" charset="-128"/>
              </a:rPr>
              <a:pPr/>
              <a:t>10</a:t>
            </a:fld>
            <a:endParaRPr lang="en-US">
              <a:ea typeface="MS Gothic" pitchFamily="49" charset="-128"/>
            </a:endParaRPr>
          </a:p>
        </p:txBody>
      </p:sp>
      <p:sp>
        <p:nvSpPr>
          <p:cNvPr id="1976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AB20D92-3928-4665-886E-A545351E1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10</a:t>
            </a:fld>
            <a:endParaRPr lang="en-US" sz="1200">
              <a:solidFill>
                <a:srgbClr val="000000"/>
              </a:solidFill>
              <a:latin typeface="Times New Roman" pitchFamily="18" charset="0"/>
            </a:endParaRPr>
          </a:p>
        </p:txBody>
      </p:sp>
      <p:sp>
        <p:nvSpPr>
          <p:cNvPr id="197636" name="Text Box 2"/>
          <p:cNvSpPr txBox="1">
            <a:spLocks noChangeArrowheads="1"/>
          </p:cNvSpPr>
          <p:nvPr/>
        </p:nvSpPr>
        <p:spPr bwMode="auto">
          <a:xfrm>
            <a:off x="3850444" y="9378823"/>
            <a:ext cx="2945659" cy="493713"/>
          </a:xfrm>
          <a:prstGeom prst="rect">
            <a:avLst/>
          </a:prstGeom>
          <a:noFill/>
          <a:ln w="9525">
            <a:noFill/>
            <a:round/>
            <a:headEnd/>
            <a:tailEnd/>
          </a:ln>
        </p:spPr>
        <p:txBody>
          <a:bodyPr lIns="90000" tIns="46800" rIns="90000" bIns="46800" anchor="b"/>
          <a:lstStyle/>
          <a:p>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E35430-BE52-4807-94D2-29C2E7EF34B6}" type="slidenum">
              <a:rPr lang="en-US" sz="1200">
                <a:solidFill>
                  <a:srgbClr val="000000"/>
                </a:solidFill>
                <a:latin typeface="Arial" charset="0"/>
              </a:rPr>
              <a:pPr algn="r" eaLnBrk="1" hangingPunct="1">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10</a:t>
            </a:fld>
            <a:endParaRPr lang="en-US" sz="1200">
              <a:solidFill>
                <a:srgbClr val="000000"/>
              </a:solidFill>
              <a:latin typeface="Arial" charset="0"/>
            </a:endParaRPr>
          </a:p>
        </p:txBody>
      </p:sp>
      <p:sp>
        <p:nvSpPr>
          <p:cNvPr id="197637" name="Text Box 3"/>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97638" name="Text Box 4"/>
          <p:cNvSpPr txBox="1">
            <a:spLocks noGrp="1" noChangeArrowheads="1"/>
          </p:cNvSpPr>
          <p:nvPr>
            <p:ph type="body"/>
          </p:nvPr>
        </p:nvSpPr>
        <p:spPr>
          <a:xfrm>
            <a:off x="180956" y="4539412"/>
            <a:ext cx="6420027" cy="5761694"/>
          </a:xfrm>
          <a:noFill/>
          <a:ln/>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miter lim="800000"/>
            <a:headEnd/>
            <a:tailEnd/>
          </a:ln>
        </p:spPr>
        <p:txBody>
          <a:bodyPr/>
          <a:lstStyle/>
          <a:p>
            <a:r>
              <a:rPr lang="en-US" altLang="en-US"/>
              <a:t>Page 03-</a:t>
            </a:r>
            <a:fld id="{F273BC53-10CE-42D0-B992-4447279C5455}" type="slidenum">
              <a:rPr lang="en-US" altLang="en-US"/>
              <a:pPr/>
              <a:t>11</a:t>
            </a:fld>
            <a:r>
              <a:rPr lang="en-US" altLang="en-US" sz="1200"/>
              <a:t> </a:t>
            </a:r>
          </a:p>
        </p:txBody>
      </p:sp>
      <p:sp>
        <p:nvSpPr>
          <p:cNvPr id="70659"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0660" name="Rectangle 2"/>
          <p:cNvSpPr>
            <a:spLocks noGrp="1" noRot="1" noChangeAspect="1" noChangeArrowheads="1" noTextEdit="1"/>
          </p:cNvSpPr>
          <p:nvPr>
            <p:ph type="sldImg"/>
          </p:nvPr>
        </p:nvSpPr>
        <p:spPr>
          <a:xfrm>
            <a:off x="1535113" y="906463"/>
            <a:ext cx="5464175" cy="3784600"/>
          </a:xfrm>
          <a:ln/>
        </p:spPr>
      </p:sp>
      <p:sp>
        <p:nvSpPr>
          <p:cNvPr id="70661" name="Rectangle 3"/>
          <p:cNvSpPr>
            <a:spLocks noGrp="1" noChangeArrowheads="1"/>
          </p:cNvSpPr>
          <p:nvPr>
            <p:ph type="body" idx="1"/>
          </p:nvPr>
        </p:nvSpPr>
        <p:spPr>
          <a:xfrm>
            <a:off x="1963773" y="4937125"/>
            <a:ext cx="4607313" cy="4280556"/>
          </a:xfrm>
          <a:noFill/>
        </p:spPr>
        <p:txBody>
          <a:bodyPr/>
          <a:lstStyle/>
          <a:p>
            <a:pPr eaLnBrk="1" hangingPunct="1"/>
            <a:r>
              <a:rPr lang="en-US" altLang="en-US" b="1" smtClean="0"/>
              <a:t>Note:</a:t>
            </a:r>
          </a:p>
          <a:p>
            <a:pPr eaLnBrk="1" hangingPunct="1"/>
            <a:r>
              <a:rPr lang="en-US" altLang="en-US" smtClean="0"/>
              <a:t>Business authors can set the default language to be used when a report is run. Users have the complete flexibility to automatically personalize reports based on their language preferences.</a:t>
            </a:r>
          </a:p>
        </p:txBody>
      </p:sp>
      <p:sp>
        <p:nvSpPr>
          <p:cNvPr id="70662"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miter lim="800000"/>
            <a:headEnd/>
            <a:tailEnd/>
          </a:ln>
        </p:spPr>
        <p:txBody>
          <a:bodyPr/>
          <a:lstStyle/>
          <a:p>
            <a:r>
              <a:rPr lang="en-US" altLang="en-US"/>
              <a:t>Page 03-</a:t>
            </a:r>
            <a:fld id="{AA5867BC-F232-4FD5-B62C-A1FFD7CF8E75}" type="slidenum">
              <a:rPr lang="en-US" altLang="en-US"/>
              <a:pPr/>
              <a:t>12</a:t>
            </a:fld>
            <a:r>
              <a:rPr lang="en-US" altLang="en-US" sz="1200"/>
              <a:t> </a:t>
            </a:r>
          </a:p>
        </p:txBody>
      </p:sp>
      <p:sp>
        <p:nvSpPr>
          <p:cNvPr id="7168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1684" name="Rectangle 2"/>
          <p:cNvSpPr>
            <a:spLocks noGrp="1" noRot="1" noChangeAspect="1" noChangeArrowheads="1" noTextEdit="1"/>
          </p:cNvSpPr>
          <p:nvPr>
            <p:ph type="sldImg"/>
          </p:nvPr>
        </p:nvSpPr>
        <p:spPr>
          <a:xfrm>
            <a:off x="1535113" y="906463"/>
            <a:ext cx="5464175" cy="3784600"/>
          </a:xfrm>
          <a:ln/>
        </p:spPr>
      </p:sp>
      <p:sp>
        <p:nvSpPr>
          <p:cNvPr id="71685"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7168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miter lim="800000"/>
            <a:headEnd/>
            <a:tailEnd/>
          </a:ln>
        </p:spPr>
        <p:txBody>
          <a:bodyPr/>
          <a:lstStyle/>
          <a:p>
            <a:r>
              <a:rPr lang="en-US" altLang="en-US"/>
              <a:t>Page 03-</a:t>
            </a:r>
            <a:fld id="{EFEB7AB3-7D31-406D-8218-413DC2FC2318}" type="slidenum">
              <a:rPr lang="en-US" altLang="en-US"/>
              <a:pPr/>
              <a:t>13</a:t>
            </a:fld>
            <a:r>
              <a:rPr lang="en-US" altLang="en-US" sz="1200"/>
              <a:t> </a:t>
            </a:r>
          </a:p>
        </p:txBody>
      </p:sp>
      <p:sp>
        <p:nvSpPr>
          <p:cNvPr id="7270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2708" name="Rectangle 2"/>
          <p:cNvSpPr>
            <a:spLocks noGrp="1" noRot="1" noChangeAspect="1" noChangeArrowheads="1" noTextEdit="1"/>
          </p:cNvSpPr>
          <p:nvPr>
            <p:ph type="sldImg"/>
          </p:nvPr>
        </p:nvSpPr>
        <p:spPr>
          <a:xfrm>
            <a:off x="1535113" y="906463"/>
            <a:ext cx="5464175" cy="3784600"/>
          </a:xfrm>
          <a:ln/>
        </p:spPr>
      </p:sp>
      <p:sp>
        <p:nvSpPr>
          <p:cNvPr id="72709"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7271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miter lim="800000"/>
            <a:headEnd/>
            <a:tailEnd/>
          </a:ln>
        </p:spPr>
        <p:txBody>
          <a:bodyPr/>
          <a:lstStyle/>
          <a:p>
            <a:r>
              <a:rPr lang="en-US" altLang="en-US"/>
              <a:t>Page 03-</a:t>
            </a:r>
            <a:fld id="{C95C3DF9-CDD2-47EC-951A-74DBEC20EE77}" type="slidenum">
              <a:rPr lang="en-US" altLang="en-US"/>
              <a:pPr/>
              <a:t>14</a:t>
            </a:fld>
            <a:r>
              <a:rPr lang="en-US" altLang="en-US" sz="1200"/>
              <a:t> </a:t>
            </a:r>
          </a:p>
        </p:txBody>
      </p:sp>
      <p:sp>
        <p:nvSpPr>
          <p:cNvPr id="73731"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3732" name="Rectangle 2"/>
          <p:cNvSpPr>
            <a:spLocks noGrp="1" noRot="1" noChangeAspect="1" noChangeArrowheads="1" noTextEdit="1"/>
          </p:cNvSpPr>
          <p:nvPr>
            <p:ph type="sldImg"/>
          </p:nvPr>
        </p:nvSpPr>
        <p:spPr>
          <a:xfrm>
            <a:off x="1535113" y="906463"/>
            <a:ext cx="5464175" cy="3784600"/>
          </a:xfrm>
          <a:ln/>
        </p:spPr>
      </p:sp>
      <p:sp>
        <p:nvSpPr>
          <p:cNvPr id="73733" name="Rectangle 3"/>
          <p:cNvSpPr>
            <a:spLocks noGrp="1" noChangeArrowheads="1"/>
          </p:cNvSpPr>
          <p:nvPr>
            <p:ph type="body" idx="1"/>
          </p:nvPr>
        </p:nvSpPr>
        <p:spPr>
          <a:xfrm>
            <a:off x="1963773" y="4937125"/>
            <a:ext cx="4607313" cy="4280556"/>
          </a:xfrm>
          <a:noFill/>
        </p:spPr>
        <p:txBody>
          <a:bodyPr/>
          <a:lstStyle/>
          <a:p>
            <a:pPr marL="228600" indent="-228600" eaLnBrk="1" hangingPunct="1"/>
            <a:r>
              <a:rPr lang="en-US" altLang="en-US" b="1" u="sng" smtClean="0"/>
              <a:t>Filters</a:t>
            </a:r>
            <a:r>
              <a:rPr lang="en-US" altLang="en-US" b="1" smtClean="0"/>
              <a:t>:</a:t>
            </a:r>
          </a:p>
          <a:p>
            <a:pPr marL="228600" indent="-228600" eaLnBrk="1" hangingPunct="1">
              <a:buFontTx/>
              <a:buChar char="•"/>
            </a:pPr>
            <a:r>
              <a:rPr lang="en-US" altLang="en-US" b="1" smtClean="0"/>
              <a:t>Filtering Based On Report Details:</a:t>
            </a:r>
            <a:r>
              <a:rPr lang="en-US" altLang="en-US" smtClean="0"/>
              <a:t> When you filter on “details”, you filter the values that appear in the detail rows of your report.</a:t>
            </a:r>
          </a:p>
          <a:p>
            <a:pPr marL="228600" indent="-228600" eaLnBrk="1" hangingPunct="1">
              <a:buFontTx/>
              <a:buChar char="•"/>
            </a:pPr>
            <a:r>
              <a:rPr lang="en-US" altLang="en-US" b="1" smtClean="0"/>
              <a:t>Filtering Based On Group Summaries:</a:t>
            </a:r>
            <a:r>
              <a:rPr lang="en-US" altLang="en-US" smtClean="0"/>
              <a:t> When you filter on “summaries”, you filter the values in the “footers”. Filtering on summaries eliminates groups from your report.</a:t>
            </a:r>
          </a:p>
          <a:p>
            <a:pPr marL="228600" indent="-228600" eaLnBrk="1" hangingPunct="1">
              <a:buFontTx/>
              <a:buChar char="•"/>
            </a:pPr>
            <a:r>
              <a:rPr lang="en-US" altLang="en-US" smtClean="0"/>
              <a:t>When filtering on a “numeric report item”, users specify a range of acceptable values (for example, one to five). When filtering on a “non-numeric column”, users specify the particular values that will be returned when the report is run (for example, United States only).</a:t>
            </a:r>
          </a:p>
          <a:p>
            <a:pPr marL="228600" indent="-228600" eaLnBrk="1" hangingPunct="1">
              <a:buFontTx/>
              <a:buChar char="•"/>
            </a:pPr>
            <a:r>
              <a:rPr lang="en-US" altLang="en-US" smtClean="0"/>
              <a:t>Business authors can also use predefined filters that are included in the published package (model filters). However, they cannot edit these filters in Query Studio. They can only insert or remove them from their report.</a:t>
            </a:r>
          </a:p>
        </p:txBody>
      </p:sp>
      <p:sp>
        <p:nvSpPr>
          <p:cNvPr id="73734"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miter lim="800000"/>
            <a:headEnd/>
            <a:tailEnd/>
          </a:ln>
        </p:spPr>
        <p:txBody>
          <a:bodyPr/>
          <a:lstStyle/>
          <a:p>
            <a:r>
              <a:rPr lang="en-US" altLang="en-US"/>
              <a:t>Page 03-</a:t>
            </a:r>
            <a:fld id="{C3699C23-7EC6-4938-9A6C-17F6ABD2031D}" type="slidenum">
              <a:rPr lang="en-US" altLang="en-US"/>
              <a:pPr/>
              <a:t>15</a:t>
            </a:fld>
            <a:r>
              <a:rPr lang="en-US" altLang="en-US" sz="1200"/>
              <a:t> </a:t>
            </a:r>
          </a:p>
        </p:txBody>
      </p:sp>
      <p:sp>
        <p:nvSpPr>
          <p:cNvPr id="74755"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4756" name="Rectangle 2"/>
          <p:cNvSpPr>
            <a:spLocks noGrp="1" noRot="1" noChangeAspect="1" noChangeArrowheads="1" noTextEdit="1"/>
          </p:cNvSpPr>
          <p:nvPr>
            <p:ph type="sldImg"/>
          </p:nvPr>
        </p:nvSpPr>
        <p:spPr>
          <a:xfrm>
            <a:off x="1535113" y="906463"/>
            <a:ext cx="5464175" cy="3784600"/>
          </a:xfrm>
          <a:ln/>
        </p:spPr>
      </p:sp>
      <p:sp>
        <p:nvSpPr>
          <p:cNvPr id="74757" name="Rectangle 3"/>
          <p:cNvSpPr>
            <a:spLocks noGrp="1" noChangeArrowheads="1"/>
          </p:cNvSpPr>
          <p:nvPr>
            <p:ph type="body" idx="1"/>
          </p:nvPr>
        </p:nvSpPr>
        <p:spPr>
          <a:xfrm>
            <a:off x="1963773" y="4937125"/>
            <a:ext cx="4607313" cy="4280556"/>
          </a:xfrm>
          <a:noFill/>
        </p:spPr>
        <p:txBody>
          <a:bodyPr/>
          <a:lstStyle/>
          <a:p>
            <a:pPr marL="228600" indent="-228600" eaLnBrk="1" hangingPunct="1"/>
            <a:r>
              <a:rPr lang="en-US" altLang="en-US" b="1" u="sng" smtClean="0"/>
              <a:t>Specifying Filter Criteria with Prompts</a:t>
            </a:r>
            <a:r>
              <a:rPr lang="en-US" altLang="en-US" b="1" smtClean="0"/>
              <a:t>:</a:t>
            </a:r>
          </a:p>
          <a:p>
            <a:pPr marL="228600" indent="-228600" eaLnBrk="1" hangingPunct="1">
              <a:buFontTx/>
              <a:buChar char="•"/>
            </a:pPr>
            <a:r>
              <a:rPr lang="en-US" altLang="en-US" smtClean="0"/>
              <a:t>Prompts are based on filters. Authors specify the values they want to include in the filter. When the report is run, the contents of the report reflect one or more values selected in the prompt.</a:t>
            </a:r>
          </a:p>
          <a:p>
            <a:pPr marL="228600" indent="-228600" eaLnBrk="1" hangingPunct="1">
              <a:buFontTx/>
              <a:buChar char="•"/>
            </a:pPr>
            <a:r>
              <a:rPr lang="en-US" altLang="en-US" smtClean="0"/>
              <a:t>In the example shown in the slide, the user must select one or more countries to determine what data they want to see in the report. The user selected Australia, Canada, and Germany, so the resulting report contains data only for those countries.</a:t>
            </a:r>
          </a:p>
        </p:txBody>
      </p:sp>
      <p:sp>
        <p:nvSpPr>
          <p:cNvPr id="74758"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miter lim="800000"/>
            <a:headEnd/>
            <a:tailEnd/>
          </a:ln>
        </p:spPr>
        <p:txBody>
          <a:bodyPr/>
          <a:lstStyle/>
          <a:p>
            <a:r>
              <a:rPr lang="en-US" altLang="en-US"/>
              <a:t>Page 03-</a:t>
            </a:r>
            <a:fld id="{76AA55DE-B3CE-45D5-A0F0-77A322D5E83A}" type="slidenum">
              <a:rPr lang="en-US" altLang="en-US"/>
              <a:pPr/>
              <a:t>16</a:t>
            </a:fld>
            <a:r>
              <a:rPr lang="en-US" altLang="en-US" sz="1200"/>
              <a:t> </a:t>
            </a:r>
          </a:p>
        </p:txBody>
      </p:sp>
      <p:sp>
        <p:nvSpPr>
          <p:cNvPr id="75779"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5780" name="Rectangle 2"/>
          <p:cNvSpPr>
            <a:spLocks noGrp="1" noRot="1" noChangeAspect="1" noChangeArrowheads="1" noTextEdit="1"/>
          </p:cNvSpPr>
          <p:nvPr>
            <p:ph type="sldImg"/>
          </p:nvPr>
        </p:nvSpPr>
        <p:spPr>
          <a:xfrm>
            <a:off x="1535113" y="906463"/>
            <a:ext cx="5464175" cy="3784600"/>
          </a:xfrm>
          <a:ln/>
        </p:spPr>
      </p:sp>
      <p:sp>
        <p:nvSpPr>
          <p:cNvPr id="75781"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75782"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miter lim="800000"/>
            <a:headEnd/>
            <a:tailEnd/>
          </a:ln>
        </p:spPr>
        <p:txBody>
          <a:bodyPr/>
          <a:lstStyle/>
          <a:p>
            <a:r>
              <a:rPr lang="en-US" altLang="en-US"/>
              <a:t>Page 03-</a:t>
            </a:r>
            <a:fld id="{F2123F43-EED5-466D-9982-BD5B839378A0}" type="slidenum">
              <a:rPr lang="en-US" altLang="en-US"/>
              <a:pPr/>
              <a:t>17</a:t>
            </a:fld>
            <a:r>
              <a:rPr lang="en-US" altLang="en-US" sz="1200"/>
              <a:t> </a:t>
            </a:r>
          </a:p>
        </p:txBody>
      </p:sp>
      <p:sp>
        <p:nvSpPr>
          <p:cNvPr id="7680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6804" name="Rectangle 2"/>
          <p:cNvSpPr>
            <a:spLocks noGrp="1" noRot="1" noChangeAspect="1" noChangeArrowheads="1" noTextEdit="1"/>
          </p:cNvSpPr>
          <p:nvPr>
            <p:ph type="sldImg"/>
          </p:nvPr>
        </p:nvSpPr>
        <p:spPr>
          <a:xfrm>
            <a:off x="1535113" y="906463"/>
            <a:ext cx="5464175" cy="3784600"/>
          </a:xfrm>
          <a:ln/>
        </p:spPr>
      </p:sp>
      <p:sp>
        <p:nvSpPr>
          <p:cNvPr id="76805"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7680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miter lim="800000"/>
            <a:headEnd/>
            <a:tailEnd/>
          </a:ln>
        </p:spPr>
        <p:txBody>
          <a:bodyPr/>
          <a:lstStyle/>
          <a:p>
            <a:r>
              <a:rPr lang="en-US" altLang="en-US"/>
              <a:t>Page 03-</a:t>
            </a:r>
            <a:fld id="{633E2C37-6730-49DA-96E9-557996FFD171}" type="slidenum">
              <a:rPr lang="en-US" altLang="en-US"/>
              <a:pPr/>
              <a:t>18</a:t>
            </a:fld>
            <a:r>
              <a:rPr lang="en-US" altLang="en-US" sz="1200"/>
              <a:t> </a:t>
            </a:r>
          </a:p>
        </p:txBody>
      </p:sp>
      <p:sp>
        <p:nvSpPr>
          <p:cNvPr id="7782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7828" name="Rectangle 2"/>
          <p:cNvSpPr>
            <a:spLocks noGrp="1" noRot="1" noChangeAspect="1" noChangeArrowheads="1" noTextEdit="1"/>
          </p:cNvSpPr>
          <p:nvPr>
            <p:ph type="sldImg"/>
          </p:nvPr>
        </p:nvSpPr>
        <p:spPr>
          <a:xfrm>
            <a:off x="1535113" y="906463"/>
            <a:ext cx="5464175" cy="3784600"/>
          </a:xfrm>
          <a:ln/>
        </p:spPr>
      </p:sp>
      <p:sp>
        <p:nvSpPr>
          <p:cNvPr id="77829" name="Rectangle 3"/>
          <p:cNvSpPr>
            <a:spLocks noGrp="1" noChangeArrowheads="1"/>
          </p:cNvSpPr>
          <p:nvPr>
            <p:ph type="body" idx="1"/>
          </p:nvPr>
        </p:nvSpPr>
        <p:spPr>
          <a:xfrm>
            <a:off x="1963773" y="4937125"/>
            <a:ext cx="4607313" cy="4280556"/>
          </a:xfrm>
          <a:noFill/>
        </p:spPr>
        <p:txBody>
          <a:bodyPr/>
          <a:lstStyle/>
          <a:p>
            <a:pPr marL="228600" indent="-228600" eaLnBrk="1" hangingPunct="1"/>
            <a:r>
              <a:rPr lang="en-US" altLang="en-US" b="1" u="sng" smtClean="0"/>
              <a:t>Calculate</a:t>
            </a:r>
            <a:r>
              <a:rPr lang="en-US" altLang="en-US" b="1" smtClean="0"/>
              <a:t>:</a:t>
            </a:r>
          </a:p>
          <a:p>
            <a:pPr marL="228600" indent="-228600" eaLnBrk="1" hangingPunct="1">
              <a:buFontTx/>
              <a:buChar char="•"/>
            </a:pPr>
            <a:r>
              <a:rPr lang="en-US" altLang="en-US" smtClean="0"/>
              <a:t>Calculate numeric data by using arithmetic, percentage, or analytic operations. </a:t>
            </a:r>
          </a:p>
          <a:p>
            <a:pPr marL="228600" indent="-228600" eaLnBrk="1" hangingPunct="1">
              <a:buFontTx/>
              <a:buChar char="•"/>
            </a:pPr>
            <a:r>
              <a:rPr lang="en-US" altLang="en-US" smtClean="0"/>
              <a:t>Calculate strings by: </a:t>
            </a:r>
          </a:p>
          <a:p>
            <a:pPr marL="685800" lvl="1" indent="-228600" eaLnBrk="1" hangingPunct="1">
              <a:buFont typeface="Wingdings" pitchFamily="2" charset="2"/>
              <a:buChar char="Ø"/>
            </a:pPr>
            <a:r>
              <a:rPr lang="en-US" altLang="en-US" smtClean="0"/>
              <a:t>specifying the first or last characters of the string, </a:t>
            </a:r>
          </a:p>
          <a:p>
            <a:pPr marL="685800" lvl="1" indent="-228600" eaLnBrk="1" hangingPunct="1">
              <a:buFont typeface="Wingdings" pitchFamily="2" charset="2"/>
              <a:buChar char="Ø"/>
            </a:pPr>
            <a:r>
              <a:rPr lang="en-US" altLang="en-US" smtClean="0"/>
              <a:t>concatenating (combining) the selected string with another string, or </a:t>
            </a:r>
          </a:p>
          <a:p>
            <a:pPr marL="685800" lvl="1" indent="-228600" eaLnBrk="1" hangingPunct="1">
              <a:buFont typeface="Wingdings" pitchFamily="2" charset="2"/>
              <a:buChar char="Ø"/>
            </a:pPr>
            <a:r>
              <a:rPr lang="en-US" altLang="en-US" smtClean="0"/>
              <a:t>removing the trailing spaces from the string.  </a:t>
            </a:r>
          </a:p>
          <a:p>
            <a:pPr marL="228600" indent="-228600" eaLnBrk="1" hangingPunct="1">
              <a:buFontTx/>
              <a:buChar char="•"/>
            </a:pPr>
            <a:r>
              <a:rPr lang="en-US" altLang="en-US" smtClean="0"/>
              <a:t>Calculate time data by using a variety of methods, such as adding days or months to a selected date. </a:t>
            </a:r>
          </a:p>
          <a:p>
            <a:pPr marL="228600" indent="-228600" eaLnBrk="1" hangingPunct="1">
              <a:buFontTx/>
              <a:buChar char="•"/>
            </a:pPr>
            <a:r>
              <a:rPr lang="en-US" altLang="en-US" smtClean="0"/>
              <a:t>In the example shown in the slide, we are calculating the percentage that each country’s sales of camping equipment contributed to the total. You can see that the United States represents the largest contributor, at 52.27%.</a:t>
            </a:r>
          </a:p>
        </p:txBody>
      </p:sp>
      <p:sp>
        <p:nvSpPr>
          <p:cNvPr id="7783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miter lim="800000"/>
            <a:headEnd/>
            <a:tailEnd/>
          </a:ln>
        </p:spPr>
        <p:txBody>
          <a:bodyPr/>
          <a:lstStyle/>
          <a:p>
            <a:r>
              <a:rPr lang="en-US" altLang="en-US"/>
              <a:t>Page 03-</a:t>
            </a:r>
            <a:fld id="{E55BF275-B705-427C-B59F-F63A6BB7374D}" type="slidenum">
              <a:rPr lang="en-US" altLang="en-US"/>
              <a:pPr/>
              <a:t>19</a:t>
            </a:fld>
            <a:r>
              <a:rPr lang="en-US" altLang="en-US" sz="1200"/>
              <a:t> </a:t>
            </a:r>
          </a:p>
        </p:txBody>
      </p:sp>
      <p:sp>
        <p:nvSpPr>
          <p:cNvPr id="78851"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8852" name="Rectangle 2"/>
          <p:cNvSpPr>
            <a:spLocks noGrp="1" noRot="1" noChangeAspect="1" noChangeArrowheads="1" noTextEdit="1"/>
          </p:cNvSpPr>
          <p:nvPr>
            <p:ph type="sldImg"/>
          </p:nvPr>
        </p:nvSpPr>
        <p:spPr>
          <a:xfrm>
            <a:off x="1535113" y="906463"/>
            <a:ext cx="5464175" cy="3784600"/>
          </a:xfrm>
          <a:ln/>
        </p:spPr>
      </p:sp>
      <p:sp>
        <p:nvSpPr>
          <p:cNvPr id="78853" name="Rectangle 3"/>
          <p:cNvSpPr>
            <a:spLocks noGrp="1" noChangeArrowheads="1"/>
          </p:cNvSpPr>
          <p:nvPr>
            <p:ph type="body" idx="1"/>
          </p:nvPr>
        </p:nvSpPr>
        <p:spPr>
          <a:xfrm>
            <a:off x="1963773" y="4937125"/>
            <a:ext cx="4607313" cy="4280556"/>
          </a:xfrm>
          <a:noFill/>
        </p:spPr>
        <p:txBody>
          <a:bodyPr/>
          <a:lstStyle/>
          <a:p>
            <a:pPr marL="228600" indent="-228600" eaLnBrk="1" hangingPunct="1">
              <a:lnSpc>
                <a:spcPct val="95000"/>
              </a:lnSpc>
            </a:pPr>
            <a:r>
              <a:rPr lang="en-US" altLang="en-US" b="1" u="sng" smtClean="0"/>
              <a:t>Format</a:t>
            </a:r>
            <a:r>
              <a:rPr lang="en-US" altLang="en-US" b="1" smtClean="0"/>
              <a:t>:</a:t>
            </a:r>
          </a:p>
          <a:p>
            <a:pPr marL="228600" indent="-228600" eaLnBrk="1" hangingPunct="1">
              <a:lnSpc>
                <a:spcPct val="95000"/>
              </a:lnSpc>
              <a:buFontTx/>
              <a:buChar char="•"/>
            </a:pPr>
            <a:r>
              <a:rPr lang="en-US" altLang="en-US" b="1" smtClean="0"/>
              <a:t>Default: </a:t>
            </a:r>
            <a:r>
              <a:rPr lang="en-US" altLang="en-US" smtClean="0"/>
              <a:t>The “default format” is the format of the report item before any formatting is applied in Query Studio. Use “default format” to remove formatting.</a:t>
            </a:r>
          </a:p>
          <a:p>
            <a:pPr marL="228600" indent="-228600" eaLnBrk="1" hangingPunct="1">
              <a:lnSpc>
                <a:spcPct val="95000"/>
              </a:lnSpc>
              <a:buFontTx/>
              <a:buChar char="•"/>
            </a:pPr>
            <a:r>
              <a:rPr lang="en-US" altLang="en-US" b="1" smtClean="0"/>
              <a:t>Number: </a:t>
            </a:r>
            <a:r>
              <a:rPr lang="en-US" altLang="en-US" smtClean="0"/>
              <a:t>Use the “number format”: </a:t>
            </a:r>
          </a:p>
          <a:p>
            <a:pPr marL="571500" lvl="1" indent="-228600" eaLnBrk="1" hangingPunct="1">
              <a:lnSpc>
                <a:spcPct val="95000"/>
              </a:lnSpc>
              <a:buFont typeface="Wingdings" pitchFamily="2" charset="2"/>
              <a:buChar char="Ø"/>
            </a:pPr>
            <a:r>
              <a:rPr lang="en-US" altLang="en-US" smtClean="0"/>
              <a:t>to change the number of decimal places, </a:t>
            </a:r>
          </a:p>
          <a:p>
            <a:pPr marL="571500" lvl="1" indent="-228600" eaLnBrk="1" hangingPunct="1">
              <a:lnSpc>
                <a:spcPct val="95000"/>
              </a:lnSpc>
              <a:buFont typeface="Wingdings" pitchFamily="2" charset="2"/>
              <a:buChar char="Ø"/>
            </a:pPr>
            <a:r>
              <a:rPr lang="en-US" altLang="en-US" smtClean="0"/>
              <a:t>to specify whether to use a thousands separator, </a:t>
            </a:r>
          </a:p>
          <a:p>
            <a:pPr marL="571500" lvl="1" indent="-228600" eaLnBrk="1" hangingPunct="1">
              <a:lnSpc>
                <a:spcPct val="95000"/>
              </a:lnSpc>
              <a:buFont typeface="Wingdings" pitchFamily="2" charset="2"/>
              <a:buChar char="Ø"/>
            </a:pPr>
            <a:r>
              <a:rPr lang="en-US" altLang="en-US" smtClean="0"/>
              <a:t>to choose different symbols to represent negative numbers, and </a:t>
            </a:r>
          </a:p>
          <a:p>
            <a:pPr marL="571500" lvl="1" indent="-228600" eaLnBrk="1" hangingPunct="1">
              <a:lnSpc>
                <a:spcPct val="95000"/>
              </a:lnSpc>
              <a:buFont typeface="Wingdings" pitchFamily="2" charset="2"/>
              <a:buChar char="Ø"/>
            </a:pPr>
            <a:r>
              <a:rPr lang="en-US" altLang="en-US" smtClean="0"/>
              <a:t>to scale large numbers.</a:t>
            </a:r>
          </a:p>
          <a:p>
            <a:pPr marL="228600" indent="-228600" eaLnBrk="1" hangingPunct="1">
              <a:lnSpc>
                <a:spcPct val="95000"/>
              </a:lnSpc>
              <a:buFontTx/>
              <a:buChar char="•"/>
            </a:pPr>
            <a:r>
              <a:rPr lang="en-US" altLang="en-US" b="1" smtClean="0"/>
              <a:t>Currency: </a:t>
            </a:r>
            <a:r>
              <a:rPr lang="en-US" altLang="en-US" smtClean="0"/>
              <a:t>You can choose from many world currencies. Use either the currency symbol or the international code. </a:t>
            </a:r>
          </a:p>
          <a:p>
            <a:pPr marL="228600" indent="-228600" eaLnBrk="1" hangingPunct="1">
              <a:lnSpc>
                <a:spcPct val="95000"/>
              </a:lnSpc>
            </a:pPr>
            <a:r>
              <a:rPr lang="en-US" altLang="en-US" smtClean="0"/>
              <a:t>	</a:t>
            </a:r>
            <a:r>
              <a:rPr lang="en-US" altLang="en-US" b="1" smtClean="0"/>
              <a:t>For example: </a:t>
            </a:r>
            <a:r>
              <a:rPr lang="en-US" altLang="en-US" smtClean="0"/>
              <a:t>The currency symbol for the euro is € and the international code is EUR.</a:t>
            </a:r>
          </a:p>
          <a:p>
            <a:pPr marL="228600" indent="-228600" eaLnBrk="1" hangingPunct="1">
              <a:lnSpc>
                <a:spcPct val="95000"/>
              </a:lnSpc>
            </a:pPr>
            <a:r>
              <a:rPr lang="en-US" altLang="en-US" smtClean="0"/>
              <a:t>	You can also change the number of decimal places, specify whether to use a thousands separator, choose different symbols to represent negative numbers, and to scale large numbers.</a:t>
            </a:r>
          </a:p>
          <a:p>
            <a:pPr marL="228600" indent="-228600" eaLnBrk="1" hangingPunct="1">
              <a:lnSpc>
                <a:spcPct val="95000"/>
              </a:lnSpc>
              <a:buFontTx/>
              <a:buChar char="•"/>
            </a:pPr>
            <a:r>
              <a:rPr lang="en-US" altLang="en-US" b="1" smtClean="0"/>
              <a:t>Percentage: </a:t>
            </a:r>
            <a:r>
              <a:rPr lang="en-US" altLang="en-US" smtClean="0"/>
              <a:t>This format shows a number multiplied by 100, by using two decimal places and a percent sign. </a:t>
            </a:r>
          </a:p>
          <a:p>
            <a:pPr marL="228600" indent="-228600" eaLnBrk="1" hangingPunct="1">
              <a:lnSpc>
                <a:spcPct val="95000"/>
              </a:lnSpc>
            </a:pPr>
            <a:r>
              <a:rPr lang="en-US" altLang="en-US" smtClean="0"/>
              <a:t>	</a:t>
            </a:r>
            <a:r>
              <a:rPr lang="en-US" altLang="en-US" b="1" smtClean="0"/>
              <a:t>For example:</a:t>
            </a:r>
            <a:r>
              <a:rPr lang="en-US" altLang="en-US" smtClean="0"/>
              <a:t> 0.7356 appears as 73.56%.</a:t>
            </a:r>
          </a:p>
          <a:p>
            <a:pPr marL="228600" indent="-228600" eaLnBrk="1" hangingPunct="1">
              <a:lnSpc>
                <a:spcPct val="95000"/>
              </a:lnSpc>
              <a:buFontTx/>
              <a:buChar char="•"/>
            </a:pPr>
            <a:r>
              <a:rPr lang="en-US" altLang="en-US" b="1" smtClean="0"/>
              <a:t>Scientific: </a:t>
            </a:r>
            <a:r>
              <a:rPr lang="en-US" altLang="en-US" smtClean="0"/>
              <a:t>This format shows a number in exponential notation. </a:t>
            </a:r>
          </a:p>
          <a:p>
            <a:pPr marL="228600" indent="-228600" eaLnBrk="1" hangingPunct="1">
              <a:lnSpc>
                <a:spcPct val="95000"/>
              </a:lnSpc>
            </a:pPr>
            <a:r>
              <a:rPr lang="en-US" altLang="en-US" smtClean="0"/>
              <a:t>	</a:t>
            </a:r>
            <a:r>
              <a:rPr lang="en-US" altLang="en-US" b="1" smtClean="0"/>
              <a:t>For example:</a:t>
            </a:r>
            <a:r>
              <a:rPr lang="en-US" altLang="en-US" smtClean="0"/>
              <a:t> The number 224,110 is 2.24110E+05 in scientific notation.</a:t>
            </a:r>
          </a:p>
          <a:p>
            <a:pPr marL="228600" indent="-228600" eaLnBrk="1" hangingPunct="1">
              <a:lnSpc>
                <a:spcPct val="95000"/>
              </a:lnSpc>
              <a:buFontTx/>
              <a:buChar char="•"/>
            </a:pPr>
            <a:r>
              <a:rPr lang="en-US" altLang="en-US" b="1" smtClean="0"/>
              <a:t>Date and Time: </a:t>
            </a:r>
            <a:r>
              <a:rPr lang="en-US" altLang="en-US" smtClean="0"/>
              <a:t>You can choose from a list of date and time formats, including the 12 hour or 24 hour clock.</a:t>
            </a:r>
          </a:p>
        </p:txBody>
      </p:sp>
      <p:sp>
        <p:nvSpPr>
          <p:cNvPr id="78854"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miter lim="800000"/>
            <a:headEnd/>
            <a:tailEnd/>
          </a:ln>
        </p:spPr>
        <p:txBody>
          <a:bodyPr/>
          <a:lstStyle/>
          <a:p>
            <a:r>
              <a:rPr lang="en-US" altLang="en-US"/>
              <a:t>Page 03-</a:t>
            </a:r>
            <a:fld id="{13BDD3B2-2C91-455D-A2E3-80C0A58E8347}" type="slidenum">
              <a:rPr lang="en-US" altLang="en-US"/>
              <a:pPr/>
              <a:t>20</a:t>
            </a:fld>
            <a:r>
              <a:rPr lang="en-US" altLang="en-US" sz="1200"/>
              <a:t> </a:t>
            </a:r>
          </a:p>
        </p:txBody>
      </p:sp>
      <p:sp>
        <p:nvSpPr>
          <p:cNvPr id="79875"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79876" name="Rectangle 2"/>
          <p:cNvSpPr>
            <a:spLocks noGrp="1" noRot="1" noChangeAspect="1" noChangeArrowheads="1" noTextEdit="1"/>
          </p:cNvSpPr>
          <p:nvPr>
            <p:ph type="sldImg"/>
          </p:nvPr>
        </p:nvSpPr>
        <p:spPr>
          <a:xfrm>
            <a:off x="1535113" y="906463"/>
            <a:ext cx="5464175" cy="3784600"/>
          </a:xfrm>
          <a:ln/>
        </p:spPr>
      </p:sp>
      <p:sp>
        <p:nvSpPr>
          <p:cNvPr id="79877" name="Rectangle 3"/>
          <p:cNvSpPr>
            <a:spLocks noGrp="1" noChangeArrowheads="1"/>
          </p:cNvSpPr>
          <p:nvPr>
            <p:ph type="body" idx="1"/>
          </p:nvPr>
        </p:nvSpPr>
        <p:spPr>
          <a:xfrm>
            <a:off x="1963773" y="4937125"/>
            <a:ext cx="4607313" cy="4280556"/>
          </a:xfrm>
          <a:noFill/>
        </p:spPr>
        <p:txBody>
          <a:bodyPr/>
          <a:lstStyle/>
          <a:p>
            <a:pPr marL="228600" indent="-228600" eaLnBrk="1" hangingPunct="1"/>
            <a:r>
              <a:rPr lang="en-US" altLang="en-US" b="1" u="sng" smtClean="0"/>
              <a:t>Grouped List Report</a:t>
            </a:r>
            <a:r>
              <a:rPr lang="en-US" altLang="en-US" b="1" smtClean="0"/>
              <a:t>:</a:t>
            </a:r>
          </a:p>
          <a:p>
            <a:pPr marL="228600" indent="-228600" eaLnBrk="1" hangingPunct="1">
              <a:buFontTx/>
              <a:buChar char="•"/>
            </a:pPr>
            <a:r>
              <a:rPr lang="en-US" altLang="en-US" smtClean="0"/>
              <a:t>A simple List Report that contains columns of unique values is easy to understand. However, after you add more columns, you may find that duplicate values appear in your report.</a:t>
            </a:r>
          </a:p>
          <a:p>
            <a:pPr marL="228600" indent="-228600" eaLnBrk="1" hangingPunct="1"/>
            <a:r>
              <a:rPr lang="en-US" altLang="en-US" smtClean="0"/>
              <a:t>	</a:t>
            </a:r>
            <a:r>
              <a:rPr lang="en-US" altLang="en-US" b="1" smtClean="0"/>
              <a:t>For example:</a:t>
            </a:r>
            <a:r>
              <a:rPr lang="en-US" altLang="en-US" smtClean="0"/>
              <a:t> A report contains information about the quantity of units sold, in columns named Product line, Country, and Quantity. Each product line is sold in more than one country, so the same product line value appears in multiple rows in the Product line column.</a:t>
            </a:r>
          </a:p>
          <a:p>
            <a:pPr marL="228600" indent="-228600" eaLnBrk="1" hangingPunct="1">
              <a:buFontTx/>
              <a:buChar char="•"/>
            </a:pPr>
            <a:r>
              <a:rPr lang="en-US" altLang="en-US" smtClean="0"/>
              <a:t>You group a List Report by product line to:</a:t>
            </a:r>
          </a:p>
          <a:p>
            <a:pPr marL="685800" lvl="1" indent="-228600" eaLnBrk="1" hangingPunct="1">
              <a:buFont typeface="Wingdings" pitchFamily="2" charset="2"/>
              <a:buChar char="Ø"/>
            </a:pPr>
            <a:r>
              <a:rPr lang="en-US" altLang="en-US" smtClean="0"/>
              <a:t>suppress duplicate values of the product line report item</a:t>
            </a:r>
          </a:p>
          <a:p>
            <a:pPr marL="685800" lvl="1" indent="-228600" eaLnBrk="1" hangingPunct="1">
              <a:buFont typeface="Wingdings" pitchFamily="2" charset="2"/>
              <a:buChar char="Ø"/>
            </a:pPr>
            <a:r>
              <a:rPr lang="en-US" altLang="en-US" smtClean="0"/>
              <a:t>alphabetically sort the product lines</a:t>
            </a:r>
          </a:p>
          <a:p>
            <a:pPr marL="685800" lvl="1" indent="-228600" eaLnBrk="1" hangingPunct="1">
              <a:buFont typeface="Wingdings" pitchFamily="2" charset="2"/>
              <a:buChar char="Ø"/>
            </a:pPr>
            <a:r>
              <a:rPr lang="en-US" altLang="en-US" smtClean="0"/>
              <a:t>generate footer summaries for each product line</a:t>
            </a:r>
          </a:p>
        </p:txBody>
      </p:sp>
      <p:sp>
        <p:nvSpPr>
          <p:cNvPr id="79878"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miter lim="800000"/>
            <a:headEnd/>
            <a:tailEnd/>
          </a:ln>
        </p:spPr>
        <p:txBody>
          <a:bodyPr/>
          <a:lstStyle/>
          <a:p>
            <a:r>
              <a:rPr lang="en-US" altLang="en-US"/>
              <a:t>Page 03-</a:t>
            </a:r>
            <a:fld id="{31982ACD-ACED-4467-9FEA-7CC60DE5D772}" type="slidenum">
              <a:rPr lang="en-US" altLang="en-US"/>
              <a:pPr/>
              <a:t>21</a:t>
            </a:fld>
            <a:r>
              <a:rPr lang="en-US" altLang="en-US" sz="1200"/>
              <a:t> </a:t>
            </a:r>
          </a:p>
        </p:txBody>
      </p:sp>
      <p:sp>
        <p:nvSpPr>
          <p:cNvPr id="80899"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80900" name="Rectangle 2"/>
          <p:cNvSpPr>
            <a:spLocks noGrp="1" noRot="1" noChangeAspect="1" noChangeArrowheads="1" noTextEdit="1"/>
          </p:cNvSpPr>
          <p:nvPr>
            <p:ph type="sldImg"/>
          </p:nvPr>
        </p:nvSpPr>
        <p:spPr>
          <a:xfrm>
            <a:off x="1535113" y="906463"/>
            <a:ext cx="5464175" cy="3784600"/>
          </a:xfrm>
          <a:ln/>
        </p:spPr>
      </p:sp>
      <p:sp>
        <p:nvSpPr>
          <p:cNvPr id="80901"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80902"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miter lim="800000"/>
            <a:headEnd/>
            <a:tailEnd/>
          </a:ln>
        </p:spPr>
        <p:txBody>
          <a:bodyPr/>
          <a:lstStyle/>
          <a:p>
            <a:r>
              <a:rPr lang="en-US" altLang="en-US"/>
              <a:t>Page 03-</a:t>
            </a:r>
            <a:fld id="{D4A3A01E-431A-4889-B3E6-96034405BEE3}" type="slidenum">
              <a:rPr lang="en-US" altLang="en-US"/>
              <a:pPr/>
              <a:t>22</a:t>
            </a:fld>
            <a:r>
              <a:rPr lang="en-US" altLang="en-US" sz="1200"/>
              <a:t> </a:t>
            </a:r>
          </a:p>
        </p:txBody>
      </p:sp>
      <p:sp>
        <p:nvSpPr>
          <p:cNvPr id="8192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81924" name="Rectangle 2"/>
          <p:cNvSpPr>
            <a:spLocks noGrp="1" noRot="1" noChangeAspect="1" noChangeArrowheads="1" noTextEdit="1"/>
          </p:cNvSpPr>
          <p:nvPr>
            <p:ph type="sldImg"/>
          </p:nvPr>
        </p:nvSpPr>
        <p:spPr>
          <a:xfrm>
            <a:off x="1535113" y="906463"/>
            <a:ext cx="5464175" cy="3784600"/>
          </a:xfrm>
          <a:ln/>
        </p:spPr>
      </p:sp>
      <p:sp>
        <p:nvSpPr>
          <p:cNvPr id="81925"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8192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miter lim="800000"/>
            <a:headEnd/>
            <a:tailEnd/>
          </a:ln>
        </p:spPr>
        <p:txBody>
          <a:bodyPr/>
          <a:lstStyle/>
          <a:p>
            <a:r>
              <a:rPr lang="en-US" altLang="en-US"/>
              <a:t>Page 03-</a:t>
            </a:r>
            <a:fld id="{C147887E-7100-4404-8F19-BC5339714D8D}" type="slidenum">
              <a:rPr lang="en-US" altLang="en-US"/>
              <a:pPr/>
              <a:t>23</a:t>
            </a:fld>
            <a:r>
              <a:rPr lang="en-US" altLang="en-US" sz="1200"/>
              <a:t> </a:t>
            </a:r>
          </a:p>
        </p:txBody>
      </p:sp>
      <p:sp>
        <p:nvSpPr>
          <p:cNvPr id="8294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82948" name="Rectangle 2"/>
          <p:cNvSpPr>
            <a:spLocks noGrp="1" noRot="1" noChangeAspect="1" noChangeArrowheads="1" noTextEdit="1"/>
          </p:cNvSpPr>
          <p:nvPr>
            <p:ph type="sldImg"/>
          </p:nvPr>
        </p:nvSpPr>
        <p:spPr>
          <a:xfrm>
            <a:off x="1535113" y="906463"/>
            <a:ext cx="5464175" cy="3784600"/>
          </a:xfrm>
          <a:ln/>
        </p:spPr>
      </p:sp>
      <p:sp>
        <p:nvSpPr>
          <p:cNvPr id="82949"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8295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miter lim="800000"/>
            <a:headEnd/>
            <a:tailEnd/>
          </a:ln>
        </p:spPr>
        <p:txBody>
          <a:bodyPr/>
          <a:lstStyle/>
          <a:p>
            <a:r>
              <a:rPr lang="en-US" altLang="en-US"/>
              <a:t>Page 03-</a:t>
            </a:r>
            <a:fld id="{703231CF-9712-48F0-8261-7469BDF9F87D}" type="slidenum">
              <a:rPr lang="en-US" altLang="en-US"/>
              <a:pPr/>
              <a:t>24</a:t>
            </a:fld>
            <a:r>
              <a:rPr lang="en-US" altLang="en-US" sz="1200"/>
              <a:t> </a:t>
            </a:r>
          </a:p>
        </p:txBody>
      </p:sp>
      <p:sp>
        <p:nvSpPr>
          <p:cNvPr id="8704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87044" name="Rectangle 2"/>
          <p:cNvSpPr>
            <a:spLocks noGrp="1" noRot="1" noChangeAspect="1" noChangeArrowheads="1" noTextEdit="1"/>
          </p:cNvSpPr>
          <p:nvPr>
            <p:ph type="sldImg"/>
          </p:nvPr>
        </p:nvSpPr>
        <p:spPr>
          <a:xfrm>
            <a:off x="1535113" y="906463"/>
            <a:ext cx="5464175" cy="3784600"/>
          </a:xfrm>
          <a:ln/>
        </p:spPr>
      </p:sp>
      <p:sp>
        <p:nvSpPr>
          <p:cNvPr id="87045" name="Rectangle 3"/>
          <p:cNvSpPr>
            <a:spLocks noGrp="1" noChangeArrowheads="1"/>
          </p:cNvSpPr>
          <p:nvPr>
            <p:ph type="body" idx="1"/>
          </p:nvPr>
        </p:nvSpPr>
        <p:spPr>
          <a:xfrm>
            <a:off x="1963773" y="4937125"/>
            <a:ext cx="4607313" cy="4280556"/>
          </a:xfrm>
          <a:noFill/>
        </p:spPr>
        <p:txBody>
          <a:bodyPr/>
          <a:lstStyle/>
          <a:p>
            <a:pPr marL="228600" indent="-228600" eaLnBrk="1" hangingPunct="1"/>
            <a:r>
              <a:rPr lang="en-US" altLang="en-US" b="1" u="sng" smtClean="0"/>
              <a:t>Add Summarized Data</a:t>
            </a:r>
            <a:r>
              <a:rPr lang="en-US" altLang="en-US" b="1" smtClean="0"/>
              <a:t>:</a:t>
            </a:r>
          </a:p>
          <a:p>
            <a:pPr marL="228600" indent="-228600" eaLnBrk="1" hangingPunct="1">
              <a:buFontTx/>
              <a:buChar char="•"/>
            </a:pPr>
            <a:r>
              <a:rPr lang="en-US" altLang="en-US" smtClean="0"/>
              <a:t>In the example shown in the slide, we are calculating the average sales of three products in Germany, Japan, and the United States. </a:t>
            </a:r>
          </a:p>
          <a:p>
            <a:pPr marL="228600" indent="-228600" eaLnBrk="1" hangingPunct="1">
              <a:buFontTx/>
              <a:buChar char="•"/>
            </a:pPr>
            <a:r>
              <a:rPr lang="en-US" altLang="en-US" smtClean="0"/>
              <a:t>In the example, the average order of Aloe Relief in the United States was for 30 units. The total of these average sales is 154. </a:t>
            </a:r>
          </a:p>
        </p:txBody>
      </p:sp>
      <p:sp>
        <p:nvSpPr>
          <p:cNvPr id="8704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miter lim="800000"/>
            <a:headEnd/>
            <a:tailEnd/>
          </a:ln>
        </p:spPr>
        <p:txBody>
          <a:bodyPr/>
          <a:lstStyle/>
          <a:p>
            <a:r>
              <a:rPr lang="en-US" altLang="en-US"/>
              <a:t>Page 03-</a:t>
            </a:r>
            <a:fld id="{B42D15E6-6966-4BD3-8D3A-9366245D76EB}" type="slidenum">
              <a:rPr lang="en-US" altLang="en-US"/>
              <a:pPr/>
              <a:t>25</a:t>
            </a:fld>
            <a:r>
              <a:rPr lang="en-US" altLang="en-US" sz="1200"/>
              <a:t> </a:t>
            </a:r>
          </a:p>
        </p:txBody>
      </p:sp>
      <p:sp>
        <p:nvSpPr>
          <p:cNvPr id="8806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88068" name="Rectangle 2"/>
          <p:cNvSpPr>
            <a:spLocks noGrp="1" noRot="1" noChangeAspect="1" noChangeArrowheads="1" noTextEdit="1"/>
          </p:cNvSpPr>
          <p:nvPr>
            <p:ph type="sldImg"/>
          </p:nvPr>
        </p:nvSpPr>
        <p:spPr>
          <a:xfrm>
            <a:off x="1535113" y="906463"/>
            <a:ext cx="5464175" cy="3784600"/>
          </a:xfrm>
          <a:ln/>
        </p:spPr>
      </p:sp>
      <p:sp>
        <p:nvSpPr>
          <p:cNvPr id="88069" name="Rectangle 3"/>
          <p:cNvSpPr>
            <a:spLocks noGrp="1" noChangeArrowheads="1"/>
          </p:cNvSpPr>
          <p:nvPr>
            <p:ph type="body" idx="1"/>
          </p:nvPr>
        </p:nvSpPr>
        <p:spPr>
          <a:xfrm>
            <a:off x="1963773" y="4937125"/>
            <a:ext cx="4607313" cy="4280556"/>
          </a:xfrm>
          <a:noFill/>
        </p:spPr>
        <p:txBody>
          <a:bodyPr/>
          <a:lstStyle/>
          <a:p>
            <a:pPr marL="225425" indent="-225425" eaLnBrk="1" hangingPunct="1"/>
            <a:r>
              <a:rPr lang="en-US" altLang="en-US" b="1" u="sng" smtClean="0"/>
              <a:t>Crosstab Reports</a:t>
            </a:r>
            <a:r>
              <a:rPr lang="en-US" altLang="en-US" b="1" smtClean="0"/>
              <a:t>:</a:t>
            </a:r>
          </a:p>
          <a:p>
            <a:pPr marL="225425" indent="-225425" eaLnBrk="1" hangingPunct="1">
              <a:buFontTx/>
              <a:buChar char="•"/>
            </a:pPr>
            <a:r>
              <a:rPr lang="en-US" altLang="en-US" smtClean="0"/>
              <a:t>A Crosstab report shows a measure at the intersection of each row and column. This is useful for showing more information in a smaller area. </a:t>
            </a:r>
          </a:p>
          <a:p>
            <a:pPr marL="225425" indent="-225425" eaLnBrk="1" hangingPunct="1">
              <a:buFontTx/>
              <a:buChar char="•"/>
            </a:pPr>
            <a:r>
              <a:rPr lang="en-US" altLang="en-US" b="1" smtClean="0"/>
              <a:t>For example:</a:t>
            </a:r>
            <a:r>
              <a:rPr lang="en-US" altLang="en-US" smtClean="0"/>
              <a:t> If a report shows Product line as columns, Country as rows, and Quantity as the measure, then the value at the intersection of each column and row shows the quantity of units sold for that Product line and that country.</a:t>
            </a:r>
          </a:p>
        </p:txBody>
      </p:sp>
      <p:sp>
        <p:nvSpPr>
          <p:cNvPr id="8807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miter lim="800000"/>
            <a:headEnd/>
            <a:tailEnd/>
          </a:ln>
        </p:spPr>
        <p:txBody>
          <a:bodyPr/>
          <a:lstStyle/>
          <a:p>
            <a:r>
              <a:rPr lang="en-US" altLang="en-US"/>
              <a:t>Page 03-</a:t>
            </a:r>
            <a:fld id="{00EFBC57-D646-4C1F-838E-92C7B0818244}" type="slidenum">
              <a:rPr lang="en-US" altLang="en-US"/>
              <a:pPr/>
              <a:t>26</a:t>
            </a:fld>
            <a:r>
              <a:rPr lang="en-US" altLang="en-US" sz="1200"/>
              <a:t> </a:t>
            </a:r>
          </a:p>
        </p:txBody>
      </p:sp>
      <p:sp>
        <p:nvSpPr>
          <p:cNvPr id="89091"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89092" name="Rectangle 2"/>
          <p:cNvSpPr>
            <a:spLocks noGrp="1" noRot="1" noChangeAspect="1" noChangeArrowheads="1" noTextEdit="1"/>
          </p:cNvSpPr>
          <p:nvPr>
            <p:ph type="sldImg"/>
          </p:nvPr>
        </p:nvSpPr>
        <p:spPr>
          <a:xfrm>
            <a:off x="1535113" y="906463"/>
            <a:ext cx="5464175" cy="3784600"/>
          </a:xfrm>
          <a:ln/>
        </p:spPr>
      </p:sp>
      <p:sp>
        <p:nvSpPr>
          <p:cNvPr id="89093"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89094"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miter lim="800000"/>
            <a:headEnd/>
            <a:tailEnd/>
          </a:ln>
        </p:spPr>
        <p:txBody>
          <a:bodyPr/>
          <a:lstStyle/>
          <a:p>
            <a:r>
              <a:rPr lang="en-US" altLang="en-US"/>
              <a:t>Page 03-</a:t>
            </a:r>
            <a:fld id="{8DC679D8-6897-4E8E-AA22-1AA478E7D07D}" type="slidenum">
              <a:rPr lang="en-US" altLang="en-US"/>
              <a:pPr/>
              <a:t>27</a:t>
            </a:fld>
            <a:r>
              <a:rPr lang="en-US" altLang="en-US" sz="1200"/>
              <a:t> </a:t>
            </a:r>
          </a:p>
        </p:txBody>
      </p:sp>
      <p:sp>
        <p:nvSpPr>
          <p:cNvPr id="9216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92164" name="Rectangle 2"/>
          <p:cNvSpPr>
            <a:spLocks noGrp="1" noRot="1" noChangeAspect="1" noChangeArrowheads="1" noTextEdit="1"/>
          </p:cNvSpPr>
          <p:nvPr>
            <p:ph type="sldImg"/>
          </p:nvPr>
        </p:nvSpPr>
        <p:spPr>
          <a:xfrm>
            <a:off x="1535113" y="906463"/>
            <a:ext cx="5464175" cy="3784600"/>
          </a:xfrm>
          <a:ln/>
        </p:spPr>
      </p:sp>
      <p:sp>
        <p:nvSpPr>
          <p:cNvPr id="92165"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9216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miter lim="800000"/>
            <a:headEnd/>
            <a:tailEnd/>
          </a:ln>
        </p:spPr>
        <p:txBody>
          <a:bodyPr/>
          <a:lstStyle/>
          <a:p>
            <a:r>
              <a:rPr lang="en-US" altLang="en-US"/>
              <a:t>Page 03-</a:t>
            </a:r>
            <a:fld id="{8C670D5F-7EF6-450D-8275-DB769D58B573}" type="slidenum">
              <a:rPr lang="en-US" altLang="en-US"/>
              <a:pPr/>
              <a:t>28</a:t>
            </a:fld>
            <a:r>
              <a:rPr lang="en-US" altLang="en-US" sz="1200"/>
              <a:t> </a:t>
            </a:r>
          </a:p>
        </p:txBody>
      </p:sp>
      <p:sp>
        <p:nvSpPr>
          <p:cNvPr id="9318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93188" name="Rectangle 2"/>
          <p:cNvSpPr>
            <a:spLocks noGrp="1" noRot="1" noChangeAspect="1" noChangeArrowheads="1" noTextEdit="1"/>
          </p:cNvSpPr>
          <p:nvPr>
            <p:ph type="sldImg"/>
          </p:nvPr>
        </p:nvSpPr>
        <p:spPr>
          <a:xfrm>
            <a:off x="1535113" y="906463"/>
            <a:ext cx="5464175" cy="3784600"/>
          </a:xfrm>
          <a:ln/>
        </p:spPr>
      </p:sp>
      <p:sp>
        <p:nvSpPr>
          <p:cNvPr id="93189" name="Rectangle 3"/>
          <p:cNvSpPr>
            <a:spLocks noGrp="1" noChangeArrowheads="1"/>
          </p:cNvSpPr>
          <p:nvPr>
            <p:ph type="body" idx="1"/>
          </p:nvPr>
        </p:nvSpPr>
        <p:spPr>
          <a:xfrm>
            <a:off x="1963773" y="4937125"/>
            <a:ext cx="4607313" cy="4280556"/>
          </a:xfrm>
          <a:noFill/>
        </p:spPr>
        <p:txBody>
          <a:bodyPr/>
          <a:lstStyle/>
          <a:p>
            <a:pPr marL="225425" indent="-225425" eaLnBrk="1" hangingPunct="1"/>
            <a:r>
              <a:rPr lang="en-US" altLang="en-US" b="1" u="sng" smtClean="0"/>
              <a:t>Chart Types</a:t>
            </a:r>
            <a:r>
              <a:rPr lang="en-US" altLang="en-US" b="1" smtClean="0"/>
              <a:t>:</a:t>
            </a:r>
          </a:p>
          <a:p>
            <a:pPr marL="225425" indent="-225425" eaLnBrk="1" hangingPunct="1">
              <a:buFontTx/>
              <a:buChar char="•"/>
            </a:pPr>
            <a:r>
              <a:rPr lang="en-US" altLang="en-US" smtClean="0"/>
              <a:t>Charts are used  to graphically present the information. A report requires at least “one measure” and “one non-measure” to produce a chart. </a:t>
            </a:r>
          </a:p>
          <a:p>
            <a:pPr marL="571500" lvl="1" indent="-231775" eaLnBrk="1" hangingPunct="1">
              <a:buFont typeface="Wingdings" pitchFamily="2" charset="2"/>
              <a:buChar char="Ø"/>
            </a:pPr>
            <a:r>
              <a:rPr lang="en-US" altLang="en-US" b="1" smtClean="0"/>
              <a:t>Measures</a:t>
            </a:r>
            <a:r>
              <a:rPr lang="en-US" altLang="en-US" smtClean="0"/>
              <a:t> are quantitative data, such as figures for sales, costs, and quantities. </a:t>
            </a:r>
          </a:p>
          <a:p>
            <a:pPr marL="571500" lvl="1" indent="-231775" eaLnBrk="1" hangingPunct="1">
              <a:buFont typeface="Wingdings" pitchFamily="2" charset="2"/>
              <a:buChar char="Ø"/>
            </a:pPr>
            <a:r>
              <a:rPr lang="en-US" altLang="en-US" b="1" smtClean="0"/>
              <a:t>Non-measures</a:t>
            </a:r>
            <a:r>
              <a:rPr lang="en-US" altLang="en-US" smtClean="0"/>
              <a:t> are qualitative data, such as names, addresses, and countries.</a:t>
            </a:r>
          </a:p>
          <a:p>
            <a:pPr marL="225425" indent="-225425" eaLnBrk="1" hangingPunct="1">
              <a:buFontTx/>
              <a:buChar char="•"/>
            </a:pPr>
            <a:r>
              <a:rPr lang="en-US" altLang="en-US" smtClean="0"/>
              <a:t>The maximum number of non-measures is two. You can plot any number of measures in a report. </a:t>
            </a:r>
          </a:p>
          <a:p>
            <a:pPr marL="225425" indent="-225425" eaLnBrk="1" hangingPunct="1">
              <a:buFontTx/>
              <a:buChar char="•"/>
            </a:pPr>
            <a:r>
              <a:rPr lang="en-US" altLang="en-US" smtClean="0"/>
              <a:t>However, a chart that has more than four or five measures is difficult to understand.</a:t>
            </a:r>
          </a:p>
        </p:txBody>
      </p:sp>
      <p:sp>
        <p:nvSpPr>
          <p:cNvPr id="9319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miter lim="800000"/>
            <a:headEnd/>
            <a:tailEnd/>
          </a:ln>
        </p:spPr>
        <p:txBody>
          <a:bodyPr/>
          <a:lstStyle/>
          <a:p>
            <a:r>
              <a:rPr lang="en-US" altLang="en-US"/>
              <a:t>Page 03-</a:t>
            </a:r>
            <a:fld id="{99D74ADF-3065-4DE1-BE72-93F9B98E0BC9}" type="slidenum">
              <a:rPr lang="en-US" altLang="en-US"/>
              <a:pPr/>
              <a:t>29</a:t>
            </a:fld>
            <a:r>
              <a:rPr lang="en-US" altLang="en-US" sz="1200"/>
              <a:t> </a:t>
            </a:r>
          </a:p>
        </p:txBody>
      </p:sp>
      <p:sp>
        <p:nvSpPr>
          <p:cNvPr id="94211"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94212" name="Rectangle 2"/>
          <p:cNvSpPr>
            <a:spLocks noGrp="1" noRot="1" noChangeAspect="1" noChangeArrowheads="1" noTextEdit="1"/>
          </p:cNvSpPr>
          <p:nvPr>
            <p:ph type="sldImg"/>
          </p:nvPr>
        </p:nvSpPr>
        <p:spPr>
          <a:xfrm>
            <a:off x="1535113" y="906463"/>
            <a:ext cx="5464175" cy="3784600"/>
          </a:xfrm>
          <a:ln/>
        </p:spPr>
      </p:sp>
      <p:sp>
        <p:nvSpPr>
          <p:cNvPr id="94213"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94214"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miter lim="800000"/>
            <a:headEnd/>
            <a:tailEnd/>
          </a:ln>
        </p:spPr>
        <p:txBody>
          <a:bodyPr/>
          <a:lstStyle/>
          <a:p>
            <a:r>
              <a:rPr lang="en-US" altLang="en-US"/>
              <a:t>Page 03-</a:t>
            </a:r>
            <a:fld id="{C2096941-B8B1-4C25-91A5-F866AACF45A8}" type="slidenum">
              <a:rPr lang="en-US" altLang="en-US"/>
              <a:pPr/>
              <a:t>30</a:t>
            </a:fld>
            <a:r>
              <a:rPr lang="en-US" altLang="en-US" sz="1200"/>
              <a:t> </a:t>
            </a:r>
          </a:p>
        </p:txBody>
      </p:sp>
      <p:sp>
        <p:nvSpPr>
          <p:cNvPr id="9728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97284" name="Rectangle 2"/>
          <p:cNvSpPr>
            <a:spLocks noGrp="1" noRot="1" noChangeAspect="1" noChangeArrowheads="1" noTextEdit="1"/>
          </p:cNvSpPr>
          <p:nvPr>
            <p:ph type="sldImg"/>
          </p:nvPr>
        </p:nvSpPr>
        <p:spPr>
          <a:xfrm>
            <a:off x="1535113" y="906463"/>
            <a:ext cx="5464175" cy="3784600"/>
          </a:xfrm>
          <a:ln/>
        </p:spPr>
      </p:sp>
      <p:sp>
        <p:nvSpPr>
          <p:cNvPr id="97285"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9728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miter lim="800000"/>
            <a:headEnd/>
            <a:tailEnd/>
          </a:ln>
        </p:spPr>
        <p:txBody>
          <a:bodyPr/>
          <a:lstStyle/>
          <a:p>
            <a:r>
              <a:rPr lang="en-US" altLang="en-US"/>
              <a:t>Page 03-</a:t>
            </a:r>
            <a:fld id="{F1DC0CD7-E4FD-4C4E-8E09-0BDA490F782D}" type="slidenum">
              <a:rPr lang="en-US" altLang="en-US"/>
              <a:pPr/>
              <a:t>31</a:t>
            </a:fld>
            <a:r>
              <a:rPr lang="en-US" altLang="en-US" sz="1200"/>
              <a:t> </a:t>
            </a:r>
          </a:p>
        </p:txBody>
      </p:sp>
      <p:sp>
        <p:nvSpPr>
          <p:cNvPr id="9830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98308" name="Rectangle 2"/>
          <p:cNvSpPr>
            <a:spLocks noGrp="1" noRot="1" noChangeAspect="1" noChangeArrowheads="1" noTextEdit="1"/>
          </p:cNvSpPr>
          <p:nvPr>
            <p:ph type="sldImg"/>
          </p:nvPr>
        </p:nvSpPr>
        <p:spPr>
          <a:xfrm>
            <a:off x="1535113" y="906463"/>
            <a:ext cx="5464175" cy="3784600"/>
          </a:xfrm>
          <a:ln/>
        </p:spPr>
      </p:sp>
      <p:sp>
        <p:nvSpPr>
          <p:cNvPr id="98309"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9831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headEnd/>
            <a:tailEnd/>
          </a:ln>
        </p:spPr>
        <p:txBody>
          <a:bodyPr/>
          <a:lstStyle/>
          <a:p>
            <a:r>
              <a:rPr lang="en-US" altLang="en-US"/>
              <a:t>Page 03-</a:t>
            </a:r>
            <a:fld id="{B2EC9D51-6723-487F-A480-C48B3C58B0C0}" type="slidenum">
              <a:rPr lang="en-US" altLang="en-US"/>
              <a:pPr/>
              <a:t>32</a:t>
            </a:fld>
            <a:r>
              <a:rPr lang="en-US" altLang="en-US" sz="1200"/>
              <a:t> </a:t>
            </a:r>
          </a:p>
        </p:txBody>
      </p:sp>
      <p:sp>
        <p:nvSpPr>
          <p:cNvPr id="100355"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100356" name="Rectangle 2"/>
          <p:cNvSpPr>
            <a:spLocks noGrp="1" noRot="1" noChangeAspect="1" noChangeArrowheads="1" noTextEdit="1"/>
          </p:cNvSpPr>
          <p:nvPr>
            <p:ph type="sldImg"/>
          </p:nvPr>
        </p:nvSpPr>
        <p:spPr>
          <a:xfrm>
            <a:off x="1535113" y="906463"/>
            <a:ext cx="5464175" cy="3784600"/>
          </a:xfrm>
          <a:ln/>
        </p:spPr>
      </p:sp>
      <p:sp>
        <p:nvSpPr>
          <p:cNvPr id="100357"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100358"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miter lim="800000"/>
            <a:headEnd/>
            <a:tailEnd/>
          </a:ln>
        </p:spPr>
        <p:txBody>
          <a:bodyPr/>
          <a:lstStyle/>
          <a:p>
            <a:r>
              <a:rPr lang="en-US" altLang="en-US"/>
              <a:t>Page 03-</a:t>
            </a:r>
            <a:fld id="{274E9D23-7304-47A7-B7E0-769F0117AF81}" type="slidenum">
              <a:rPr lang="en-US" altLang="en-US"/>
              <a:pPr/>
              <a:t>33</a:t>
            </a:fld>
            <a:r>
              <a:rPr lang="en-US" altLang="en-US" sz="1200"/>
              <a:t> </a:t>
            </a:r>
          </a:p>
        </p:txBody>
      </p:sp>
      <p:sp>
        <p:nvSpPr>
          <p:cNvPr id="106499"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106500" name="Rectangle 2"/>
          <p:cNvSpPr>
            <a:spLocks noGrp="1" noRot="1" noChangeAspect="1" noChangeArrowheads="1" noTextEdit="1"/>
          </p:cNvSpPr>
          <p:nvPr>
            <p:ph type="sldImg"/>
          </p:nvPr>
        </p:nvSpPr>
        <p:spPr>
          <a:xfrm>
            <a:off x="1535113" y="906463"/>
            <a:ext cx="5464175" cy="3784600"/>
          </a:xfrm>
          <a:ln/>
        </p:spPr>
      </p:sp>
      <p:sp>
        <p:nvSpPr>
          <p:cNvPr id="106501"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106502"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miter lim="800000"/>
            <a:headEnd/>
            <a:tailEnd/>
          </a:ln>
        </p:spPr>
        <p:txBody>
          <a:bodyPr/>
          <a:lstStyle/>
          <a:p>
            <a:r>
              <a:rPr lang="en-US" altLang="en-US"/>
              <a:t>Page 03-</a:t>
            </a:r>
            <a:fld id="{88DA9880-E3F4-42FD-B61B-1E60D91F874A}" type="slidenum">
              <a:rPr lang="en-US" altLang="en-US"/>
              <a:pPr/>
              <a:t>34</a:t>
            </a:fld>
            <a:r>
              <a:rPr lang="en-US" altLang="en-US" sz="1200"/>
              <a:t> </a:t>
            </a:r>
          </a:p>
        </p:txBody>
      </p:sp>
      <p:sp>
        <p:nvSpPr>
          <p:cNvPr id="107523"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107524" name="Rectangle 2"/>
          <p:cNvSpPr>
            <a:spLocks noGrp="1" noRot="1" noChangeAspect="1" noChangeArrowheads="1" noTextEdit="1"/>
          </p:cNvSpPr>
          <p:nvPr>
            <p:ph type="sldImg"/>
          </p:nvPr>
        </p:nvSpPr>
        <p:spPr>
          <a:xfrm>
            <a:off x="1535113" y="906463"/>
            <a:ext cx="5464175" cy="3784600"/>
          </a:xfrm>
          <a:ln/>
        </p:spPr>
      </p:sp>
      <p:sp>
        <p:nvSpPr>
          <p:cNvPr id="107525"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107526"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miter lim="800000"/>
            <a:headEnd/>
            <a:tailEnd/>
          </a:ln>
        </p:spPr>
        <p:txBody>
          <a:bodyPr/>
          <a:lstStyle/>
          <a:p>
            <a:r>
              <a:rPr lang="en-US" altLang="en-US"/>
              <a:t>Page 03-</a:t>
            </a:r>
            <a:fld id="{770D5DB3-1486-49B0-92C0-6451FF5762D6}" type="slidenum">
              <a:rPr lang="en-US" altLang="en-US"/>
              <a:pPr/>
              <a:t>35</a:t>
            </a:fld>
            <a:r>
              <a:rPr lang="en-US" altLang="en-US" sz="1200"/>
              <a:t> </a:t>
            </a:r>
          </a:p>
        </p:txBody>
      </p:sp>
      <p:sp>
        <p:nvSpPr>
          <p:cNvPr id="108547"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108548" name="Rectangle 2"/>
          <p:cNvSpPr>
            <a:spLocks noGrp="1" noRot="1" noChangeAspect="1" noChangeArrowheads="1" noTextEdit="1"/>
          </p:cNvSpPr>
          <p:nvPr>
            <p:ph type="sldImg"/>
          </p:nvPr>
        </p:nvSpPr>
        <p:spPr>
          <a:xfrm>
            <a:off x="1535113" y="906463"/>
            <a:ext cx="5464175" cy="3784600"/>
          </a:xfrm>
          <a:ln/>
        </p:spPr>
      </p:sp>
      <p:sp>
        <p:nvSpPr>
          <p:cNvPr id="108549"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108550"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miter lim="800000"/>
            <a:headEnd/>
            <a:tailEnd/>
          </a:ln>
        </p:spPr>
        <p:txBody>
          <a:bodyPr/>
          <a:lstStyle/>
          <a:p>
            <a:r>
              <a:rPr lang="en-US" altLang="en-US"/>
              <a:t>Page 03-</a:t>
            </a:r>
            <a:fld id="{7EA42DF0-7322-4719-9B24-4115A919982D}" type="slidenum">
              <a:rPr lang="en-US" altLang="en-US"/>
              <a:pPr/>
              <a:t>36</a:t>
            </a:fld>
            <a:r>
              <a:rPr lang="en-US" altLang="en-US" sz="1200"/>
              <a:t> </a:t>
            </a:r>
          </a:p>
        </p:txBody>
      </p:sp>
      <p:sp>
        <p:nvSpPr>
          <p:cNvPr id="109571" name="Rectangle 12"/>
          <p:cNvSpPr>
            <a:spLocks noGrp="1" noChangeArrowheads="1"/>
          </p:cNvSpPr>
          <p:nvPr>
            <p:ph type="hdr" sz="quarter"/>
          </p:nvPr>
        </p:nvSpPr>
        <p:spPr>
          <a:noFill/>
          <a:ln>
            <a:miter lim="800000"/>
            <a:headEnd/>
            <a:tailEnd/>
          </a:ln>
        </p:spPr>
        <p:txBody>
          <a:bodyPr/>
          <a:lstStyle/>
          <a:p>
            <a:r>
              <a:rPr lang="en-US" altLang="en-US"/>
              <a:t>Cognos 8	Query Studio</a:t>
            </a:r>
          </a:p>
        </p:txBody>
      </p:sp>
      <p:sp>
        <p:nvSpPr>
          <p:cNvPr id="109572" name="Rectangle 2"/>
          <p:cNvSpPr>
            <a:spLocks noGrp="1" noRot="1" noChangeAspect="1" noChangeArrowheads="1" noTextEdit="1"/>
          </p:cNvSpPr>
          <p:nvPr>
            <p:ph type="sldImg"/>
          </p:nvPr>
        </p:nvSpPr>
        <p:spPr>
          <a:xfrm>
            <a:off x="1535113" y="906463"/>
            <a:ext cx="5464175" cy="3784600"/>
          </a:xfrm>
          <a:ln/>
        </p:spPr>
      </p:sp>
      <p:sp>
        <p:nvSpPr>
          <p:cNvPr id="109573" name="Rectangle 3"/>
          <p:cNvSpPr>
            <a:spLocks noGrp="1" noChangeArrowheads="1"/>
          </p:cNvSpPr>
          <p:nvPr>
            <p:ph type="body" idx="1"/>
          </p:nvPr>
        </p:nvSpPr>
        <p:spPr>
          <a:xfrm>
            <a:off x="1963773" y="4937125"/>
            <a:ext cx="4607313" cy="4280556"/>
          </a:xfrm>
          <a:noFill/>
        </p:spPr>
        <p:txBody>
          <a:bodyPr/>
          <a:lstStyle/>
          <a:p>
            <a:pPr eaLnBrk="1" hangingPunct="1"/>
            <a:endParaRPr lang="en-US" altLang="en-US" smtClean="0"/>
          </a:p>
        </p:txBody>
      </p:sp>
      <p:sp>
        <p:nvSpPr>
          <p:cNvPr id="109574" name="Text Box 4"/>
          <p:cNvSpPr txBox="1">
            <a:spLocks noChangeArrowheads="1"/>
          </p:cNvSpPr>
          <p:nvPr/>
        </p:nvSpPr>
        <p:spPr bwMode="auto">
          <a:xfrm>
            <a:off x="151059" y="1398853"/>
            <a:ext cx="1661654" cy="246221"/>
          </a:xfrm>
          <a:prstGeom prst="rect">
            <a:avLst/>
          </a:prstGeom>
          <a:noFill/>
          <a:ln w="9525">
            <a:noFill/>
            <a:miter lim="800000"/>
            <a:headEnd/>
            <a:tailEnd/>
          </a:ln>
          <a:effectLst/>
        </p:spPr>
        <p:txBody>
          <a:bodyPr>
            <a:spAutoFit/>
          </a:bodyPr>
          <a:lstStyle/>
          <a:p>
            <a:r>
              <a:rPr lang="en-US" altLang="en-US" sz="1000">
                <a:latin typeface="Trebuchet MS" pitchFamily="34" charset="0"/>
              </a:rPr>
              <a:t>None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1E7D22E-2FCF-4181-8686-08BDCDF94062}" type="slidenum">
              <a:rPr lang="en-US" smtClean="0"/>
              <a:pPr/>
              <a:t>38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1.xml"/><Relationship Id="rId7" Type="http://schemas.openxmlformats.org/officeDocument/2006/relationships/image" Target="../media/image3.jpeg"/><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3.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15.xml"/><Relationship Id="rId7" Type="http://schemas.openxmlformats.org/officeDocument/2006/relationships/image" Target="../media/image5.jpeg"/><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9.xml"/><Relationship Id="rId7" Type="http://schemas.openxmlformats.org/officeDocument/2006/relationships/image" Target="../media/image6.jpeg"/><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21.xml"/><Relationship Id="rId10" Type="http://schemas.openxmlformats.org/officeDocument/2006/relationships/image" Target="../media/image2.png"/><Relationship Id="rId4" Type="http://schemas.openxmlformats.org/officeDocument/2006/relationships/tags" Target="../tags/tag20.xml"/><Relationship Id="rId9"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5.v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7.png"/><Relationship Id="rId4" Type="http://schemas.openxmlformats.org/officeDocument/2006/relationships/tags" Target="../tags/tag24.xml"/><Relationship Id="rId9"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emf"/><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1.xml"/><Relationship Id="rId7" Type="http://schemas.openxmlformats.org/officeDocument/2006/relationships/oleObject" Target="../embeddings/oleObject7.bin"/><Relationship Id="rId2" Type="http://schemas.openxmlformats.org/officeDocument/2006/relationships/tags" Target="../tags/tag30.xml"/><Relationship Id="rId1" Type="http://schemas.openxmlformats.org/officeDocument/2006/relationships/vmlDrawing" Target="../drawings/vmlDrawing7.vml"/><Relationship Id="rId6" Type="http://schemas.openxmlformats.org/officeDocument/2006/relationships/slideMaster" Target="../slideMasters/slideMaster1.xml"/><Relationship Id="rId5" Type="http://schemas.openxmlformats.org/officeDocument/2006/relationships/tags" Target="../tags/tag33.xml"/><Relationship Id="rId4" Type="http://schemas.openxmlformats.org/officeDocument/2006/relationships/tags" Target="../tags/tag32.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5.xml"/><Relationship Id="rId7" Type="http://schemas.openxmlformats.org/officeDocument/2006/relationships/oleObject" Target="../embeddings/oleObject8.bin"/><Relationship Id="rId2" Type="http://schemas.openxmlformats.org/officeDocument/2006/relationships/tags" Target="../tags/tag34.xml"/><Relationship Id="rId1" Type="http://schemas.openxmlformats.org/officeDocument/2006/relationships/vmlDrawing" Target="../drawings/vmlDrawing8.vml"/><Relationship Id="rId6" Type="http://schemas.openxmlformats.org/officeDocument/2006/relationships/slideMaster" Target="../slideMasters/slideMaster1.xml"/><Relationship Id="rId5" Type="http://schemas.openxmlformats.org/officeDocument/2006/relationships/tags" Target="../tags/tag37.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vmlDrawing" Target="../drawings/vmlDrawing9.v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emf"/><Relationship Id="rId4" Type="http://schemas.openxmlformats.org/officeDocument/2006/relationships/tags" Target="../tags/tag40.xml"/><Relationship Id="rId9"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58.xml"/><Relationship Id="rId7" Type="http://schemas.openxmlformats.org/officeDocument/2006/relationships/image" Target="../media/image13.png"/><Relationship Id="rId2" Type="http://schemas.openxmlformats.org/officeDocument/2006/relationships/tags" Target="../tags/tag57.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5.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60.xml"/><Relationship Id="rId7" Type="http://schemas.openxmlformats.org/officeDocument/2006/relationships/image" Target="../media/image13.png"/><Relationship Id="rId2" Type="http://schemas.openxmlformats.org/officeDocument/2006/relationships/tags" Target="../tags/tag59.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1.emf"/><Relationship Id="rId2" Type="http://schemas.openxmlformats.org/officeDocument/2006/relationships/tags" Target="../tags/tag63.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image" Target="../media/image3.jpeg"/><Relationship Id="rId4"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1.emf"/><Relationship Id="rId2" Type="http://schemas.openxmlformats.org/officeDocument/2006/relationships/tags" Target="../tags/tag65.xml"/><Relationship Id="rId1" Type="http://schemas.openxmlformats.org/officeDocument/2006/relationships/vmlDrawing" Target="../drawings/vmlDrawing19.vml"/><Relationship Id="rId6" Type="http://schemas.openxmlformats.org/officeDocument/2006/relationships/oleObject" Target="../embeddings/oleObject19.bin"/><Relationship Id="rId5" Type="http://schemas.openxmlformats.org/officeDocument/2006/relationships/image" Target="../media/image14.jpeg"/><Relationship Id="rId4"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1.emf"/><Relationship Id="rId2" Type="http://schemas.openxmlformats.org/officeDocument/2006/relationships/tags" Target="../tags/tag67.xml"/><Relationship Id="rId1" Type="http://schemas.openxmlformats.org/officeDocument/2006/relationships/vmlDrawing" Target="../drawings/vmlDrawing20.vml"/><Relationship Id="rId6" Type="http://schemas.openxmlformats.org/officeDocument/2006/relationships/oleObject" Target="../embeddings/oleObject20.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0" name="Image 5"/>
          <p:cNvPicPr>
            <a:picLocks noChangeAspect="1"/>
          </p:cNvPicPr>
          <p:nvPr userDrawn="1"/>
        </p:nvPicPr>
        <p:blipFill rotWithShape="1">
          <a:blip r:embed="rId7"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11" name="Rectangle 10"/>
          <p:cNvSpPr/>
          <p:nvPr userDrawn="1"/>
        </p:nvSpPr>
        <p:spPr>
          <a:xfrm rot="10800000">
            <a:off x="-2" y="5388769"/>
            <a:ext cx="5895975" cy="1473606"/>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4906"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4133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41342"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4510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t="1404"/>
          <a:stretch/>
        </p:blipFill>
        <p:spPr>
          <a:xfrm>
            <a:off x="-2054" y="79513"/>
            <a:ext cx="9908054" cy="6778487"/>
          </a:xfrm>
          <a:prstGeom prst="rect">
            <a:avLst/>
          </a:prstGeom>
          <a:noFill/>
          <a:ln>
            <a:noFill/>
          </a:ln>
        </p:spPr>
      </p:pic>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2655" name="think-cell Slide" r:id="rId8" imgW="360" imgH="360" progId="">
                  <p:embed/>
                </p:oleObj>
              </mc:Choice>
              <mc:Fallback>
                <p:oleObj name="think-cell Slide" r:id="rId8" imgW="360" imgH="360" progId="">
                  <p:embed/>
                  <p:pic>
                    <p:nvPicPr>
                      <p:cNvPr id="0" name="Picture 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4951973" y="3008823"/>
            <a:ext cx="4612715" cy="724977"/>
          </a:xfrm>
          <a:effectLst>
            <a:outerShdw blurRad="25400" dist="12700" dir="2700000" algn="tl" rotWithShape="0">
              <a:prstClr val="black">
                <a:alpha val="40000"/>
              </a:prstClr>
            </a:outerShdw>
          </a:effectLst>
        </p:spPr>
        <p:txBody>
          <a:bodyPr lIns="0" tIns="33059" rIns="0" bIns="33059" anchor="ctr"/>
          <a:lstStyle>
            <a:lvl1pPr algn="r">
              <a:lnSpc>
                <a:spcPct val="100000"/>
              </a:lnSpc>
              <a:defRPr sz="2800" b="0">
                <a:solidFill>
                  <a:schemeClr val="bg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5410200" y="3733800"/>
            <a:ext cx="4154488" cy="381000"/>
          </a:xfrm>
          <a:effectLst>
            <a:outerShdw blurRad="12700" dist="12700" dir="2700000" sx="133000" sy="133000" algn="tl" rotWithShape="0">
              <a:schemeClr val="bg1">
                <a:alpha val="80000"/>
              </a:schemeClr>
            </a:outerShdw>
          </a:effectLst>
        </p:spPr>
        <p:txBody>
          <a:bodyPr lIns="0" tIns="33059" rIns="0" bIns="33059" anchor="ctr"/>
          <a:lstStyle>
            <a:lvl1pPr marL="0" indent="0" algn="r">
              <a:lnSpc>
                <a:spcPct val="100000"/>
              </a:lnSpc>
              <a:buNone/>
              <a:defRPr sz="1800" b="0">
                <a:solidFill>
                  <a:schemeClr val="accent2">
                    <a:lumMod val="60000"/>
                    <a:lumOff val="40000"/>
                  </a:schemeClr>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0" name="Rectangle 9"/>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26972392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a:stretch/>
        </p:blipFill>
        <p:spPr>
          <a:xfrm>
            <a:off x="0" y="1334528"/>
            <a:ext cx="9906483" cy="5523472"/>
          </a:xfrm>
          <a:prstGeom prst="rect">
            <a:avLst/>
          </a:prstGeom>
          <a:noFill/>
          <a:ln>
            <a:noFill/>
          </a:ln>
        </p:spPr>
      </p:pic>
      <p:sp>
        <p:nvSpPr>
          <p:cNvPr id="11" name="Rectangle 10"/>
          <p:cNvSpPr/>
          <p:nvPr userDrawn="1"/>
        </p:nvSpPr>
        <p:spPr>
          <a:xfrm rot="10800000">
            <a:off x="-3" y="5381624"/>
            <a:ext cx="5895975" cy="1476375"/>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3681" name="think-cell Slide" r:id="rId8" imgW="360" imgH="360" progId="">
                  <p:embed/>
                </p:oleObj>
              </mc:Choice>
              <mc:Fallback>
                <p:oleObj name="think-cell Slide" r:id="rId8" imgW="360" imgH="360" progId="">
                  <p:embed/>
                  <p:pic>
                    <p:nvPicPr>
                      <p:cNvPr id="0" name="Picture 6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6"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userDrawn="1"/>
        </p:nvSpPr>
        <p:spPr>
          <a:xfrm>
            <a:off x="6629400" y="5964783"/>
            <a:ext cx="2585072" cy="218008"/>
          </a:xfrm>
          <a:prstGeom prst="rect">
            <a:avLst/>
          </a:prstGeom>
          <a:effectLst>
            <a:outerShdw blurRad="38100" dist="12700" dir="2700000" algn="tl" rotWithShape="0">
              <a:schemeClr val="bg1">
                <a:alpha val="50000"/>
              </a:schemeClr>
            </a:outerShdw>
          </a:effectLst>
        </p:spPr>
        <p:txBody>
          <a:bodyPr wrap="square" lIns="0" tIns="0" rIns="0" bIns="0">
            <a:spAutoFit/>
          </a:bodyPr>
          <a:lstStyle/>
          <a:p>
            <a:pPr algn="r">
              <a:lnSpc>
                <a:spcPts val="1700"/>
              </a:lnSpc>
            </a:pPr>
            <a:r>
              <a:rPr lang="en-US" sz="1800" b="1" kern="1100" spc="0" baseline="0" dirty="0" smtClean="0">
                <a:solidFill>
                  <a:schemeClr val="accent6"/>
                </a:solidFill>
                <a:latin typeface="Arial Narrow" pitchFamily="34" charset="0"/>
                <a:ea typeface="+mn-ea"/>
                <a:cs typeface="+mn-cs"/>
              </a:rPr>
              <a:t>Learning and </a:t>
            </a: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6781800" y="6214646"/>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r"/>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307273605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9786"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solidFill>
                  <a:schemeClr val="accent2"/>
                </a:solidFill>
              </a:defRPr>
            </a:lvl1pPr>
          </a:lstStyle>
          <a:p>
            <a:r>
              <a:rPr lang="en-US" dirty="0" smtClean="0"/>
              <a:t>Click to edit Master title style</a:t>
            </a:r>
            <a:endParaRPr lang="en-US" dirty="0"/>
          </a:p>
        </p:txBody>
      </p:sp>
      <p:cxnSp>
        <p:nvCxnSpPr>
          <p:cNvPr id="10" name="Straight Connector 5"/>
          <p:cNvCxnSpPr/>
          <p:nvPr userDrawn="1">
            <p:custDataLst>
              <p:tags r:id="rId4"/>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nvGrpSpPr>
          <p:cNvPr id="16" name="Group 15"/>
          <p:cNvGrpSpPr/>
          <p:nvPr userDrawn="1"/>
        </p:nvGrpSpPr>
        <p:grpSpPr>
          <a:xfrm>
            <a:off x="2057400" y="957738"/>
            <a:ext cx="183356" cy="186929"/>
            <a:chOff x="3948113" y="3393281"/>
            <a:chExt cx="183356" cy="186929"/>
          </a:xfrm>
        </p:grpSpPr>
        <p:sp>
          <p:nvSpPr>
            <p:cNvPr id="18" name="Rectangle 17"/>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19" name="Rectangle 18"/>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0" name="Group 19"/>
          <p:cNvGrpSpPr/>
          <p:nvPr userDrawn="1"/>
        </p:nvGrpSpPr>
        <p:grpSpPr>
          <a:xfrm>
            <a:off x="3810000" y="5931502"/>
            <a:ext cx="183356" cy="186929"/>
            <a:chOff x="4191000" y="3876277"/>
            <a:chExt cx="183356" cy="186929"/>
          </a:xfrm>
        </p:grpSpPr>
        <p:sp>
          <p:nvSpPr>
            <p:cNvPr id="21" name="Rectangle 20"/>
            <p:cNvSpPr/>
            <p:nvPr userDrawn="1"/>
          </p:nvSpPr>
          <p:spPr bwMode="auto">
            <a:xfrm>
              <a:off x="4191000" y="3970337"/>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2" name="Rectangle 21"/>
            <p:cNvSpPr/>
            <p:nvPr userDrawn="1"/>
          </p:nvSpPr>
          <p:spPr bwMode="auto">
            <a:xfrm>
              <a:off x="4281487" y="3876277"/>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23" name="Rectangle 22"/>
          <p:cNvSpPr/>
          <p:nvPr userDrawn="1"/>
        </p:nvSpPr>
        <p:spPr bwMode="auto">
          <a:xfrm>
            <a:off x="8686800" y="1752600"/>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4" name="Rectangle 23"/>
          <p:cNvSpPr/>
          <p:nvPr userDrawn="1"/>
        </p:nvSpPr>
        <p:spPr bwMode="auto">
          <a:xfrm>
            <a:off x="9440444" y="6209864"/>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25" name="Group 24"/>
          <p:cNvGrpSpPr/>
          <p:nvPr userDrawn="1"/>
        </p:nvGrpSpPr>
        <p:grpSpPr>
          <a:xfrm>
            <a:off x="7269956" y="5201670"/>
            <a:ext cx="183356" cy="186929"/>
            <a:chOff x="4622005" y="3393281"/>
            <a:chExt cx="183356" cy="186929"/>
          </a:xfrm>
        </p:grpSpPr>
        <p:sp>
          <p:nvSpPr>
            <p:cNvPr id="26" name="Rectangle 25"/>
            <p:cNvSpPr/>
            <p:nvPr userDrawn="1"/>
          </p:nvSpPr>
          <p:spPr bwMode="auto">
            <a:xfrm>
              <a:off x="4622005" y="3487341"/>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7" name="Rectangle 26"/>
            <p:cNvSpPr/>
            <p:nvPr userDrawn="1"/>
          </p:nvSpPr>
          <p:spPr bwMode="auto">
            <a:xfrm>
              <a:off x="4712492" y="3393281"/>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8" name="Group 27"/>
          <p:cNvGrpSpPr/>
          <p:nvPr userDrawn="1"/>
        </p:nvGrpSpPr>
        <p:grpSpPr>
          <a:xfrm>
            <a:off x="9486878" y="3025376"/>
            <a:ext cx="183356" cy="186929"/>
            <a:chOff x="3948113" y="3393281"/>
            <a:chExt cx="183356" cy="186929"/>
          </a:xfrm>
        </p:grpSpPr>
        <p:sp>
          <p:nvSpPr>
            <p:cNvPr id="29" name="Rectangle 28"/>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0" name="Rectangle 29"/>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31" name="Rectangle 30"/>
          <p:cNvSpPr/>
          <p:nvPr userDrawn="1"/>
        </p:nvSpPr>
        <p:spPr bwMode="auto">
          <a:xfrm>
            <a:off x="9346861" y="4196384"/>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32" name="Group 31"/>
          <p:cNvGrpSpPr/>
          <p:nvPr userDrawn="1"/>
        </p:nvGrpSpPr>
        <p:grpSpPr>
          <a:xfrm>
            <a:off x="8382000" y="3165871"/>
            <a:ext cx="183356" cy="186929"/>
            <a:chOff x="5548313" y="3134916"/>
            <a:chExt cx="183356" cy="186929"/>
          </a:xfrm>
        </p:grpSpPr>
        <p:sp>
          <p:nvSpPr>
            <p:cNvPr id="33" name="Rectangle 32"/>
            <p:cNvSpPr/>
            <p:nvPr userDrawn="1"/>
          </p:nvSpPr>
          <p:spPr bwMode="auto">
            <a:xfrm>
              <a:off x="5548313" y="3228976"/>
              <a:ext cx="92869" cy="92869"/>
            </a:xfrm>
            <a:prstGeom prst="rect">
              <a:avLst/>
            </a:prstGeom>
            <a:solidFill>
              <a:schemeClr val="accent2">
                <a:lumMod val="20000"/>
                <a:lumOff val="8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4" name="Rectangle 33"/>
            <p:cNvSpPr/>
            <p:nvPr userDrawn="1"/>
          </p:nvSpPr>
          <p:spPr bwMode="auto">
            <a:xfrm>
              <a:off x="5638800" y="3134916"/>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cxnSp>
        <p:nvCxnSpPr>
          <p:cNvPr id="35" name="Straight Connector 5"/>
          <p:cNvCxnSpPr/>
          <p:nvPr userDrawn="1">
            <p:custDataLst>
              <p:tags r:id="rId5"/>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36" name="Picture 68" descr="D:\Users\bkp\My Work\GSLs\TEMPLATES\I&amp;D\FINAL\04-17\Pyramid.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305800" y="5222873"/>
            <a:ext cx="879232" cy="80209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p:cNvSpPr>
            <a:spLocks noGrp="1"/>
          </p:cNvSpPr>
          <p:nvPr userDrawn="1">
            <p:ph sz="quarter" idx="10"/>
            <p:custDataLst>
              <p:tags r:id="rId6"/>
            </p:custDataLst>
          </p:nvPr>
        </p:nvSpPr>
        <p:spPr>
          <a:xfrm>
            <a:off x="341313" y="1255713"/>
            <a:ext cx="8896350" cy="3196515"/>
          </a:xfrm>
        </p:spPr>
        <p:txBody>
          <a:bodyPr lIns="91440"/>
          <a:lstStyle>
            <a:lvl1pPr marL="228600" indent="-228600">
              <a:spcAft>
                <a:spcPts val="1200"/>
              </a:spcAft>
              <a:buClr>
                <a:schemeClr val="accent2"/>
              </a:buClr>
              <a:defRPr>
                <a:solidFill>
                  <a:schemeClr val="tx1"/>
                </a:solidFill>
              </a:defRPr>
            </a:lvl1pPr>
            <a:lvl2pPr marL="457200" indent="-228600">
              <a:spcAft>
                <a:spcPts val="1200"/>
              </a:spcAft>
              <a:buClr>
                <a:schemeClr val="accent2"/>
              </a:buClr>
              <a:defRPr>
                <a:solidFill>
                  <a:schemeClr val="tx1"/>
                </a:solidFill>
              </a:defRPr>
            </a:lvl2pPr>
            <a:lvl3pPr marL="685800" indent="-228600">
              <a:spcAft>
                <a:spcPts val="1200"/>
              </a:spcAft>
              <a:buClr>
                <a:schemeClr val="accent2"/>
              </a:buClr>
              <a:defRPr>
                <a:solidFill>
                  <a:schemeClr val="tx1"/>
                </a:solidFill>
              </a:defRPr>
            </a:lvl3pPr>
            <a:lvl4pPr>
              <a:buClr>
                <a:schemeClr val="accent2"/>
              </a:buClr>
              <a:defRPr>
                <a:solidFill>
                  <a:schemeClr val="tx1"/>
                </a:solidFill>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extLst>
      <p:ext uri="{BB962C8B-B14F-4D97-AF65-F5344CB8AC3E}">
        <p14:creationId xmlns:p14="http://schemas.microsoft.com/office/powerpoint/2010/main" val="253503983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8844" name="think-cell Slide" r:id="rId6" imgW="360" imgH="360" progId="">
                  <p:embed/>
                </p:oleObj>
              </mc:Choice>
              <mc:Fallback>
                <p:oleObj name="think-cell Slide" r:id="rId6" imgW="360" imgH="360" progId="">
                  <p:embed/>
                  <p:pic>
                    <p:nvPicPr>
                      <p:cNvPr id="0" name="Picture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p:custDataLst>
              <p:tags r:id="rId4"/>
            </p:custDataLst>
          </p:nvPr>
        </p:nvSpPr>
        <p:spPr>
          <a:xfrm>
            <a:off x="341313" y="1255713"/>
            <a:ext cx="9223375" cy="5011737"/>
          </a:xfrm>
        </p:spPr>
        <p:txBody>
          <a:bodyPr/>
          <a:lstStyle>
            <a:lvl1pPr>
              <a:defRPr b="0"/>
            </a:lvl1pPr>
            <a:lvl2pPr marL="457200" indent="-228600">
              <a:defRPr/>
            </a:lvl2pPr>
            <a:lvl3pPr marL="685800" indent="-228600">
              <a:defRPr/>
            </a:lvl3pPr>
            <a:lvl4pPr>
              <a:defRPr/>
            </a:lvl4pPr>
            <a:lvl5pPr>
              <a:buNone/>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9868" name="think-cell Slide" r:id="rId7" imgW="360" imgH="360" progId="">
                  <p:embed/>
                </p:oleObj>
              </mc:Choice>
              <mc:Fallback>
                <p:oleObj name="think-cell Slide" r:id="rId7" imgW="360" imgH="360" progId="">
                  <p:embed/>
                  <p:pic>
                    <p:nvPicPr>
                      <p:cNvPr id="0" name="Picture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smtClean="0"/>
              <a:t>Click to edit Master title style</a:t>
            </a:r>
            <a:endParaRPr lang="en-US" dirty="0"/>
          </a:p>
        </p:txBody>
      </p:sp>
      <p:sp>
        <p:nvSpPr>
          <p:cNvPr id="3" name="Content Placeholder 2"/>
          <p:cNvSpPr>
            <a:spLocks noGrp="1"/>
          </p:cNvSpPr>
          <p:nvPr>
            <p:ph idx="1"/>
            <p:custDataLst>
              <p:tags r:id="rId4"/>
            </p:custDataLst>
          </p:nvPr>
        </p:nvSpPr>
        <p:spPr>
          <a:xfrm>
            <a:off x="341313" y="1828800"/>
            <a:ext cx="9223376" cy="4438649"/>
          </a:xfrm>
        </p:spPr>
        <p:txBody>
          <a:bodyPr/>
          <a:lstStyle>
            <a:lvl1pPr>
              <a:defRPr b="0"/>
            </a:lvl1pPr>
            <a:lvl2pPr marL="457200" indent="-223838">
              <a:defRPr/>
            </a:lvl2pPr>
            <a:lvl3pPr>
              <a:defRPr/>
            </a:lvl3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8" name="Espace réservé du texte 7"/>
          <p:cNvSpPr>
            <a:spLocks noGrp="1"/>
          </p:cNvSpPr>
          <p:nvPr>
            <p:ph type="body" sz="quarter" idx="11"/>
            <p:custDataLst>
              <p:tags r:id="rId5"/>
            </p:custDataLst>
          </p:nvPr>
        </p:nvSpPr>
        <p:spPr>
          <a:xfrm>
            <a:off x="341313" y="1255713"/>
            <a:ext cx="9223376" cy="548640"/>
          </a:xfrm>
        </p:spPr>
        <p:txBody>
          <a:bodyPr/>
          <a:lstStyle>
            <a:lvl1pPr marL="0" indent="0">
              <a:buNone/>
              <a:defRPr sz="2000" b="1">
                <a:solidFill>
                  <a:srgbClr val="E47E1A"/>
                </a:solidFil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3963" name="think-cell Slide" r:id="rId7" imgW="360" imgH="360" progId="">
                  <p:embed/>
                </p:oleObj>
              </mc:Choice>
              <mc:Fallback>
                <p:oleObj name="think-cell Slide" r:id="rId7" imgW="360" imgH="360" progId="">
                  <p:embed/>
                  <p:pic>
                    <p:nvPicPr>
                      <p:cNvPr id="0"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255713"/>
            <a:ext cx="4487862" cy="4993230"/>
          </a:xfrm>
        </p:spPr>
        <p:txBody>
          <a:bodyPr/>
          <a:lstStyle>
            <a:lvl1pPr>
              <a:defRPr/>
            </a:lvl1pPr>
            <a:lvl2pPr marL="457200" indent="-228600">
              <a:defRPr/>
            </a:lvl2pPr>
            <a:lvl3pPr marL="685800" indent="-228600">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255713"/>
            <a:ext cx="4487863" cy="5011737"/>
          </a:xfrm>
        </p:spPr>
        <p:txBody>
          <a:bodyPr/>
          <a:lstStyle>
            <a:lvl1pPr>
              <a:defRPr/>
            </a:lvl1pPr>
            <a:lvl2pPr marL="457200" indent="-228600">
              <a:defRPr/>
            </a:lvl2pPr>
            <a:lvl3pPr>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2939" name="think-cell Slide" r:id="rId9" imgW="360" imgH="360" progId="">
                  <p:embed/>
                </p:oleObj>
              </mc:Choice>
              <mc:Fallback>
                <p:oleObj name="think-cell Slide" r:id="rId9" imgW="360" imgH="360" progId="">
                  <p:embed/>
                  <p:pic>
                    <p:nvPicPr>
                      <p:cNvPr id="0" name="Picture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828800"/>
            <a:ext cx="4487862" cy="4438649"/>
          </a:xfrm>
        </p:spPr>
        <p:txBody>
          <a:bodyPr/>
          <a:lstStyle>
            <a:lvl1pPr>
              <a:defRPr sz="2000"/>
            </a:lvl1pPr>
            <a:lvl2pPr>
              <a:defRPr sz="1800"/>
            </a:lvl2pPr>
            <a:lvl3pPr>
              <a:defRPr sz="1600"/>
            </a:lvl3pPr>
            <a:lvl4pPr>
              <a:defRPr sz="14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828800"/>
            <a:ext cx="4487863" cy="4438649"/>
          </a:xfrm>
        </p:spPr>
        <p:txBody>
          <a:bodyPr/>
          <a:lstStyle>
            <a:lvl1pPr>
              <a:defRPr sz="2000"/>
            </a:lvl1pPr>
            <a:lvl2pPr>
              <a:defRPr sz="1800"/>
            </a:lvl2pPr>
            <a:lvl3pPr>
              <a:defRPr sz="1600"/>
            </a:lvl3pPr>
            <a:lvl4pPr>
              <a:defRPr sz="13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7" name="Espace réservé du texte 6"/>
          <p:cNvSpPr>
            <a:spLocks noGrp="1"/>
          </p:cNvSpPr>
          <p:nvPr>
            <p:ph type="body" sz="quarter" idx="12" hasCustomPrompt="1"/>
            <p:custDataLst>
              <p:tags r:id="rId6"/>
            </p:custDataLst>
          </p:nvPr>
        </p:nvSpPr>
        <p:spPr>
          <a:xfrm>
            <a:off x="341313" y="1255713"/>
            <a:ext cx="4487862"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vl5pPr>
              <a:buNone/>
              <a:defRPr/>
            </a:lvl5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5076825" y="1255713"/>
            <a:ext cx="4487863"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1914" name="think-cell Slide" r:id="rId5" imgW="360" imgH="360" progId="">
                  <p:embed/>
                </p:oleObj>
              </mc:Choice>
              <mc:Fallback>
                <p:oleObj name="think-cell Slide" r:id="rId5" imgW="360" imgH="360" progId="">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76858" name="think-cell Slide" r:id="rId4" imgW="360" imgH="360" progId="">
                  <p:embed/>
                </p:oleObj>
              </mc:Choice>
              <mc:Fallback>
                <p:oleObj name="think-cell Slide" r:id="rId4" imgW="360" imgH="360" progId="">
                  <p:embed/>
                  <p:pic>
                    <p:nvPicPr>
                      <p:cNvPr id="0"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One column slide - blue">
    <p:spTree>
      <p:nvGrpSpPr>
        <p:cNvPr id="1" name=""/>
        <p:cNvGrpSpPr/>
        <p:nvPr/>
      </p:nvGrpSpPr>
      <p:grpSpPr>
        <a:xfrm>
          <a:off x="0" y="0"/>
          <a:ext cx="0" cy="0"/>
          <a:chOff x="0" y="0"/>
          <a:chExt cx="0" cy="0"/>
        </a:xfrm>
      </p:grpSpPr>
      <p:sp>
        <p:nvSpPr>
          <p:cNvPr id="2" name="Titre 1"/>
          <p:cNvSpPr>
            <a:spLocks noGrp="1"/>
          </p:cNvSpPr>
          <p:nvPr>
            <p:ph type="title"/>
          </p:nvPr>
        </p:nvSpPr>
        <p:spPr>
          <a:xfrm>
            <a:off x="360000" y="357166"/>
            <a:ext cx="9126000" cy="369332"/>
          </a:xfrm>
        </p:spPr>
        <p:txBody>
          <a:bodyPr/>
          <a:lstStyle>
            <a:lvl1pPr>
              <a:defRPr>
                <a:solidFill>
                  <a:schemeClr val="accent2"/>
                </a:solidFill>
              </a:defRPr>
            </a:lvl1pPr>
          </a:lstStyle>
          <a:p>
            <a:r>
              <a:rPr lang="en-US" dirty="0" smtClean="0"/>
              <a:t>Click to edit Master title style</a:t>
            </a:r>
            <a:endParaRPr lang="en-US" dirty="0"/>
          </a:p>
        </p:txBody>
      </p:sp>
      <p:sp>
        <p:nvSpPr>
          <p:cNvPr id="3" name="Espace réservé du contenu 2"/>
          <p:cNvSpPr>
            <a:spLocks noGrp="1"/>
          </p:cNvSpPr>
          <p:nvPr>
            <p:ph idx="1"/>
          </p:nvPr>
        </p:nvSpPr>
        <p:spPr>
          <a:xfrm>
            <a:off x="360000" y="1142984"/>
            <a:ext cx="9126000" cy="4977016"/>
          </a:xfrm>
        </p:spPr>
        <p:txBody>
          <a:bodyPr/>
          <a:lstStyle>
            <a:lvl1pPr marL="0">
              <a:buSzPct val="100000"/>
              <a:defRPr>
                <a:solidFill>
                  <a:schemeClr val="tx1"/>
                </a:solidFill>
              </a:defRPr>
            </a:lvl1pPr>
            <a:lvl2pPr>
              <a:defRPr>
                <a:solidFill>
                  <a:schemeClr val="tx1"/>
                </a:solidFill>
              </a:defRPr>
            </a:lvl2pPr>
            <a:lvl3pPr>
              <a:defRPr>
                <a:solidFill>
                  <a:schemeClr val="tx1"/>
                </a:solidFill>
              </a:defRPr>
            </a:lvl3pPr>
          </a:lstStyle>
          <a:p>
            <a:pPr lvl="0"/>
            <a:r>
              <a:rPr lang="en-US" dirty="0" smtClean="0"/>
              <a:t>Click to edit Master text styles</a:t>
            </a:r>
          </a:p>
          <a:p>
            <a:pPr lvl="1"/>
            <a:r>
              <a:rPr lang="en-US" dirty="0" smtClean="0"/>
              <a:t>Second level</a:t>
            </a:r>
          </a:p>
          <a:p>
            <a:pPr lvl="2"/>
            <a:r>
              <a:rPr lang="en-US" dirty="0" smtClean="0"/>
              <a:t>Third level</a:t>
            </a:r>
          </a:p>
        </p:txBody>
      </p:sp>
    </p:spTree>
  </p:cSld>
  <p:clrMapOvr>
    <a:masterClrMapping/>
  </p:clrMapOvr>
  <p:transition advClick="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5300" y="1371600"/>
            <a:ext cx="437515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35550" y="1371600"/>
            <a:ext cx="437515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4"/>
          <p:cNvSpPr>
            <a:spLocks noGrp="1" noChangeArrowheads="1"/>
          </p:cNvSpPr>
          <p:nvPr>
            <p:ph type="sldNum" sz="quarter" idx="10"/>
          </p:nvPr>
        </p:nvSpPr>
        <p:spPr>
          <a:xfrm>
            <a:off x="4540250" y="6477000"/>
            <a:ext cx="577850" cy="228600"/>
          </a:xfrm>
          <a:prstGeom prst="rect">
            <a:avLst/>
          </a:prstGeom>
          <a:ln/>
        </p:spPr>
        <p:txBody>
          <a:bodyPr/>
          <a:lstStyle>
            <a:lvl1pPr>
              <a:defRPr/>
            </a:lvl1pPr>
          </a:lstStyle>
          <a:p>
            <a:pPr>
              <a:defRPr/>
            </a:pPr>
            <a:fld id="{C2AF357E-220D-4FFB-8277-DB4A5FF34206}"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724995" name="think-cell Slide" r:id="rId4" imgW="360" imgH="360" progId="">
                  <p:embed/>
                </p:oleObj>
              </mc:Choice>
              <mc:Fallback>
                <p:oleObj name="think-cell Slide" r:id="rId4" imgW="360" imgH="36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nvPr>
        </p:nvSpPr>
        <p:spPr/>
        <p:txBody>
          <a:bodyPr/>
          <a:lstStyle>
            <a:lvl1pPr>
              <a:defRPr/>
            </a:lvl1pPr>
          </a:lstStyle>
          <a:p>
            <a:pPr lvl="0"/>
            <a:r>
              <a:rPr lang="en-US" noProof="0" smtClean="0"/>
              <a:t>Click to edit Master title style</a:t>
            </a:r>
            <a:endParaRPr lang="en-US" noProof="0" dirty="0"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1834"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 name="Rectangle 9"/>
          <p:cNvSpPr>
            <a:spLocks noChangeArrowheads="1"/>
          </p:cNvSpPr>
          <p:nvPr userDrawn="1">
            <p:custDataLst>
              <p:tags r:id="rId3"/>
            </p:custDataLst>
          </p:nvPr>
        </p:nvSpPr>
        <p:spPr bwMode="gray">
          <a:xfrm>
            <a:off x="1117963" y="34326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Analytics.573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208" name="Image 337" descr="CBE_Label_ppt.png"/>
          <p:cNvPicPr>
            <a:picLocks noChangeAspect="1"/>
          </p:cNvPicPr>
          <p:nvPr userDrawn="1"/>
        </p:nvPicPr>
        <p:blipFill>
          <a:blip r:embed="rId7" cstate="screen"/>
          <a:stretch>
            <a:fillRect/>
          </a:stretch>
        </p:blipFill>
        <p:spPr>
          <a:xfrm>
            <a:off x="867725" y="3283811"/>
            <a:ext cx="519572" cy="522508"/>
          </a:xfrm>
          <a:prstGeom prst="rect">
            <a:avLst/>
          </a:prstGeom>
        </p:spPr>
      </p:pic>
      <p:grpSp>
        <p:nvGrpSpPr>
          <p:cNvPr id="75" name="Group 74"/>
          <p:cNvGrpSpPr/>
          <p:nvPr userDrawn="1"/>
        </p:nvGrpSpPr>
        <p:grpSpPr>
          <a:xfrm>
            <a:off x="5722379" y="3575705"/>
            <a:ext cx="3826121" cy="1827268"/>
            <a:chOff x="5722379" y="3575705"/>
            <a:chExt cx="3826121" cy="1827268"/>
          </a:xfrm>
        </p:grpSpPr>
        <p:grpSp>
          <p:nvGrpSpPr>
            <p:cNvPr id="77" name="Group 76"/>
            <p:cNvGrpSpPr/>
            <p:nvPr userDrawn="1"/>
          </p:nvGrpSpPr>
          <p:grpSpPr>
            <a:xfrm>
              <a:off x="5722379" y="3575705"/>
              <a:ext cx="3826121" cy="1827268"/>
              <a:chOff x="5722379" y="3575705"/>
              <a:chExt cx="3826121" cy="1827268"/>
            </a:xfrm>
          </p:grpSpPr>
          <p:grpSp>
            <p:nvGrpSpPr>
              <p:cNvPr id="187" name="Groupe 203"/>
              <p:cNvGrpSpPr/>
              <p:nvPr userDrawn="1"/>
            </p:nvGrpSpPr>
            <p:grpSpPr>
              <a:xfrm>
                <a:off x="5722379" y="3575705"/>
                <a:ext cx="3826121" cy="1827268"/>
                <a:chOff x="5421313" y="3175001"/>
                <a:chExt cx="4141788" cy="1978025"/>
              </a:xfrm>
              <a:noFill/>
            </p:grpSpPr>
            <p:sp>
              <p:nvSpPr>
                <p:cNvPr id="192" name="Freeform 6"/>
                <p:cNvSpPr>
                  <a:spLocks/>
                </p:cNvSpPr>
                <p:nvPr userDrawn="1"/>
              </p:nvSpPr>
              <p:spPr bwMode="auto">
                <a:xfrm>
                  <a:off x="6532563" y="3200401"/>
                  <a:ext cx="503238" cy="406400"/>
                </a:xfrm>
                <a:custGeom>
                  <a:avLst/>
                  <a:gdLst/>
                  <a:ahLst/>
                  <a:cxnLst>
                    <a:cxn ang="0">
                      <a:pos x="24" y="71"/>
                    </a:cxn>
                    <a:cxn ang="0">
                      <a:pos x="0" y="49"/>
                    </a:cxn>
                    <a:cxn ang="0">
                      <a:pos x="41" y="11"/>
                    </a:cxn>
                    <a:cxn ang="0">
                      <a:pos x="114" y="11"/>
                    </a:cxn>
                    <a:cxn ang="0">
                      <a:pos x="124" y="0"/>
                    </a:cxn>
                    <a:cxn ang="0">
                      <a:pos x="259" y="0"/>
                    </a:cxn>
                    <a:cxn ang="0">
                      <a:pos x="273" y="16"/>
                    </a:cxn>
                    <a:cxn ang="0">
                      <a:pos x="317" y="14"/>
                    </a:cxn>
                    <a:cxn ang="0">
                      <a:pos x="302" y="28"/>
                    </a:cxn>
                    <a:cxn ang="0">
                      <a:pos x="276" y="31"/>
                    </a:cxn>
                    <a:cxn ang="0">
                      <a:pos x="276" y="137"/>
                    </a:cxn>
                    <a:cxn ang="0">
                      <a:pos x="223" y="185"/>
                    </a:cxn>
                    <a:cxn ang="0">
                      <a:pos x="171" y="185"/>
                    </a:cxn>
                    <a:cxn ang="0">
                      <a:pos x="133" y="216"/>
                    </a:cxn>
                    <a:cxn ang="0">
                      <a:pos x="131" y="245"/>
                    </a:cxn>
                    <a:cxn ang="0">
                      <a:pos x="114" y="256"/>
                    </a:cxn>
                    <a:cxn ang="0">
                      <a:pos x="83" y="228"/>
                    </a:cxn>
                    <a:cxn ang="0">
                      <a:pos x="83" y="174"/>
                    </a:cxn>
                    <a:cxn ang="0">
                      <a:pos x="112" y="149"/>
                    </a:cxn>
                    <a:cxn ang="0">
                      <a:pos x="87" y="123"/>
                    </a:cxn>
                    <a:cxn ang="0">
                      <a:pos x="85" y="74"/>
                    </a:cxn>
                    <a:cxn ang="0">
                      <a:pos x="63" y="52"/>
                    </a:cxn>
                    <a:cxn ang="0">
                      <a:pos x="48" y="52"/>
                    </a:cxn>
                    <a:cxn ang="0">
                      <a:pos x="24" y="71"/>
                    </a:cxn>
                  </a:cxnLst>
                  <a:rect l="0" t="0" r="r" b="b"/>
                  <a:pathLst>
                    <a:path w="317" h="256">
                      <a:moveTo>
                        <a:pt x="24" y="71"/>
                      </a:moveTo>
                      <a:lnTo>
                        <a:pt x="0" y="49"/>
                      </a:lnTo>
                      <a:lnTo>
                        <a:pt x="41" y="11"/>
                      </a:lnTo>
                      <a:lnTo>
                        <a:pt x="114" y="11"/>
                      </a:lnTo>
                      <a:lnTo>
                        <a:pt x="124" y="0"/>
                      </a:lnTo>
                      <a:lnTo>
                        <a:pt x="259" y="0"/>
                      </a:lnTo>
                      <a:lnTo>
                        <a:pt x="273" y="16"/>
                      </a:lnTo>
                      <a:lnTo>
                        <a:pt x="317" y="14"/>
                      </a:lnTo>
                      <a:lnTo>
                        <a:pt x="302" y="28"/>
                      </a:lnTo>
                      <a:lnTo>
                        <a:pt x="276" y="31"/>
                      </a:lnTo>
                      <a:lnTo>
                        <a:pt x="276" y="137"/>
                      </a:lnTo>
                      <a:lnTo>
                        <a:pt x="223" y="185"/>
                      </a:lnTo>
                      <a:lnTo>
                        <a:pt x="171" y="185"/>
                      </a:lnTo>
                      <a:lnTo>
                        <a:pt x="133" y="216"/>
                      </a:lnTo>
                      <a:lnTo>
                        <a:pt x="131" y="245"/>
                      </a:lnTo>
                      <a:lnTo>
                        <a:pt x="114" y="256"/>
                      </a:lnTo>
                      <a:lnTo>
                        <a:pt x="83" y="228"/>
                      </a:lnTo>
                      <a:lnTo>
                        <a:pt x="83" y="174"/>
                      </a:lnTo>
                      <a:lnTo>
                        <a:pt x="112" y="149"/>
                      </a:lnTo>
                      <a:lnTo>
                        <a:pt x="87" y="123"/>
                      </a:lnTo>
                      <a:lnTo>
                        <a:pt x="85" y="74"/>
                      </a:lnTo>
                      <a:lnTo>
                        <a:pt x="63" y="52"/>
                      </a:lnTo>
                      <a:lnTo>
                        <a:pt x="48" y="52"/>
                      </a:lnTo>
                      <a:lnTo>
                        <a:pt x="24" y="71"/>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7"/>
                <p:cNvSpPr>
                  <a:spLocks/>
                </p:cNvSpPr>
                <p:nvPr userDrawn="1"/>
              </p:nvSpPr>
              <p:spPr bwMode="auto">
                <a:xfrm>
                  <a:off x="6362701" y="3333751"/>
                  <a:ext cx="185738" cy="201613"/>
                </a:xfrm>
                <a:custGeom>
                  <a:avLst/>
                  <a:gdLst/>
                  <a:ahLst/>
                  <a:cxnLst>
                    <a:cxn ang="0">
                      <a:pos x="63" y="72"/>
                    </a:cxn>
                    <a:cxn ang="0">
                      <a:pos x="35" y="98"/>
                    </a:cxn>
                    <a:cxn ang="0">
                      <a:pos x="66" y="127"/>
                    </a:cxn>
                    <a:cxn ang="0">
                      <a:pos x="90" y="106"/>
                    </a:cxn>
                    <a:cxn ang="0">
                      <a:pos x="98" y="106"/>
                    </a:cxn>
                    <a:cxn ang="0">
                      <a:pos x="117" y="90"/>
                    </a:cxn>
                    <a:cxn ang="0">
                      <a:pos x="76" y="55"/>
                    </a:cxn>
                    <a:cxn ang="0">
                      <a:pos x="73" y="23"/>
                    </a:cxn>
                    <a:cxn ang="0">
                      <a:pos x="41" y="19"/>
                    </a:cxn>
                    <a:cxn ang="0">
                      <a:pos x="39" y="0"/>
                    </a:cxn>
                    <a:cxn ang="0">
                      <a:pos x="0" y="2"/>
                    </a:cxn>
                    <a:cxn ang="0">
                      <a:pos x="0" y="8"/>
                    </a:cxn>
                    <a:cxn ang="0">
                      <a:pos x="23" y="31"/>
                    </a:cxn>
                    <a:cxn ang="0">
                      <a:pos x="63" y="59"/>
                    </a:cxn>
                    <a:cxn ang="0">
                      <a:pos x="63" y="72"/>
                    </a:cxn>
                  </a:cxnLst>
                  <a:rect l="0" t="0" r="r" b="b"/>
                  <a:pathLst>
                    <a:path w="117" h="127">
                      <a:moveTo>
                        <a:pt x="63" y="72"/>
                      </a:moveTo>
                      <a:lnTo>
                        <a:pt x="35" y="98"/>
                      </a:lnTo>
                      <a:lnTo>
                        <a:pt x="66" y="127"/>
                      </a:lnTo>
                      <a:lnTo>
                        <a:pt x="90" y="106"/>
                      </a:lnTo>
                      <a:lnTo>
                        <a:pt x="98" y="106"/>
                      </a:lnTo>
                      <a:lnTo>
                        <a:pt x="117" y="90"/>
                      </a:lnTo>
                      <a:lnTo>
                        <a:pt x="76" y="55"/>
                      </a:lnTo>
                      <a:lnTo>
                        <a:pt x="73" y="23"/>
                      </a:lnTo>
                      <a:lnTo>
                        <a:pt x="41" y="19"/>
                      </a:lnTo>
                      <a:lnTo>
                        <a:pt x="39" y="0"/>
                      </a:lnTo>
                      <a:lnTo>
                        <a:pt x="0" y="2"/>
                      </a:lnTo>
                      <a:lnTo>
                        <a:pt x="0" y="8"/>
                      </a:lnTo>
                      <a:lnTo>
                        <a:pt x="23" y="31"/>
                      </a:lnTo>
                      <a:lnTo>
                        <a:pt x="63" y="59"/>
                      </a:lnTo>
                      <a:lnTo>
                        <a:pt x="63"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8"/>
                <p:cNvSpPr>
                  <a:spLocks/>
                </p:cNvSpPr>
                <p:nvPr userDrawn="1"/>
              </p:nvSpPr>
              <p:spPr bwMode="auto">
                <a:xfrm>
                  <a:off x="6005513" y="3241676"/>
                  <a:ext cx="176213" cy="122238"/>
                </a:xfrm>
                <a:custGeom>
                  <a:avLst/>
                  <a:gdLst/>
                  <a:ahLst/>
                  <a:cxnLst>
                    <a:cxn ang="0">
                      <a:pos x="0" y="19"/>
                    </a:cxn>
                    <a:cxn ang="0">
                      <a:pos x="2" y="0"/>
                    </a:cxn>
                    <a:cxn ang="0">
                      <a:pos x="29" y="2"/>
                    </a:cxn>
                    <a:cxn ang="0">
                      <a:pos x="33" y="7"/>
                    </a:cxn>
                    <a:cxn ang="0">
                      <a:pos x="44" y="17"/>
                    </a:cxn>
                    <a:cxn ang="0">
                      <a:pos x="56" y="15"/>
                    </a:cxn>
                    <a:cxn ang="0">
                      <a:pos x="78" y="36"/>
                    </a:cxn>
                    <a:cxn ang="0">
                      <a:pos x="88" y="27"/>
                    </a:cxn>
                    <a:cxn ang="0">
                      <a:pos x="111" y="26"/>
                    </a:cxn>
                    <a:cxn ang="0">
                      <a:pos x="111" y="67"/>
                    </a:cxn>
                    <a:cxn ang="0">
                      <a:pos x="102" y="67"/>
                    </a:cxn>
                    <a:cxn ang="0">
                      <a:pos x="92" y="76"/>
                    </a:cxn>
                    <a:cxn ang="0">
                      <a:pos x="58" y="77"/>
                    </a:cxn>
                    <a:cxn ang="0">
                      <a:pos x="43" y="62"/>
                    </a:cxn>
                    <a:cxn ang="0">
                      <a:pos x="17" y="62"/>
                    </a:cxn>
                    <a:cxn ang="0">
                      <a:pos x="15" y="29"/>
                    </a:cxn>
                    <a:cxn ang="0">
                      <a:pos x="0" y="19"/>
                    </a:cxn>
                  </a:cxnLst>
                  <a:rect l="0" t="0" r="r" b="b"/>
                  <a:pathLst>
                    <a:path w="111" h="77">
                      <a:moveTo>
                        <a:pt x="0" y="19"/>
                      </a:moveTo>
                      <a:lnTo>
                        <a:pt x="2" y="0"/>
                      </a:lnTo>
                      <a:lnTo>
                        <a:pt x="29" y="2"/>
                      </a:lnTo>
                      <a:lnTo>
                        <a:pt x="33" y="7"/>
                      </a:lnTo>
                      <a:lnTo>
                        <a:pt x="44" y="17"/>
                      </a:lnTo>
                      <a:lnTo>
                        <a:pt x="56" y="15"/>
                      </a:lnTo>
                      <a:lnTo>
                        <a:pt x="78" y="36"/>
                      </a:lnTo>
                      <a:lnTo>
                        <a:pt x="88" y="27"/>
                      </a:lnTo>
                      <a:lnTo>
                        <a:pt x="111" y="26"/>
                      </a:lnTo>
                      <a:lnTo>
                        <a:pt x="111" y="67"/>
                      </a:lnTo>
                      <a:lnTo>
                        <a:pt x="102" y="67"/>
                      </a:lnTo>
                      <a:lnTo>
                        <a:pt x="92" y="76"/>
                      </a:lnTo>
                      <a:lnTo>
                        <a:pt x="58" y="77"/>
                      </a:lnTo>
                      <a:lnTo>
                        <a:pt x="43" y="62"/>
                      </a:lnTo>
                      <a:lnTo>
                        <a:pt x="17" y="62"/>
                      </a:lnTo>
                      <a:lnTo>
                        <a:pt x="15" y="29"/>
                      </a:lnTo>
                      <a:lnTo>
                        <a:pt x="0" y="19"/>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9"/>
                <p:cNvSpPr>
                  <a:spLocks/>
                </p:cNvSpPr>
                <p:nvPr userDrawn="1"/>
              </p:nvSpPr>
              <p:spPr bwMode="auto">
                <a:xfrm>
                  <a:off x="5421313" y="3175001"/>
                  <a:ext cx="1276350" cy="1889125"/>
                </a:xfrm>
                <a:custGeom>
                  <a:avLst/>
                  <a:gdLst/>
                  <a:ahLst/>
                  <a:cxnLst>
                    <a:cxn ang="0">
                      <a:pos x="618" y="1172"/>
                    </a:cxn>
                    <a:cxn ang="0">
                      <a:pos x="618" y="1132"/>
                    </a:cxn>
                    <a:cxn ang="0">
                      <a:pos x="596" y="1057"/>
                    </a:cxn>
                    <a:cxn ang="0">
                      <a:pos x="628" y="1002"/>
                    </a:cxn>
                    <a:cxn ang="0">
                      <a:pos x="728" y="918"/>
                    </a:cxn>
                    <a:cxn ang="0">
                      <a:pos x="783" y="840"/>
                    </a:cxn>
                    <a:cxn ang="0">
                      <a:pos x="738" y="789"/>
                    </a:cxn>
                    <a:cxn ang="0">
                      <a:pos x="637" y="728"/>
                    </a:cxn>
                    <a:cxn ang="0">
                      <a:pos x="581" y="687"/>
                    </a:cxn>
                    <a:cxn ang="0">
                      <a:pos x="509" y="661"/>
                    </a:cxn>
                    <a:cxn ang="0">
                      <a:pos x="454" y="683"/>
                    </a:cxn>
                    <a:cxn ang="0">
                      <a:pos x="407" y="677"/>
                    </a:cxn>
                    <a:cxn ang="0">
                      <a:pos x="385" y="623"/>
                    </a:cxn>
                    <a:cxn ang="0">
                      <a:pos x="381" y="587"/>
                    </a:cxn>
                    <a:cxn ang="0">
                      <a:pos x="295" y="587"/>
                    </a:cxn>
                    <a:cxn ang="0">
                      <a:pos x="329" y="517"/>
                    </a:cxn>
                    <a:cxn ang="0">
                      <a:pos x="465" y="553"/>
                    </a:cxn>
                    <a:cxn ang="0">
                      <a:pos x="554" y="407"/>
                    </a:cxn>
                    <a:cxn ang="0">
                      <a:pos x="637" y="389"/>
                    </a:cxn>
                    <a:cxn ang="0">
                      <a:pos x="591" y="366"/>
                    </a:cxn>
                    <a:cxn ang="0">
                      <a:pos x="698" y="343"/>
                    </a:cxn>
                    <a:cxn ang="0">
                      <a:pos x="677" y="259"/>
                    </a:cxn>
                    <a:cxn ang="0">
                      <a:pos x="565" y="258"/>
                    </a:cxn>
                    <a:cxn ang="0">
                      <a:pos x="491" y="276"/>
                    </a:cxn>
                    <a:cxn ang="0">
                      <a:pos x="491" y="203"/>
                    </a:cxn>
                    <a:cxn ang="0">
                      <a:pos x="585" y="162"/>
                    </a:cxn>
                    <a:cxn ang="0">
                      <a:pos x="544" y="110"/>
                    </a:cxn>
                    <a:cxn ang="0">
                      <a:pos x="511" y="159"/>
                    </a:cxn>
                    <a:cxn ang="0">
                      <a:pos x="334" y="65"/>
                    </a:cxn>
                    <a:cxn ang="0">
                      <a:pos x="184" y="16"/>
                    </a:cxn>
                    <a:cxn ang="0">
                      <a:pos x="136" y="0"/>
                    </a:cxn>
                    <a:cxn ang="0">
                      <a:pos x="63" y="51"/>
                    </a:cxn>
                    <a:cxn ang="0">
                      <a:pos x="27" y="159"/>
                    </a:cxn>
                    <a:cxn ang="0">
                      <a:pos x="53" y="153"/>
                    </a:cxn>
                    <a:cxn ang="0">
                      <a:pos x="170" y="170"/>
                    </a:cxn>
                    <a:cxn ang="0">
                      <a:pos x="192" y="339"/>
                    </a:cxn>
                    <a:cxn ang="0">
                      <a:pos x="176" y="454"/>
                    </a:cxn>
                    <a:cxn ang="0">
                      <a:pos x="199" y="493"/>
                    </a:cxn>
                    <a:cxn ang="0">
                      <a:pos x="270" y="608"/>
                    </a:cxn>
                    <a:cxn ang="0">
                      <a:pos x="327" y="634"/>
                    </a:cxn>
                    <a:cxn ang="0">
                      <a:pos x="385" y="677"/>
                    </a:cxn>
                    <a:cxn ang="0">
                      <a:pos x="465" y="738"/>
                    </a:cxn>
                    <a:cxn ang="0">
                      <a:pos x="468" y="806"/>
                    </a:cxn>
                    <a:cxn ang="0">
                      <a:pos x="503" y="873"/>
                    </a:cxn>
                    <a:cxn ang="0">
                      <a:pos x="550" y="943"/>
                    </a:cxn>
                    <a:cxn ang="0">
                      <a:pos x="620" y="1190"/>
                    </a:cxn>
                  </a:cxnLst>
                  <a:rect l="0" t="0" r="r" b="b"/>
                  <a:pathLst>
                    <a:path w="804" h="1190">
                      <a:moveTo>
                        <a:pt x="620" y="1190"/>
                      </a:moveTo>
                      <a:lnTo>
                        <a:pt x="634" y="1190"/>
                      </a:lnTo>
                      <a:lnTo>
                        <a:pt x="618" y="1172"/>
                      </a:lnTo>
                      <a:lnTo>
                        <a:pt x="596" y="1162"/>
                      </a:lnTo>
                      <a:lnTo>
                        <a:pt x="599" y="1147"/>
                      </a:lnTo>
                      <a:lnTo>
                        <a:pt x="618" y="1132"/>
                      </a:lnTo>
                      <a:lnTo>
                        <a:pt x="622" y="1120"/>
                      </a:lnTo>
                      <a:lnTo>
                        <a:pt x="596" y="1109"/>
                      </a:lnTo>
                      <a:lnTo>
                        <a:pt x="596" y="1057"/>
                      </a:lnTo>
                      <a:lnTo>
                        <a:pt x="632" y="1023"/>
                      </a:lnTo>
                      <a:lnTo>
                        <a:pt x="644" y="1021"/>
                      </a:lnTo>
                      <a:lnTo>
                        <a:pt x="628" y="1002"/>
                      </a:lnTo>
                      <a:lnTo>
                        <a:pt x="669" y="998"/>
                      </a:lnTo>
                      <a:lnTo>
                        <a:pt x="728" y="953"/>
                      </a:lnTo>
                      <a:lnTo>
                        <a:pt x="728" y="918"/>
                      </a:lnTo>
                      <a:lnTo>
                        <a:pt x="765" y="917"/>
                      </a:lnTo>
                      <a:lnTo>
                        <a:pt x="763" y="849"/>
                      </a:lnTo>
                      <a:lnTo>
                        <a:pt x="783" y="840"/>
                      </a:lnTo>
                      <a:lnTo>
                        <a:pt x="804" y="818"/>
                      </a:lnTo>
                      <a:lnTo>
                        <a:pt x="804" y="792"/>
                      </a:lnTo>
                      <a:lnTo>
                        <a:pt x="738" y="789"/>
                      </a:lnTo>
                      <a:lnTo>
                        <a:pt x="685" y="739"/>
                      </a:lnTo>
                      <a:lnTo>
                        <a:pt x="657" y="728"/>
                      </a:lnTo>
                      <a:lnTo>
                        <a:pt x="637" y="728"/>
                      </a:lnTo>
                      <a:lnTo>
                        <a:pt x="608" y="702"/>
                      </a:lnTo>
                      <a:lnTo>
                        <a:pt x="599" y="703"/>
                      </a:lnTo>
                      <a:lnTo>
                        <a:pt x="581" y="687"/>
                      </a:lnTo>
                      <a:lnTo>
                        <a:pt x="538" y="685"/>
                      </a:lnTo>
                      <a:lnTo>
                        <a:pt x="538" y="664"/>
                      </a:lnTo>
                      <a:lnTo>
                        <a:pt x="509" y="661"/>
                      </a:lnTo>
                      <a:lnTo>
                        <a:pt x="491" y="669"/>
                      </a:lnTo>
                      <a:lnTo>
                        <a:pt x="479" y="685"/>
                      </a:lnTo>
                      <a:lnTo>
                        <a:pt x="454" y="683"/>
                      </a:lnTo>
                      <a:lnTo>
                        <a:pt x="426" y="683"/>
                      </a:lnTo>
                      <a:lnTo>
                        <a:pt x="417" y="687"/>
                      </a:lnTo>
                      <a:lnTo>
                        <a:pt x="407" y="677"/>
                      </a:lnTo>
                      <a:lnTo>
                        <a:pt x="405" y="635"/>
                      </a:lnTo>
                      <a:lnTo>
                        <a:pt x="387" y="634"/>
                      </a:lnTo>
                      <a:lnTo>
                        <a:pt x="385" y="623"/>
                      </a:lnTo>
                      <a:lnTo>
                        <a:pt x="407" y="606"/>
                      </a:lnTo>
                      <a:lnTo>
                        <a:pt x="407" y="589"/>
                      </a:lnTo>
                      <a:lnTo>
                        <a:pt x="381" y="587"/>
                      </a:lnTo>
                      <a:lnTo>
                        <a:pt x="358" y="606"/>
                      </a:lnTo>
                      <a:lnTo>
                        <a:pt x="319" y="606"/>
                      </a:lnTo>
                      <a:lnTo>
                        <a:pt x="295" y="587"/>
                      </a:lnTo>
                      <a:lnTo>
                        <a:pt x="293" y="544"/>
                      </a:lnTo>
                      <a:lnTo>
                        <a:pt x="327" y="544"/>
                      </a:lnTo>
                      <a:lnTo>
                        <a:pt x="329" y="517"/>
                      </a:lnTo>
                      <a:lnTo>
                        <a:pt x="448" y="515"/>
                      </a:lnTo>
                      <a:lnTo>
                        <a:pt x="452" y="554"/>
                      </a:lnTo>
                      <a:lnTo>
                        <a:pt x="465" y="553"/>
                      </a:lnTo>
                      <a:lnTo>
                        <a:pt x="465" y="497"/>
                      </a:lnTo>
                      <a:lnTo>
                        <a:pt x="552" y="425"/>
                      </a:lnTo>
                      <a:lnTo>
                        <a:pt x="554" y="407"/>
                      </a:lnTo>
                      <a:lnTo>
                        <a:pt x="608" y="405"/>
                      </a:lnTo>
                      <a:lnTo>
                        <a:pt x="613" y="413"/>
                      </a:lnTo>
                      <a:lnTo>
                        <a:pt x="637" y="389"/>
                      </a:lnTo>
                      <a:lnTo>
                        <a:pt x="636" y="374"/>
                      </a:lnTo>
                      <a:lnTo>
                        <a:pt x="591" y="376"/>
                      </a:lnTo>
                      <a:lnTo>
                        <a:pt x="591" y="366"/>
                      </a:lnTo>
                      <a:lnTo>
                        <a:pt x="613" y="353"/>
                      </a:lnTo>
                      <a:lnTo>
                        <a:pt x="625" y="341"/>
                      </a:lnTo>
                      <a:lnTo>
                        <a:pt x="698" y="343"/>
                      </a:lnTo>
                      <a:lnTo>
                        <a:pt x="698" y="321"/>
                      </a:lnTo>
                      <a:lnTo>
                        <a:pt x="679" y="304"/>
                      </a:lnTo>
                      <a:lnTo>
                        <a:pt x="677" y="259"/>
                      </a:lnTo>
                      <a:lnTo>
                        <a:pt x="622" y="259"/>
                      </a:lnTo>
                      <a:lnTo>
                        <a:pt x="591" y="233"/>
                      </a:lnTo>
                      <a:lnTo>
                        <a:pt x="565" y="258"/>
                      </a:lnTo>
                      <a:lnTo>
                        <a:pt x="562" y="290"/>
                      </a:lnTo>
                      <a:lnTo>
                        <a:pt x="509" y="292"/>
                      </a:lnTo>
                      <a:lnTo>
                        <a:pt x="491" y="276"/>
                      </a:lnTo>
                      <a:lnTo>
                        <a:pt x="462" y="278"/>
                      </a:lnTo>
                      <a:lnTo>
                        <a:pt x="460" y="233"/>
                      </a:lnTo>
                      <a:lnTo>
                        <a:pt x="491" y="203"/>
                      </a:lnTo>
                      <a:lnTo>
                        <a:pt x="532" y="201"/>
                      </a:lnTo>
                      <a:lnTo>
                        <a:pt x="544" y="196"/>
                      </a:lnTo>
                      <a:lnTo>
                        <a:pt x="585" y="162"/>
                      </a:lnTo>
                      <a:lnTo>
                        <a:pt x="585" y="141"/>
                      </a:lnTo>
                      <a:lnTo>
                        <a:pt x="546" y="139"/>
                      </a:lnTo>
                      <a:lnTo>
                        <a:pt x="544" y="110"/>
                      </a:lnTo>
                      <a:lnTo>
                        <a:pt x="523" y="110"/>
                      </a:lnTo>
                      <a:lnTo>
                        <a:pt x="526" y="149"/>
                      </a:lnTo>
                      <a:lnTo>
                        <a:pt x="511" y="159"/>
                      </a:lnTo>
                      <a:lnTo>
                        <a:pt x="426" y="162"/>
                      </a:lnTo>
                      <a:lnTo>
                        <a:pt x="334" y="83"/>
                      </a:lnTo>
                      <a:lnTo>
                        <a:pt x="334" y="65"/>
                      </a:lnTo>
                      <a:lnTo>
                        <a:pt x="272" y="61"/>
                      </a:lnTo>
                      <a:lnTo>
                        <a:pt x="250" y="75"/>
                      </a:lnTo>
                      <a:lnTo>
                        <a:pt x="184" y="16"/>
                      </a:lnTo>
                      <a:lnTo>
                        <a:pt x="172" y="15"/>
                      </a:lnTo>
                      <a:lnTo>
                        <a:pt x="158" y="0"/>
                      </a:lnTo>
                      <a:lnTo>
                        <a:pt x="136" y="0"/>
                      </a:lnTo>
                      <a:lnTo>
                        <a:pt x="117" y="15"/>
                      </a:lnTo>
                      <a:lnTo>
                        <a:pt x="63" y="16"/>
                      </a:lnTo>
                      <a:lnTo>
                        <a:pt x="63" y="51"/>
                      </a:lnTo>
                      <a:lnTo>
                        <a:pt x="8" y="98"/>
                      </a:lnTo>
                      <a:lnTo>
                        <a:pt x="8" y="141"/>
                      </a:lnTo>
                      <a:lnTo>
                        <a:pt x="27" y="159"/>
                      </a:lnTo>
                      <a:lnTo>
                        <a:pt x="0" y="186"/>
                      </a:lnTo>
                      <a:lnTo>
                        <a:pt x="8" y="191"/>
                      </a:lnTo>
                      <a:lnTo>
                        <a:pt x="53" y="153"/>
                      </a:lnTo>
                      <a:lnTo>
                        <a:pt x="127" y="151"/>
                      </a:lnTo>
                      <a:lnTo>
                        <a:pt x="131" y="170"/>
                      </a:lnTo>
                      <a:lnTo>
                        <a:pt x="170" y="170"/>
                      </a:lnTo>
                      <a:lnTo>
                        <a:pt x="170" y="232"/>
                      </a:lnTo>
                      <a:lnTo>
                        <a:pt x="194" y="253"/>
                      </a:lnTo>
                      <a:lnTo>
                        <a:pt x="192" y="339"/>
                      </a:lnTo>
                      <a:lnTo>
                        <a:pt x="158" y="368"/>
                      </a:lnTo>
                      <a:lnTo>
                        <a:pt x="162" y="439"/>
                      </a:lnTo>
                      <a:lnTo>
                        <a:pt x="176" y="454"/>
                      </a:lnTo>
                      <a:lnTo>
                        <a:pt x="176" y="517"/>
                      </a:lnTo>
                      <a:lnTo>
                        <a:pt x="197" y="534"/>
                      </a:lnTo>
                      <a:lnTo>
                        <a:pt x="199" y="493"/>
                      </a:lnTo>
                      <a:lnTo>
                        <a:pt x="223" y="512"/>
                      </a:lnTo>
                      <a:lnTo>
                        <a:pt x="225" y="563"/>
                      </a:lnTo>
                      <a:lnTo>
                        <a:pt x="270" y="608"/>
                      </a:lnTo>
                      <a:lnTo>
                        <a:pt x="278" y="606"/>
                      </a:lnTo>
                      <a:lnTo>
                        <a:pt x="303" y="631"/>
                      </a:lnTo>
                      <a:lnTo>
                        <a:pt x="327" y="634"/>
                      </a:lnTo>
                      <a:lnTo>
                        <a:pt x="337" y="640"/>
                      </a:lnTo>
                      <a:lnTo>
                        <a:pt x="383" y="645"/>
                      </a:lnTo>
                      <a:lnTo>
                        <a:pt x="385" y="677"/>
                      </a:lnTo>
                      <a:lnTo>
                        <a:pt x="407" y="691"/>
                      </a:lnTo>
                      <a:lnTo>
                        <a:pt x="463" y="697"/>
                      </a:lnTo>
                      <a:lnTo>
                        <a:pt x="465" y="738"/>
                      </a:lnTo>
                      <a:lnTo>
                        <a:pt x="450" y="746"/>
                      </a:lnTo>
                      <a:lnTo>
                        <a:pt x="424" y="769"/>
                      </a:lnTo>
                      <a:lnTo>
                        <a:pt x="468" y="806"/>
                      </a:lnTo>
                      <a:lnTo>
                        <a:pt x="482" y="808"/>
                      </a:lnTo>
                      <a:lnTo>
                        <a:pt x="479" y="855"/>
                      </a:lnTo>
                      <a:lnTo>
                        <a:pt x="503" y="873"/>
                      </a:lnTo>
                      <a:lnTo>
                        <a:pt x="524" y="890"/>
                      </a:lnTo>
                      <a:lnTo>
                        <a:pt x="526" y="922"/>
                      </a:lnTo>
                      <a:lnTo>
                        <a:pt x="550" y="943"/>
                      </a:lnTo>
                      <a:lnTo>
                        <a:pt x="552" y="1135"/>
                      </a:lnTo>
                      <a:lnTo>
                        <a:pt x="587" y="1166"/>
                      </a:lnTo>
                      <a:lnTo>
                        <a:pt x="620" y="119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10"/>
                <p:cNvSpPr>
                  <a:spLocks/>
                </p:cNvSpPr>
                <p:nvPr userDrawn="1"/>
              </p:nvSpPr>
              <p:spPr bwMode="auto">
                <a:xfrm>
                  <a:off x="7072313" y="3178176"/>
                  <a:ext cx="2179638" cy="1611313"/>
                </a:xfrm>
                <a:custGeom>
                  <a:avLst/>
                  <a:gdLst/>
                  <a:ahLst/>
                  <a:cxnLst>
                    <a:cxn ang="0">
                      <a:pos x="1125" y="471"/>
                    </a:cxn>
                    <a:cxn ang="0">
                      <a:pos x="1145" y="382"/>
                    </a:cxn>
                    <a:cxn ang="0">
                      <a:pos x="1111" y="261"/>
                    </a:cxn>
                    <a:cxn ang="0">
                      <a:pos x="1191" y="174"/>
                    </a:cxn>
                    <a:cxn ang="0">
                      <a:pos x="1237" y="107"/>
                    </a:cxn>
                    <a:cxn ang="0">
                      <a:pos x="1237" y="220"/>
                    </a:cxn>
                    <a:cxn ang="0">
                      <a:pos x="1266" y="202"/>
                    </a:cxn>
                    <a:cxn ang="0">
                      <a:pos x="1322" y="81"/>
                    </a:cxn>
                    <a:cxn ang="0">
                      <a:pos x="1291" y="47"/>
                    </a:cxn>
                    <a:cxn ang="0">
                      <a:pos x="1341" y="41"/>
                    </a:cxn>
                    <a:cxn ang="0">
                      <a:pos x="1344" y="0"/>
                    </a:cxn>
                    <a:cxn ang="0">
                      <a:pos x="1213" y="35"/>
                    </a:cxn>
                    <a:cxn ang="0">
                      <a:pos x="1109" y="14"/>
                    </a:cxn>
                    <a:cxn ang="0">
                      <a:pos x="910" y="65"/>
                    </a:cxn>
                    <a:cxn ang="0">
                      <a:pos x="864" y="49"/>
                    </a:cxn>
                    <a:cxn ang="0">
                      <a:pos x="733" y="81"/>
                    </a:cxn>
                    <a:cxn ang="0">
                      <a:pos x="749" y="41"/>
                    </a:cxn>
                    <a:cxn ang="0">
                      <a:pos x="632" y="108"/>
                    </a:cxn>
                    <a:cxn ang="0">
                      <a:pos x="566" y="172"/>
                    </a:cxn>
                    <a:cxn ang="0">
                      <a:pos x="455" y="204"/>
                    </a:cxn>
                    <a:cxn ang="0">
                      <a:pos x="375" y="252"/>
                    </a:cxn>
                    <a:cxn ang="0">
                      <a:pos x="377" y="204"/>
                    </a:cxn>
                    <a:cxn ang="0">
                      <a:pos x="230" y="227"/>
                    </a:cxn>
                    <a:cxn ang="0">
                      <a:pos x="184" y="274"/>
                    </a:cxn>
                    <a:cxn ang="0">
                      <a:pos x="234" y="336"/>
                    </a:cxn>
                    <a:cxn ang="0">
                      <a:pos x="299" y="239"/>
                    </a:cxn>
                    <a:cxn ang="0">
                      <a:pos x="258" y="346"/>
                    </a:cxn>
                    <a:cxn ang="0">
                      <a:pos x="219" y="348"/>
                    </a:cxn>
                    <a:cxn ang="0">
                      <a:pos x="119" y="404"/>
                    </a:cxn>
                    <a:cxn ang="0">
                      <a:pos x="82" y="450"/>
                    </a:cxn>
                    <a:cxn ang="0">
                      <a:pos x="138" y="489"/>
                    </a:cxn>
                    <a:cxn ang="0">
                      <a:pos x="217" y="474"/>
                    </a:cxn>
                    <a:cxn ang="0">
                      <a:pos x="261" y="491"/>
                    </a:cxn>
                    <a:cxn ang="0">
                      <a:pos x="227" y="442"/>
                    </a:cxn>
                    <a:cxn ang="0">
                      <a:pos x="346" y="458"/>
                    </a:cxn>
                    <a:cxn ang="0">
                      <a:pos x="432" y="438"/>
                    </a:cxn>
                    <a:cxn ang="0">
                      <a:pos x="356" y="481"/>
                    </a:cxn>
                    <a:cxn ang="0">
                      <a:pos x="432" y="522"/>
                    </a:cxn>
                    <a:cxn ang="0">
                      <a:pos x="299" y="534"/>
                    </a:cxn>
                    <a:cxn ang="0">
                      <a:pos x="82" y="520"/>
                    </a:cxn>
                    <a:cxn ang="0">
                      <a:pos x="21" y="597"/>
                    </a:cxn>
                    <a:cxn ang="0">
                      <a:pos x="109" y="739"/>
                    </a:cxn>
                    <a:cxn ang="0">
                      <a:pos x="217" y="756"/>
                    </a:cxn>
                    <a:cxn ang="0">
                      <a:pos x="276" y="998"/>
                    </a:cxn>
                    <a:cxn ang="0">
                      <a:pos x="379" y="974"/>
                    </a:cxn>
                    <a:cxn ang="0">
                      <a:pos x="426" y="904"/>
                    </a:cxn>
                    <a:cxn ang="0">
                      <a:pos x="446" y="828"/>
                    </a:cxn>
                    <a:cxn ang="0">
                      <a:pos x="477" y="638"/>
                    </a:cxn>
                    <a:cxn ang="0">
                      <a:pos x="423" y="563"/>
                    </a:cxn>
                    <a:cxn ang="0">
                      <a:pos x="571" y="657"/>
                    </a:cxn>
                    <a:cxn ang="0">
                      <a:pos x="563" y="587"/>
                    </a:cxn>
                    <a:cxn ang="0">
                      <a:pos x="554" y="539"/>
                    </a:cxn>
                    <a:cxn ang="0">
                      <a:pos x="722" y="652"/>
                    </a:cxn>
                    <a:cxn ang="0">
                      <a:pos x="841" y="601"/>
                    </a:cxn>
                    <a:cxn ang="0">
                      <a:pos x="941" y="703"/>
                    </a:cxn>
                    <a:cxn ang="0">
                      <a:pos x="998" y="730"/>
                    </a:cxn>
                    <a:cxn ang="0">
                      <a:pos x="995" y="695"/>
                    </a:cxn>
                    <a:cxn ang="0">
                      <a:pos x="1027" y="650"/>
                    </a:cxn>
                    <a:cxn ang="0">
                      <a:pos x="980" y="602"/>
                    </a:cxn>
                    <a:cxn ang="0">
                      <a:pos x="1099" y="495"/>
                    </a:cxn>
                    <a:cxn ang="0">
                      <a:pos x="1062" y="444"/>
                    </a:cxn>
                    <a:cxn ang="0">
                      <a:pos x="1029" y="423"/>
                    </a:cxn>
                  </a:cxnLst>
                  <a:rect l="0" t="0" r="r" b="b"/>
                  <a:pathLst>
                    <a:path w="1373" h="1015">
                      <a:moveTo>
                        <a:pt x="1066" y="397"/>
                      </a:moveTo>
                      <a:lnTo>
                        <a:pt x="1125" y="450"/>
                      </a:lnTo>
                      <a:lnTo>
                        <a:pt x="1113" y="466"/>
                      </a:lnTo>
                      <a:lnTo>
                        <a:pt x="1125" y="471"/>
                      </a:lnTo>
                      <a:lnTo>
                        <a:pt x="1147" y="450"/>
                      </a:lnTo>
                      <a:lnTo>
                        <a:pt x="1119" y="425"/>
                      </a:lnTo>
                      <a:lnTo>
                        <a:pt x="1117" y="384"/>
                      </a:lnTo>
                      <a:lnTo>
                        <a:pt x="1145" y="382"/>
                      </a:lnTo>
                      <a:lnTo>
                        <a:pt x="1147" y="348"/>
                      </a:lnTo>
                      <a:lnTo>
                        <a:pt x="1129" y="334"/>
                      </a:lnTo>
                      <a:lnTo>
                        <a:pt x="1129" y="276"/>
                      </a:lnTo>
                      <a:lnTo>
                        <a:pt x="1111" y="261"/>
                      </a:lnTo>
                      <a:lnTo>
                        <a:pt x="1111" y="201"/>
                      </a:lnTo>
                      <a:lnTo>
                        <a:pt x="1145" y="180"/>
                      </a:lnTo>
                      <a:lnTo>
                        <a:pt x="1168" y="189"/>
                      </a:lnTo>
                      <a:lnTo>
                        <a:pt x="1191" y="174"/>
                      </a:lnTo>
                      <a:lnTo>
                        <a:pt x="1189" y="151"/>
                      </a:lnTo>
                      <a:lnTo>
                        <a:pt x="1205" y="148"/>
                      </a:lnTo>
                      <a:lnTo>
                        <a:pt x="1209" y="108"/>
                      </a:lnTo>
                      <a:lnTo>
                        <a:pt x="1237" y="107"/>
                      </a:lnTo>
                      <a:lnTo>
                        <a:pt x="1237" y="168"/>
                      </a:lnTo>
                      <a:lnTo>
                        <a:pt x="1223" y="172"/>
                      </a:lnTo>
                      <a:lnTo>
                        <a:pt x="1221" y="202"/>
                      </a:lnTo>
                      <a:lnTo>
                        <a:pt x="1237" y="220"/>
                      </a:lnTo>
                      <a:lnTo>
                        <a:pt x="1250" y="220"/>
                      </a:lnTo>
                      <a:lnTo>
                        <a:pt x="1250" y="247"/>
                      </a:lnTo>
                      <a:lnTo>
                        <a:pt x="1266" y="256"/>
                      </a:lnTo>
                      <a:lnTo>
                        <a:pt x="1266" y="202"/>
                      </a:lnTo>
                      <a:lnTo>
                        <a:pt x="1250" y="190"/>
                      </a:lnTo>
                      <a:lnTo>
                        <a:pt x="1249" y="141"/>
                      </a:lnTo>
                      <a:lnTo>
                        <a:pt x="1266" y="127"/>
                      </a:lnTo>
                      <a:lnTo>
                        <a:pt x="1322" y="81"/>
                      </a:lnTo>
                      <a:lnTo>
                        <a:pt x="1295" y="78"/>
                      </a:lnTo>
                      <a:lnTo>
                        <a:pt x="1291" y="66"/>
                      </a:lnTo>
                      <a:lnTo>
                        <a:pt x="1305" y="59"/>
                      </a:lnTo>
                      <a:lnTo>
                        <a:pt x="1291" y="47"/>
                      </a:lnTo>
                      <a:lnTo>
                        <a:pt x="1295" y="39"/>
                      </a:lnTo>
                      <a:lnTo>
                        <a:pt x="1307" y="25"/>
                      </a:lnTo>
                      <a:lnTo>
                        <a:pt x="1322" y="23"/>
                      </a:lnTo>
                      <a:lnTo>
                        <a:pt x="1341" y="41"/>
                      </a:lnTo>
                      <a:lnTo>
                        <a:pt x="1352" y="34"/>
                      </a:lnTo>
                      <a:lnTo>
                        <a:pt x="1360" y="37"/>
                      </a:lnTo>
                      <a:lnTo>
                        <a:pt x="1373" y="23"/>
                      </a:lnTo>
                      <a:lnTo>
                        <a:pt x="1344" y="0"/>
                      </a:lnTo>
                      <a:lnTo>
                        <a:pt x="1215" y="0"/>
                      </a:lnTo>
                      <a:lnTo>
                        <a:pt x="1205" y="13"/>
                      </a:lnTo>
                      <a:lnTo>
                        <a:pt x="1217" y="28"/>
                      </a:lnTo>
                      <a:lnTo>
                        <a:pt x="1213" y="35"/>
                      </a:lnTo>
                      <a:lnTo>
                        <a:pt x="1147" y="37"/>
                      </a:lnTo>
                      <a:lnTo>
                        <a:pt x="1129" y="22"/>
                      </a:lnTo>
                      <a:lnTo>
                        <a:pt x="1119" y="22"/>
                      </a:lnTo>
                      <a:lnTo>
                        <a:pt x="1109" y="14"/>
                      </a:lnTo>
                      <a:lnTo>
                        <a:pt x="1096" y="30"/>
                      </a:lnTo>
                      <a:lnTo>
                        <a:pt x="995" y="32"/>
                      </a:lnTo>
                      <a:lnTo>
                        <a:pt x="956" y="67"/>
                      </a:lnTo>
                      <a:lnTo>
                        <a:pt x="910" y="65"/>
                      </a:lnTo>
                      <a:lnTo>
                        <a:pt x="908" y="44"/>
                      </a:lnTo>
                      <a:lnTo>
                        <a:pt x="882" y="42"/>
                      </a:lnTo>
                      <a:lnTo>
                        <a:pt x="874" y="51"/>
                      </a:lnTo>
                      <a:lnTo>
                        <a:pt x="864" y="49"/>
                      </a:lnTo>
                      <a:lnTo>
                        <a:pt x="862" y="55"/>
                      </a:lnTo>
                      <a:lnTo>
                        <a:pt x="818" y="55"/>
                      </a:lnTo>
                      <a:lnTo>
                        <a:pt x="765" y="104"/>
                      </a:lnTo>
                      <a:lnTo>
                        <a:pt x="733" y="81"/>
                      </a:lnTo>
                      <a:lnTo>
                        <a:pt x="751" y="66"/>
                      </a:lnTo>
                      <a:lnTo>
                        <a:pt x="759" y="66"/>
                      </a:lnTo>
                      <a:lnTo>
                        <a:pt x="784" y="41"/>
                      </a:lnTo>
                      <a:lnTo>
                        <a:pt x="749" y="41"/>
                      </a:lnTo>
                      <a:lnTo>
                        <a:pt x="729" y="30"/>
                      </a:lnTo>
                      <a:lnTo>
                        <a:pt x="665" y="86"/>
                      </a:lnTo>
                      <a:lnTo>
                        <a:pt x="655" y="83"/>
                      </a:lnTo>
                      <a:lnTo>
                        <a:pt x="632" y="108"/>
                      </a:lnTo>
                      <a:lnTo>
                        <a:pt x="630" y="143"/>
                      </a:lnTo>
                      <a:lnTo>
                        <a:pt x="569" y="145"/>
                      </a:lnTo>
                      <a:lnTo>
                        <a:pt x="554" y="160"/>
                      </a:lnTo>
                      <a:lnTo>
                        <a:pt x="566" y="172"/>
                      </a:lnTo>
                      <a:lnTo>
                        <a:pt x="563" y="178"/>
                      </a:lnTo>
                      <a:lnTo>
                        <a:pt x="528" y="180"/>
                      </a:lnTo>
                      <a:lnTo>
                        <a:pt x="501" y="199"/>
                      </a:lnTo>
                      <a:lnTo>
                        <a:pt x="455" y="204"/>
                      </a:lnTo>
                      <a:lnTo>
                        <a:pt x="452" y="227"/>
                      </a:lnTo>
                      <a:lnTo>
                        <a:pt x="421" y="227"/>
                      </a:lnTo>
                      <a:lnTo>
                        <a:pt x="389" y="254"/>
                      </a:lnTo>
                      <a:lnTo>
                        <a:pt x="375" y="252"/>
                      </a:lnTo>
                      <a:lnTo>
                        <a:pt x="348" y="229"/>
                      </a:lnTo>
                      <a:lnTo>
                        <a:pt x="372" y="225"/>
                      </a:lnTo>
                      <a:lnTo>
                        <a:pt x="385" y="215"/>
                      </a:lnTo>
                      <a:lnTo>
                        <a:pt x="377" y="204"/>
                      </a:lnTo>
                      <a:lnTo>
                        <a:pt x="342" y="208"/>
                      </a:lnTo>
                      <a:lnTo>
                        <a:pt x="326" y="190"/>
                      </a:lnTo>
                      <a:lnTo>
                        <a:pt x="270" y="190"/>
                      </a:lnTo>
                      <a:lnTo>
                        <a:pt x="230" y="227"/>
                      </a:lnTo>
                      <a:lnTo>
                        <a:pt x="229" y="230"/>
                      </a:lnTo>
                      <a:lnTo>
                        <a:pt x="203" y="252"/>
                      </a:lnTo>
                      <a:lnTo>
                        <a:pt x="203" y="272"/>
                      </a:lnTo>
                      <a:lnTo>
                        <a:pt x="184" y="274"/>
                      </a:lnTo>
                      <a:lnTo>
                        <a:pt x="179" y="313"/>
                      </a:lnTo>
                      <a:lnTo>
                        <a:pt x="207" y="317"/>
                      </a:lnTo>
                      <a:lnTo>
                        <a:pt x="217" y="319"/>
                      </a:lnTo>
                      <a:lnTo>
                        <a:pt x="234" y="336"/>
                      </a:lnTo>
                      <a:lnTo>
                        <a:pt x="250" y="323"/>
                      </a:lnTo>
                      <a:lnTo>
                        <a:pt x="248" y="271"/>
                      </a:lnTo>
                      <a:lnTo>
                        <a:pt x="291" y="239"/>
                      </a:lnTo>
                      <a:lnTo>
                        <a:pt x="299" y="239"/>
                      </a:lnTo>
                      <a:lnTo>
                        <a:pt x="317" y="251"/>
                      </a:lnTo>
                      <a:lnTo>
                        <a:pt x="293" y="272"/>
                      </a:lnTo>
                      <a:lnTo>
                        <a:pt x="293" y="346"/>
                      </a:lnTo>
                      <a:lnTo>
                        <a:pt x="258" y="346"/>
                      </a:lnTo>
                      <a:lnTo>
                        <a:pt x="237" y="370"/>
                      </a:lnTo>
                      <a:lnTo>
                        <a:pt x="226" y="370"/>
                      </a:lnTo>
                      <a:lnTo>
                        <a:pt x="223" y="348"/>
                      </a:lnTo>
                      <a:lnTo>
                        <a:pt x="219" y="348"/>
                      </a:lnTo>
                      <a:lnTo>
                        <a:pt x="216" y="371"/>
                      </a:lnTo>
                      <a:lnTo>
                        <a:pt x="186" y="372"/>
                      </a:lnTo>
                      <a:lnTo>
                        <a:pt x="152" y="401"/>
                      </a:lnTo>
                      <a:lnTo>
                        <a:pt x="119" y="404"/>
                      </a:lnTo>
                      <a:lnTo>
                        <a:pt x="135" y="417"/>
                      </a:lnTo>
                      <a:lnTo>
                        <a:pt x="128" y="430"/>
                      </a:lnTo>
                      <a:lnTo>
                        <a:pt x="133" y="448"/>
                      </a:lnTo>
                      <a:lnTo>
                        <a:pt x="82" y="450"/>
                      </a:lnTo>
                      <a:lnTo>
                        <a:pt x="77" y="483"/>
                      </a:lnTo>
                      <a:lnTo>
                        <a:pt x="92" y="493"/>
                      </a:lnTo>
                      <a:lnTo>
                        <a:pt x="107" y="495"/>
                      </a:lnTo>
                      <a:lnTo>
                        <a:pt x="138" y="489"/>
                      </a:lnTo>
                      <a:lnTo>
                        <a:pt x="137" y="474"/>
                      </a:lnTo>
                      <a:lnTo>
                        <a:pt x="164" y="452"/>
                      </a:lnTo>
                      <a:lnTo>
                        <a:pt x="201" y="452"/>
                      </a:lnTo>
                      <a:lnTo>
                        <a:pt x="217" y="474"/>
                      </a:lnTo>
                      <a:lnTo>
                        <a:pt x="237" y="474"/>
                      </a:lnTo>
                      <a:lnTo>
                        <a:pt x="250" y="488"/>
                      </a:lnTo>
                      <a:lnTo>
                        <a:pt x="246" y="501"/>
                      </a:lnTo>
                      <a:lnTo>
                        <a:pt x="261" y="491"/>
                      </a:lnTo>
                      <a:lnTo>
                        <a:pt x="259" y="480"/>
                      </a:lnTo>
                      <a:lnTo>
                        <a:pt x="269" y="481"/>
                      </a:lnTo>
                      <a:lnTo>
                        <a:pt x="239" y="454"/>
                      </a:lnTo>
                      <a:lnTo>
                        <a:pt x="227" y="442"/>
                      </a:lnTo>
                      <a:lnTo>
                        <a:pt x="230" y="430"/>
                      </a:lnTo>
                      <a:lnTo>
                        <a:pt x="240" y="430"/>
                      </a:lnTo>
                      <a:lnTo>
                        <a:pt x="309" y="486"/>
                      </a:lnTo>
                      <a:lnTo>
                        <a:pt x="346" y="458"/>
                      </a:lnTo>
                      <a:lnTo>
                        <a:pt x="344" y="444"/>
                      </a:lnTo>
                      <a:lnTo>
                        <a:pt x="382" y="411"/>
                      </a:lnTo>
                      <a:lnTo>
                        <a:pt x="387" y="437"/>
                      </a:lnTo>
                      <a:lnTo>
                        <a:pt x="432" y="438"/>
                      </a:lnTo>
                      <a:lnTo>
                        <a:pt x="453" y="457"/>
                      </a:lnTo>
                      <a:lnTo>
                        <a:pt x="453" y="466"/>
                      </a:lnTo>
                      <a:lnTo>
                        <a:pt x="372" y="469"/>
                      </a:lnTo>
                      <a:lnTo>
                        <a:pt x="356" y="481"/>
                      </a:lnTo>
                      <a:lnTo>
                        <a:pt x="370" y="498"/>
                      </a:lnTo>
                      <a:lnTo>
                        <a:pt x="421" y="497"/>
                      </a:lnTo>
                      <a:lnTo>
                        <a:pt x="442" y="517"/>
                      </a:lnTo>
                      <a:lnTo>
                        <a:pt x="432" y="522"/>
                      </a:lnTo>
                      <a:lnTo>
                        <a:pt x="411" y="546"/>
                      </a:lnTo>
                      <a:lnTo>
                        <a:pt x="346" y="544"/>
                      </a:lnTo>
                      <a:lnTo>
                        <a:pt x="338" y="534"/>
                      </a:lnTo>
                      <a:lnTo>
                        <a:pt x="299" y="534"/>
                      </a:lnTo>
                      <a:lnTo>
                        <a:pt x="293" y="544"/>
                      </a:lnTo>
                      <a:lnTo>
                        <a:pt x="240" y="546"/>
                      </a:lnTo>
                      <a:lnTo>
                        <a:pt x="211" y="519"/>
                      </a:lnTo>
                      <a:lnTo>
                        <a:pt x="82" y="520"/>
                      </a:lnTo>
                      <a:lnTo>
                        <a:pt x="55" y="544"/>
                      </a:lnTo>
                      <a:lnTo>
                        <a:pt x="55" y="585"/>
                      </a:lnTo>
                      <a:lnTo>
                        <a:pt x="27" y="604"/>
                      </a:lnTo>
                      <a:lnTo>
                        <a:pt x="21" y="597"/>
                      </a:lnTo>
                      <a:lnTo>
                        <a:pt x="7" y="619"/>
                      </a:lnTo>
                      <a:lnTo>
                        <a:pt x="0" y="673"/>
                      </a:lnTo>
                      <a:lnTo>
                        <a:pt x="82" y="737"/>
                      </a:lnTo>
                      <a:lnTo>
                        <a:pt x="109" y="739"/>
                      </a:lnTo>
                      <a:lnTo>
                        <a:pt x="131" y="726"/>
                      </a:lnTo>
                      <a:lnTo>
                        <a:pt x="207" y="726"/>
                      </a:lnTo>
                      <a:lnTo>
                        <a:pt x="219" y="732"/>
                      </a:lnTo>
                      <a:lnTo>
                        <a:pt x="217" y="756"/>
                      </a:lnTo>
                      <a:lnTo>
                        <a:pt x="244" y="787"/>
                      </a:lnTo>
                      <a:lnTo>
                        <a:pt x="246" y="889"/>
                      </a:lnTo>
                      <a:lnTo>
                        <a:pt x="276" y="916"/>
                      </a:lnTo>
                      <a:lnTo>
                        <a:pt x="276" y="998"/>
                      </a:lnTo>
                      <a:lnTo>
                        <a:pt x="299" y="1015"/>
                      </a:lnTo>
                      <a:lnTo>
                        <a:pt x="312" y="1005"/>
                      </a:lnTo>
                      <a:lnTo>
                        <a:pt x="344" y="1005"/>
                      </a:lnTo>
                      <a:lnTo>
                        <a:pt x="379" y="974"/>
                      </a:lnTo>
                      <a:lnTo>
                        <a:pt x="397" y="973"/>
                      </a:lnTo>
                      <a:lnTo>
                        <a:pt x="399" y="943"/>
                      </a:lnTo>
                      <a:lnTo>
                        <a:pt x="428" y="941"/>
                      </a:lnTo>
                      <a:lnTo>
                        <a:pt x="426" y="904"/>
                      </a:lnTo>
                      <a:lnTo>
                        <a:pt x="438" y="906"/>
                      </a:lnTo>
                      <a:lnTo>
                        <a:pt x="463" y="882"/>
                      </a:lnTo>
                      <a:lnTo>
                        <a:pt x="465" y="843"/>
                      </a:lnTo>
                      <a:lnTo>
                        <a:pt x="446" y="828"/>
                      </a:lnTo>
                      <a:lnTo>
                        <a:pt x="448" y="790"/>
                      </a:lnTo>
                      <a:lnTo>
                        <a:pt x="557" y="689"/>
                      </a:lnTo>
                      <a:lnTo>
                        <a:pt x="481" y="689"/>
                      </a:lnTo>
                      <a:lnTo>
                        <a:pt x="477" y="638"/>
                      </a:lnTo>
                      <a:lnTo>
                        <a:pt x="467" y="626"/>
                      </a:lnTo>
                      <a:lnTo>
                        <a:pt x="457" y="630"/>
                      </a:lnTo>
                      <a:lnTo>
                        <a:pt x="391" y="566"/>
                      </a:lnTo>
                      <a:lnTo>
                        <a:pt x="423" y="563"/>
                      </a:lnTo>
                      <a:lnTo>
                        <a:pt x="463" y="599"/>
                      </a:lnTo>
                      <a:lnTo>
                        <a:pt x="513" y="638"/>
                      </a:lnTo>
                      <a:lnTo>
                        <a:pt x="515" y="657"/>
                      </a:lnTo>
                      <a:lnTo>
                        <a:pt x="571" y="657"/>
                      </a:lnTo>
                      <a:lnTo>
                        <a:pt x="569" y="642"/>
                      </a:lnTo>
                      <a:lnTo>
                        <a:pt x="620" y="597"/>
                      </a:lnTo>
                      <a:lnTo>
                        <a:pt x="575" y="593"/>
                      </a:lnTo>
                      <a:lnTo>
                        <a:pt x="563" y="587"/>
                      </a:lnTo>
                      <a:lnTo>
                        <a:pt x="554" y="587"/>
                      </a:lnTo>
                      <a:lnTo>
                        <a:pt x="515" y="551"/>
                      </a:lnTo>
                      <a:lnTo>
                        <a:pt x="532" y="532"/>
                      </a:lnTo>
                      <a:lnTo>
                        <a:pt x="554" y="539"/>
                      </a:lnTo>
                      <a:lnTo>
                        <a:pt x="585" y="568"/>
                      </a:lnTo>
                      <a:lnTo>
                        <a:pt x="688" y="568"/>
                      </a:lnTo>
                      <a:lnTo>
                        <a:pt x="718" y="595"/>
                      </a:lnTo>
                      <a:lnTo>
                        <a:pt x="722" y="652"/>
                      </a:lnTo>
                      <a:lnTo>
                        <a:pt x="769" y="687"/>
                      </a:lnTo>
                      <a:lnTo>
                        <a:pt x="804" y="662"/>
                      </a:lnTo>
                      <a:lnTo>
                        <a:pt x="802" y="634"/>
                      </a:lnTo>
                      <a:lnTo>
                        <a:pt x="841" y="601"/>
                      </a:lnTo>
                      <a:lnTo>
                        <a:pt x="872" y="601"/>
                      </a:lnTo>
                      <a:lnTo>
                        <a:pt x="908" y="630"/>
                      </a:lnTo>
                      <a:lnTo>
                        <a:pt x="941" y="632"/>
                      </a:lnTo>
                      <a:lnTo>
                        <a:pt x="941" y="703"/>
                      </a:lnTo>
                      <a:lnTo>
                        <a:pt x="973" y="728"/>
                      </a:lnTo>
                      <a:lnTo>
                        <a:pt x="980" y="726"/>
                      </a:lnTo>
                      <a:lnTo>
                        <a:pt x="992" y="736"/>
                      </a:lnTo>
                      <a:lnTo>
                        <a:pt x="998" y="730"/>
                      </a:lnTo>
                      <a:lnTo>
                        <a:pt x="954" y="693"/>
                      </a:lnTo>
                      <a:lnTo>
                        <a:pt x="954" y="664"/>
                      </a:lnTo>
                      <a:lnTo>
                        <a:pt x="961" y="664"/>
                      </a:lnTo>
                      <a:lnTo>
                        <a:pt x="995" y="695"/>
                      </a:lnTo>
                      <a:lnTo>
                        <a:pt x="1005" y="693"/>
                      </a:lnTo>
                      <a:lnTo>
                        <a:pt x="1017" y="685"/>
                      </a:lnTo>
                      <a:lnTo>
                        <a:pt x="1029" y="685"/>
                      </a:lnTo>
                      <a:lnTo>
                        <a:pt x="1027" y="650"/>
                      </a:lnTo>
                      <a:lnTo>
                        <a:pt x="1004" y="626"/>
                      </a:lnTo>
                      <a:lnTo>
                        <a:pt x="998" y="626"/>
                      </a:lnTo>
                      <a:lnTo>
                        <a:pt x="984" y="612"/>
                      </a:lnTo>
                      <a:lnTo>
                        <a:pt x="980" y="602"/>
                      </a:lnTo>
                      <a:lnTo>
                        <a:pt x="1007" y="580"/>
                      </a:lnTo>
                      <a:lnTo>
                        <a:pt x="1053" y="579"/>
                      </a:lnTo>
                      <a:lnTo>
                        <a:pt x="1099" y="530"/>
                      </a:lnTo>
                      <a:lnTo>
                        <a:pt x="1099" y="495"/>
                      </a:lnTo>
                      <a:lnTo>
                        <a:pt x="1086" y="481"/>
                      </a:lnTo>
                      <a:lnTo>
                        <a:pt x="1058" y="460"/>
                      </a:lnTo>
                      <a:lnTo>
                        <a:pt x="1068" y="448"/>
                      </a:lnTo>
                      <a:lnTo>
                        <a:pt x="1062" y="444"/>
                      </a:lnTo>
                      <a:lnTo>
                        <a:pt x="1055" y="450"/>
                      </a:lnTo>
                      <a:lnTo>
                        <a:pt x="1037" y="435"/>
                      </a:lnTo>
                      <a:lnTo>
                        <a:pt x="1031" y="435"/>
                      </a:lnTo>
                      <a:lnTo>
                        <a:pt x="1029" y="423"/>
                      </a:lnTo>
                      <a:lnTo>
                        <a:pt x="1066" y="397"/>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8747126" y="4297363"/>
                  <a:ext cx="101600" cy="130175"/>
                </a:xfrm>
                <a:custGeom>
                  <a:avLst/>
                  <a:gdLst/>
                  <a:ahLst/>
                  <a:cxnLst>
                    <a:cxn ang="0">
                      <a:pos x="0" y="45"/>
                    </a:cxn>
                    <a:cxn ang="0">
                      <a:pos x="27" y="44"/>
                    </a:cxn>
                    <a:cxn ang="0">
                      <a:pos x="31" y="0"/>
                    </a:cxn>
                    <a:cxn ang="0">
                      <a:pos x="62" y="0"/>
                    </a:cxn>
                    <a:cxn ang="0">
                      <a:pos x="64" y="28"/>
                    </a:cxn>
                    <a:cxn ang="0">
                      <a:pos x="51" y="38"/>
                    </a:cxn>
                    <a:cxn ang="0">
                      <a:pos x="52" y="47"/>
                    </a:cxn>
                    <a:cxn ang="0">
                      <a:pos x="60" y="47"/>
                    </a:cxn>
                    <a:cxn ang="0">
                      <a:pos x="27" y="80"/>
                    </a:cxn>
                    <a:cxn ang="0">
                      <a:pos x="0" y="82"/>
                    </a:cxn>
                    <a:cxn ang="0">
                      <a:pos x="0" y="45"/>
                    </a:cxn>
                  </a:cxnLst>
                  <a:rect l="0" t="0" r="r" b="b"/>
                  <a:pathLst>
                    <a:path w="64" h="82">
                      <a:moveTo>
                        <a:pt x="0" y="45"/>
                      </a:moveTo>
                      <a:lnTo>
                        <a:pt x="27" y="44"/>
                      </a:lnTo>
                      <a:lnTo>
                        <a:pt x="31" y="0"/>
                      </a:lnTo>
                      <a:lnTo>
                        <a:pt x="62" y="0"/>
                      </a:lnTo>
                      <a:lnTo>
                        <a:pt x="64" y="28"/>
                      </a:lnTo>
                      <a:lnTo>
                        <a:pt x="51" y="38"/>
                      </a:lnTo>
                      <a:lnTo>
                        <a:pt x="52" y="47"/>
                      </a:lnTo>
                      <a:lnTo>
                        <a:pt x="60" y="47"/>
                      </a:lnTo>
                      <a:lnTo>
                        <a:pt x="27" y="80"/>
                      </a:lnTo>
                      <a:lnTo>
                        <a:pt x="0" y="82"/>
                      </a:lnTo>
                      <a:lnTo>
                        <a:pt x="0" y="45"/>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8537576" y="4337051"/>
                  <a:ext cx="220663" cy="206375"/>
                </a:xfrm>
                <a:custGeom>
                  <a:avLst/>
                  <a:gdLst/>
                  <a:ahLst/>
                  <a:cxnLst>
                    <a:cxn ang="0">
                      <a:pos x="0" y="0"/>
                    </a:cxn>
                    <a:cxn ang="0">
                      <a:pos x="70" y="63"/>
                    </a:cxn>
                    <a:cxn ang="0">
                      <a:pos x="69" y="90"/>
                    </a:cxn>
                    <a:cxn ang="0">
                      <a:pos x="111" y="92"/>
                    </a:cxn>
                    <a:cxn ang="0">
                      <a:pos x="139" y="119"/>
                    </a:cxn>
                    <a:cxn ang="0">
                      <a:pos x="134" y="130"/>
                    </a:cxn>
                    <a:cxn ang="0">
                      <a:pos x="111" y="110"/>
                    </a:cxn>
                    <a:cxn ang="0">
                      <a:pos x="69" y="109"/>
                    </a:cxn>
                    <a:cxn ang="0">
                      <a:pos x="26" y="69"/>
                    </a:cxn>
                    <a:cxn ang="0">
                      <a:pos x="24" y="48"/>
                    </a:cxn>
                    <a:cxn ang="0">
                      <a:pos x="0" y="24"/>
                    </a:cxn>
                    <a:cxn ang="0">
                      <a:pos x="0" y="0"/>
                    </a:cxn>
                  </a:cxnLst>
                  <a:rect l="0" t="0" r="r" b="b"/>
                  <a:pathLst>
                    <a:path w="139" h="130">
                      <a:moveTo>
                        <a:pt x="0" y="0"/>
                      </a:moveTo>
                      <a:lnTo>
                        <a:pt x="70" y="63"/>
                      </a:lnTo>
                      <a:lnTo>
                        <a:pt x="69" y="90"/>
                      </a:lnTo>
                      <a:lnTo>
                        <a:pt x="111" y="92"/>
                      </a:lnTo>
                      <a:lnTo>
                        <a:pt x="139" y="119"/>
                      </a:lnTo>
                      <a:lnTo>
                        <a:pt x="134" y="130"/>
                      </a:lnTo>
                      <a:lnTo>
                        <a:pt x="111" y="110"/>
                      </a:lnTo>
                      <a:lnTo>
                        <a:pt x="69" y="109"/>
                      </a:lnTo>
                      <a:lnTo>
                        <a:pt x="26" y="69"/>
                      </a:lnTo>
                      <a:lnTo>
                        <a:pt x="24" y="48"/>
                      </a:lnTo>
                      <a:lnTo>
                        <a:pt x="0" y="24"/>
                      </a:lnTo>
                      <a:lnTo>
                        <a:pt x="0" y="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9028113" y="4403726"/>
                  <a:ext cx="198438" cy="130175"/>
                </a:xfrm>
                <a:custGeom>
                  <a:avLst/>
                  <a:gdLst/>
                  <a:ahLst/>
                  <a:cxnLst>
                    <a:cxn ang="0">
                      <a:pos x="2" y="2"/>
                    </a:cxn>
                    <a:cxn ang="0">
                      <a:pos x="21" y="0"/>
                    </a:cxn>
                    <a:cxn ang="0">
                      <a:pos x="22" y="19"/>
                    </a:cxn>
                    <a:cxn ang="0">
                      <a:pos x="58" y="19"/>
                    </a:cxn>
                    <a:cxn ang="0">
                      <a:pos x="69" y="12"/>
                    </a:cxn>
                    <a:cxn ang="0">
                      <a:pos x="125" y="60"/>
                    </a:cxn>
                    <a:cxn ang="0">
                      <a:pos x="118" y="82"/>
                    </a:cxn>
                    <a:cxn ang="0">
                      <a:pos x="92" y="57"/>
                    </a:cxn>
                    <a:cxn ang="0">
                      <a:pos x="75" y="72"/>
                    </a:cxn>
                    <a:cxn ang="0">
                      <a:pos x="50" y="48"/>
                    </a:cxn>
                    <a:cxn ang="0">
                      <a:pos x="51" y="35"/>
                    </a:cxn>
                    <a:cxn ang="0">
                      <a:pos x="37" y="37"/>
                    </a:cxn>
                    <a:cxn ang="0">
                      <a:pos x="0" y="13"/>
                    </a:cxn>
                    <a:cxn ang="0">
                      <a:pos x="2" y="2"/>
                    </a:cxn>
                  </a:cxnLst>
                  <a:rect l="0" t="0" r="r" b="b"/>
                  <a:pathLst>
                    <a:path w="125" h="82">
                      <a:moveTo>
                        <a:pt x="2" y="2"/>
                      </a:moveTo>
                      <a:lnTo>
                        <a:pt x="21" y="0"/>
                      </a:lnTo>
                      <a:lnTo>
                        <a:pt x="22" y="19"/>
                      </a:lnTo>
                      <a:lnTo>
                        <a:pt x="58" y="19"/>
                      </a:lnTo>
                      <a:lnTo>
                        <a:pt x="69" y="12"/>
                      </a:lnTo>
                      <a:lnTo>
                        <a:pt x="125" y="60"/>
                      </a:lnTo>
                      <a:lnTo>
                        <a:pt x="118" y="82"/>
                      </a:lnTo>
                      <a:lnTo>
                        <a:pt x="92" y="57"/>
                      </a:lnTo>
                      <a:lnTo>
                        <a:pt x="75" y="72"/>
                      </a:lnTo>
                      <a:lnTo>
                        <a:pt x="50" y="48"/>
                      </a:lnTo>
                      <a:lnTo>
                        <a:pt x="51" y="35"/>
                      </a:lnTo>
                      <a:lnTo>
                        <a:pt x="37" y="37"/>
                      </a:lnTo>
                      <a:lnTo>
                        <a:pt x="0" y="13"/>
                      </a:lnTo>
                      <a:lnTo>
                        <a:pt x="2" y="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8688388" y="4570413"/>
                  <a:ext cx="557213" cy="382588"/>
                </a:xfrm>
                <a:custGeom>
                  <a:avLst/>
                  <a:gdLst/>
                  <a:ahLst/>
                  <a:cxnLst>
                    <a:cxn ang="0">
                      <a:pos x="49" y="60"/>
                    </a:cxn>
                    <a:cxn ang="0">
                      <a:pos x="94" y="60"/>
                    </a:cxn>
                    <a:cxn ang="0">
                      <a:pos x="151" y="12"/>
                    </a:cxn>
                    <a:cxn ang="0">
                      <a:pos x="174" y="30"/>
                    </a:cxn>
                    <a:cxn ang="0">
                      <a:pos x="211" y="0"/>
                    </a:cxn>
                    <a:cxn ang="0">
                      <a:pos x="236" y="0"/>
                    </a:cxn>
                    <a:cxn ang="0">
                      <a:pos x="223" y="17"/>
                    </a:cxn>
                    <a:cxn ang="0">
                      <a:pos x="264" y="45"/>
                    </a:cxn>
                    <a:cxn ang="0">
                      <a:pos x="301" y="21"/>
                    </a:cxn>
                    <a:cxn ang="0">
                      <a:pos x="303" y="65"/>
                    </a:cxn>
                    <a:cxn ang="0">
                      <a:pos x="325" y="85"/>
                    </a:cxn>
                    <a:cxn ang="0">
                      <a:pos x="325" y="103"/>
                    </a:cxn>
                    <a:cxn ang="0">
                      <a:pos x="349" y="119"/>
                    </a:cxn>
                    <a:cxn ang="0">
                      <a:pos x="351" y="167"/>
                    </a:cxn>
                    <a:cxn ang="0">
                      <a:pos x="284" y="224"/>
                    </a:cxn>
                    <a:cxn ang="0">
                      <a:pos x="272" y="226"/>
                    </a:cxn>
                    <a:cxn ang="0">
                      <a:pos x="258" y="240"/>
                    </a:cxn>
                    <a:cxn ang="0">
                      <a:pos x="233" y="241"/>
                    </a:cxn>
                    <a:cxn ang="0">
                      <a:pos x="231" y="236"/>
                    </a:cxn>
                    <a:cxn ang="0">
                      <a:pos x="179" y="234"/>
                    </a:cxn>
                    <a:cxn ang="0">
                      <a:pos x="180" y="221"/>
                    </a:cxn>
                    <a:cxn ang="0">
                      <a:pos x="144" y="195"/>
                    </a:cxn>
                    <a:cxn ang="0">
                      <a:pos x="152" y="180"/>
                    </a:cxn>
                    <a:cxn ang="0">
                      <a:pos x="152" y="172"/>
                    </a:cxn>
                    <a:cxn ang="0">
                      <a:pos x="138" y="164"/>
                    </a:cxn>
                    <a:cxn ang="0">
                      <a:pos x="125" y="164"/>
                    </a:cxn>
                    <a:cxn ang="0">
                      <a:pos x="106" y="183"/>
                    </a:cxn>
                    <a:cxn ang="0">
                      <a:pos x="17" y="186"/>
                    </a:cxn>
                    <a:cxn ang="0">
                      <a:pos x="0" y="166"/>
                    </a:cxn>
                    <a:cxn ang="0">
                      <a:pos x="8" y="154"/>
                    </a:cxn>
                    <a:cxn ang="0">
                      <a:pos x="13" y="94"/>
                    </a:cxn>
                    <a:cxn ang="0">
                      <a:pos x="49" y="60"/>
                    </a:cxn>
                  </a:cxnLst>
                  <a:rect l="0" t="0" r="r" b="b"/>
                  <a:pathLst>
                    <a:path w="351" h="241">
                      <a:moveTo>
                        <a:pt x="49" y="60"/>
                      </a:moveTo>
                      <a:lnTo>
                        <a:pt x="94" y="60"/>
                      </a:lnTo>
                      <a:lnTo>
                        <a:pt x="151" y="12"/>
                      </a:lnTo>
                      <a:lnTo>
                        <a:pt x="174" y="30"/>
                      </a:lnTo>
                      <a:lnTo>
                        <a:pt x="211" y="0"/>
                      </a:lnTo>
                      <a:lnTo>
                        <a:pt x="236" y="0"/>
                      </a:lnTo>
                      <a:lnTo>
                        <a:pt x="223" y="17"/>
                      </a:lnTo>
                      <a:lnTo>
                        <a:pt x="264" y="45"/>
                      </a:lnTo>
                      <a:lnTo>
                        <a:pt x="301" y="21"/>
                      </a:lnTo>
                      <a:lnTo>
                        <a:pt x="303" y="65"/>
                      </a:lnTo>
                      <a:lnTo>
                        <a:pt x="325" y="85"/>
                      </a:lnTo>
                      <a:lnTo>
                        <a:pt x="325" y="103"/>
                      </a:lnTo>
                      <a:lnTo>
                        <a:pt x="349" y="119"/>
                      </a:lnTo>
                      <a:lnTo>
                        <a:pt x="351" y="167"/>
                      </a:lnTo>
                      <a:lnTo>
                        <a:pt x="284" y="224"/>
                      </a:lnTo>
                      <a:lnTo>
                        <a:pt x="272" y="226"/>
                      </a:lnTo>
                      <a:lnTo>
                        <a:pt x="258" y="240"/>
                      </a:lnTo>
                      <a:lnTo>
                        <a:pt x="233" y="241"/>
                      </a:lnTo>
                      <a:lnTo>
                        <a:pt x="231" y="236"/>
                      </a:lnTo>
                      <a:lnTo>
                        <a:pt x="179" y="234"/>
                      </a:lnTo>
                      <a:lnTo>
                        <a:pt x="180" y="221"/>
                      </a:lnTo>
                      <a:lnTo>
                        <a:pt x="144" y="195"/>
                      </a:lnTo>
                      <a:lnTo>
                        <a:pt x="152" y="180"/>
                      </a:lnTo>
                      <a:lnTo>
                        <a:pt x="152" y="172"/>
                      </a:lnTo>
                      <a:lnTo>
                        <a:pt x="138" y="164"/>
                      </a:lnTo>
                      <a:lnTo>
                        <a:pt x="125" y="164"/>
                      </a:lnTo>
                      <a:lnTo>
                        <a:pt x="106" y="183"/>
                      </a:lnTo>
                      <a:lnTo>
                        <a:pt x="17" y="186"/>
                      </a:lnTo>
                      <a:lnTo>
                        <a:pt x="0" y="166"/>
                      </a:lnTo>
                      <a:lnTo>
                        <a:pt x="8" y="154"/>
                      </a:lnTo>
                      <a:lnTo>
                        <a:pt x="13" y="94"/>
                      </a:lnTo>
                      <a:lnTo>
                        <a:pt x="49" y="6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20"/>
                <p:cNvSpPr>
                  <a:spLocks/>
                </p:cNvSpPr>
                <p:nvPr userDrawn="1"/>
              </p:nvSpPr>
              <p:spPr bwMode="auto">
                <a:xfrm>
                  <a:off x="8956676" y="3713163"/>
                  <a:ext cx="122238" cy="157163"/>
                </a:xfrm>
                <a:custGeom>
                  <a:avLst/>
                  <a:gdLst/>
                  <a:ahLst/>
                  <a:cxnLst>
                    <a:cxn ang="0">
                      <a:pos x="0" y="91"/>
                    </a:cxn>
                    <a:cxn ang="0">
                      <a:pos x="3" y="99"/>
                    </a:cxn>
                    <a:cxn ang="0">
                      <a:pos x="28" y="84"/>
                    </a:cxn>
                    <a:cxn ang="0">
                      <a:pos x="31" y="96"/>
                    </a:cxn>
                    <a:cxn ang="0">
                      <a:pos x="69" y="68"/>
                    </a:cxn>
                    <a:cxn ang="0">
                      <a:pos x="70" y="40"/>
                    </a:cxn>
                    <a:cxn ang="0">
                      <a:pos x="77" y="19"/>
                    </a:cxn>
                    <a:cxn ang="0">
                      <a:pos x="67" y="0"/>
                    </a:cxn>
                    <a:cxn ang="0">
                      <a:pos x="59" y="1"/>
                    </a:cxn>
                    <a:cxn ang="0">
                      <a:pos x="55" y="37"/>
                    </a:cxn>
                    <a:cxn ang="0">
                      <a:pos x="40" y="48"/>
                    </a:cxn>
                    <a:cxn ang="0">
                      <a:pos x="32" y="68"/>
                    </a:cxn>
                    <a:cxn ang="0">
                      <a:pos x="11" y="75"/>
                    </a:cxn>
                    <a:cxn ang="0">
                      <a:pos x="1" y="87"/>
                    </a:cxn>
                  </a:cxnLst>
                  <a:rect l="0" t="0" r="r" b="b"/>
                  <a:pathLst>
                    <a:path w="77" h="99">
                      <a:moveTo>
                        <a:pt x="0" y="91"/>
                      </a:moveTo>
                      <a:lnTo>
                        <a:pt x="3" y="99"/>
                      </a:lnTo>
                      <a:lnTo>
                        <a:pt x="28" y="84"/>
                      </a:lnTo>
                      <a:lnTo>
                        <a:pt x="31" y="96"/>
                      </a:lnTo>
                      <a:lnTo>
                        <a:pt x="69" y="68"/>
                      </a:lnTo>
                      <a:lnTo>
                        <a:pt x="70" y="40"/>
                      </a:lnTo>
                      <a:lnTo>
                        <a:pt x="77" y="19"/>
                      </a:lnTo>
                      <a:lnTo>
                        <a:pt x="67" y="0"/>
                      </a:lnTo>
                      <a:lnTo>
                        <a:pt x="59" y="1"/>
                      </a:lnTo>
                      <a:lnTo>
                        <a:pt x="55" y="37"/>
                      </a:lnTo>
                      <a:lnTo>
                        <a:pt x="40" y="48"/>
                      </a:lnTo>
                      <a:lnTo>
                        <a:pt x="32" y="68"/>
                      </a:lnTo>
                      <a:lnTo>
                        <a:pt x="11" y="75"/>
                      </a:lnTo>
                      <a:lnTo>
                        <a:pt x="1" y="87"/>
                      </a:lnTo>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22"/>
                <p:cNvSpPr>
                  <a:spLocks/>
                </p:cNvSpPr>
                <p:nvPr userDrawn="1"/>
              </p:nvSpPr>
              <p:spPr bwMode="auto">
                <a:xfrm>
                  <a:off x="9040813" y="3621088"/>
                  <a:ext cx="73025" cy="79375"/>
                </a:xfrm>
                <a:custGeom>
                  <a:avLst/>
                  <a:gdLst/>
                  <a:ahLst/>
                  <a:cxnLst>
                    <a:cxn ang="0">
                      <a:pos x="5" y="50"/>
                    </a:cxn>
                    <a:cxn ang="0">
                      <a:pos x="12" y="47"/>
                    </a:cxn>
                    <a:cxn ang="0">
                      <a:pos x="17" y="36"/>
                    </a:cxn>
                    <a:cxn ang="0">
                      <a:pos x="29" y="45"/>
                    </a:cxn>
                    <a:cxn ang="0">
                      <a:pos x="33" y="34"/>
                    </a:cxn>
                    <a:cxn ang="0">
                      <a:pos x="46" y="30"/>
                    </a:cxn>
                    <a:cxn ang="0">
                      <a:pos x="42" y="15"/>
                    </a:cxn>
                    <a:cxn ang="0">
                      <a:pos x="33" y="16"/>
                    </a:cxn>
                    <a:cxn ang="0">
                      <a:pos x="13" y="0"/>
                    </a:cxn>
                    <a:cxn ang="0">
                      <a:pos x="13" y="26"/>
                    </a:cxn>
                    <a:cxn ang="0">
                      <a:pos x="7" y="34"/>
                    </a:cxn>
                    <a:cxn ang="0">
                      <a:pos x="0" y="43"/>
                    </a:cxn>
                    <a:cxn ang="0">
                      <a:pos x="5" y="50"/>
                    </a:cxn>
                  </a:cxnLst>
                  <a:rect l="0" t="0" r="r" b="b"/>
                  <a:pathLst>
                    <a:path w="46" h="50">
                      <a:moveTo>
                        <a:pt x="5" y="50"/>
                      </a:moveTo>
                      <a:lnTo>
                        <a:pt x="12" y="47"/>
                      </a:lnTo>
                      <a:lnTo>
                        <a:pt x="17" y="36"/>
                      </a:lnTo>
                      <a:lnTo>
                        <a:pt x="29" y="45"/>
                      </a:lnTo>
                      <a:lnTo>
                        <a:pt x="33" y="34"/>
                      </a:lnTo>
                      <a:lnTo>
                        <a:pt x="46" y="30"/>
                      </a:lnTo>
                      <a:lnTo>
                        <a:pt x="42" y="15"/>
                      </a:lnTo>
                      <a:lnTo>
                        <a:pt x="33" y="16"/>
                      </a:lnTo>
                      <a:lnTo>
                        <a:pt x="13" y="0"/>
                      </a:lnTo>
                      <a:lnTo>
                        <a:pt x="13" y="26"/>
                      </a:lnTo>
                      <a:lnTo>
                        <a:pt x="7" y="34"/>
                      </a:lnTo>
                      <a:lnTo>
                        <a:pt x="0" y="43"/>
                      </a:lnTo>
                      <a:lnTo>
                        <a:pt x="5" y="5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24"/>
                <p:cNvSpPr>
                  <a:spLocks/>
                </p:cNvSpPr>
                <p:nvPr userDrawn="1"/>
              </p:nvSpPr>
              <p:spPr bwMode="auto">
                <a:xfrm>
                  <a:off x="9383713" y="4995863"/>
                  <a:ext cx="115888" cy="122238"/>
                </a:xfrm>
                <a:custGeom>
                  <a:avLst/>
                  <a:gdLst/>
                  <a:ahLst/>
                  <a:cxnLst>
                    <a:cxn ang="0">
                      <a:pos x="0" y="74"/>
                    </a:cxn>
                    <a:cxn ang="0">
                      <a:pos x="24" y="77"/>
                    </a:cxn>
                    <a:cxn ang="0">
                      <a:pos x="31" y="70"/>
                    </a:cxn>
                    <a:cxn ang="0">
                      <a:pos x="48" y="41"/>
                    </a:cxn>
                    <a:cxn ang="0">
                      <a:pos x="61" y="41"/>
                    </a:cxn>
                    <a:cxn ang="0">
                      <a:pos x="61" y="34"/>
                    </a:cxn>
                    <a:cxn ang="0">
                      <a:pos x="73" y="20"/>
                    </a:cxn>
                    <a:cxn ang="0">
                      <a:pos x="70" y="8"/>
                    </a:cxn>
                    <a:cxn ang="0">
                      <a:pos x="62" y="7"/>
                    </a:cxn>
                    <a:cxn ang="0">
                      <a:pos x="58" y="0"/>
                    </a:cxn>
                    <a:cxn ang="0">
                      <a:pos x="54" y="2"/>
                    </a:cxn>
                    <a:cxn ang="0">
                      <a:pos x="50" y="16"/>
                    </a:cxn>
                    <a:cxn ang="0">
                      <a:pos x="34" y="35"/>
                    </a:cxn>
                    <a:cxn ang="0">
                      <a:pos x="21" y="39"/>
                    </a:cxn>
                    <a:cxn ang="0">
                      <a:pos x="1" y="57"/>
                    </a:cxn>
                    <a:cxn ang="0">
                      <a:pos x="0" y="74"/>
                    </a:cxn>
                  </a:cxnLst>
                  <a:rect l="0" t="0" r="r" b="b"/>
                  <a:pathLst>
                    <a:path w="73" h="77">
                      <a:moveTo>
                        <a:pt x="0" y="74"/>
                      </a:moveTo>
                      <a:lnTo>
                        <a:pt x="24" y="77"/>
                      </a:lnTo>
                      <a:lnTo>
                        <a:pt x="31" y="70"/>
                      </a:lnTo>
                      <a:lnTo>
                        <a:pt x="48" y="41"/>
                      </a:lnTo>
                      <a:lnTo>
                        <a:pt x="61" y="41"/>
                      </a:lnTo>
                      <a:lnTo>
                        <a:pt x="61" y="34"/>
                      </a:lnTo>
                      <a:lnTo>
                        <a:pt x="73" y="20"/>
                      </a:lnTo>
                      <a:lnTo>
                        <a:pt x="70" y="8"/>
                      </a:lnTo>
                      <a:lnTo>
                        <a:pt x="62" y="7"/>
                      </a:lnTo>
                      <a:lnTo>
                        <a:pt x="58" y="0"/>
                      </a:lnTo>
                      <a:lnTo>
                        <a:pt x="54" y="2"/>
                      </a:lnTo>
                      <a:lnTo>
                        <a:pt x="50" y="16"/>
                      </a:lnTo>
                      <a:lnTo>
                        <a:pt x="34" y="35"/>
                      </a:lnTo>
                      <a:lnTo>
                        <a:pt x="21" y="39"/>
                      </a:lnTo>
                      <a:lnTo>
                        <a:pt x="1" y="57"/>
                      </a:lnTo>
                      <a:lnTo>
                        <a:pt x="0" y="7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25"/>
                <p:cNvSpPr>
                  <a:spLocks/>
                </p:cNvSpPr>
                <p:nvPr userDrawn="1"/>
              </p:nvSpPr>
              <p:spPr bwMode="auto">
                <a:xfrm>
                  <a:off x="9490076" y="4900613"/>
                  <a:ext cx="73025" cy="119063"/>
                </a:xfrm>
                <a:custGeom>
                  <a:avLst/>
                  <a:gdLst/>
                  <a:ahLst/>
                  <a:cxnLst>
                    <a:cxn ang="0">
                      <a:pos x="3" y="56"/>
                    </a:cxn>
                    <a:cxn ang="0">
                      <a:pos x="12" y="58"/>
                    </a:cxn>
                    <a:cxn ang="0">
                      <a:pos x="13" y="72"/>
                    </a:cxn>
                    <a:cxn ang="0">
                      <a:pos x="18" y="75"/>
                    </a:cxn>
                    <a:cxn ang="0">
                      <a:pos x="46" y="45"/>
                    </a:cxn>
                    <a:cxn ang="0">
                      <a:pos x="41" y="32"/>
                    </a:cxn>
                    <a:cxn ang="0">
                      <a:pos x="32" y="35"/>
                    </a:cxn>
                    <a:cxn ang="0">
                      <a:pos x="23" y="22"/>
                    </a:cxn>
                    <a:cxn ang="0">
                      <a:pos x="17" y="22"/>
                    </a:cxn>
                    <a:cxn ang="0">
                      <a:pos x="14" y="11"/>
                    </a:cxn>
                    <a:cxn ang="0">
                      <a:pos x="2" y="0"/>
                    </a:cxn>
                    <a:cxn ang="0">
                      <a:pos x="0" y="12"/>
                    </a:cxn>
                    <a:cxn ang="0">
                      <a:pos x="9" y="22"/>
                    </a:cxn>
                    <a:cxn ang="0">
                      <a:pos x="14" y="36"/>
                    </a:cxn>
                    <a:cxn ang="0">
                      <a:pos x="12" y="43"/>
                    </a:cxn>
                    <a:cxn ang="0">
                      <a:pos x="3" y="45"/>
                    </a:cxn>
                    <a:cxn ang="0">
                      <a:pos x="3" y="56"/>
                    </a:cxn>
                  </a:cxnLst>
                  <a:rect l="0" t="0" r="r" b="b"/>
                  <a:pathLst>
                    <a:path w="46" h="75">
                      <a:moveTo>
                        <a:pt x="3" y="56"/>
                      </a:moveTo>
                      <a:lnTo>
                        <a:pt x="12" y="58"/>
                      </a:lnTo>
                      <a:lnTo>
                        <a:pt x="13" y="72"/>
                      </a:lnTo>
                      <a:lnTo>
                        <a:pt x="18" y="75"/>
                      </a:lnTo>
                      <a:lnTo>
                        <a:pt x="46" y="45"/>
                      </a:lnTo>
                      <a:lnTo>
                        <a:pt x="41" y="32"/>
                      </a:lnTo>
                      <a:lnTo>
                        <a:pt x="32" y="35"/>
                      </a:lnTo>
                      <a:lnTo>
                        <a:pt x="23" y="22"/>
                      </a:lnTo>
                      <a:lnTo>
                        <a:pt x="17" y="22"/>
                      </a:lnTo>
                      <a:lnTo>
                        <a:pt x="14" y="11"/>
                      </a:lnTo>
                      <a:lnTo>
                        <a:pt x="2" y="0"/>
                      </a:lnTo>
                      <a:lnTo>
                        <a:pt x="0" y="12"/>
                      </a:lnTo>
                      <a:lnTo>
                        <a:pt x="9" y="22"/>
                      </a:lnTo>
                      <a:lnTo>
                        <a:pt x="14" y="36"/>
                      </a:lnTo>
                      <a:lnTo>
                        <a:pt x="12" y="43"/>
                      </a:lnTo>
                      <a:lnTo>
                        <a:pt x="3" y="45"/>
                      </a:lnTo>
                      <a:lnTo>
                        <a:pt x="3" y="56"/>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1"/>
                <p:cNvSpPr>
                  <a:spLocks/>
                </p:cNvSpPr>
                <p:nvPr userDrawn="1"/>
              </p:nvSpPr>
              <p:spPr bwMode="auto">
                <a:xfrm>
                  <a:off x="7856538" y="4543426"/>
                  <a:ext cx="95250" cy="146050"/>
                </a:xfrm>
                <a:custGeom>
                  <a:avLst/>
                  <a:gdLst/>
                  <a:ahLst/>
                  <a:cxnLst>
                    <a:cxn ang="0">
                      <a:pos x="1" y="92"/>
                    </a:cxn>
                    <a:cxn ang="0">
                      <a:pos x="0" y="70"/>
                    </a:cxn>
                    <a:cxn ang="0">
                      <a:pos x="11" y="61"/>
                    </a:cxn>
                    <a:cxn ang="0">
                      <a:pos x="13" y="21"/>
                    </a:cxn>
                    <a:cxn ang="0">
                      <a:pos x="29" y="22"/>
                    </a:cxn>
                    <a:cxn ang="0">
                      <a:pos x="57" y="0"/>
                    </a:cxn>
                    <a:cxn ang="0">
                      <a:pos x="60" y="17"/>
                    </a:cxn>
                    <a:cxn ang="0">
                      <a:pos x="40" y="39"/>
                    </a:cxn>
                    <a:cxn ang="0">
                      <a:pos x="36" y="63"/>
                    </a:cxn>
                    <a:cxn ang="0">
                      <a:pos x="26" y="66"/>
                    </a:cxn>
                    <a:cxn ang="0">
                      <a:pos x="17" y="73"/>
                    </a:cxn>
                    <a:cxn ang="0">
                      <a:pos x="16" y="90"/>
                    </a:cxn>
                    <a:cxn ang="0">
                      <a:pos x="1" y="92"/>
                    </a:cxn>
                  </a:cxnLst>
                  <a:rect l="0" t="0" r="r" b="b"/>
                  <a:pathLst>
                    <a:path w="60" h="92">
                      <a:moveTo>
                        <a:pt x="1" y="92"/>
                      </a:moveTo>
                      <a:lnTo>
                        <a:pt x="0" y="70"/>
                      </a:lnTo>
                      <a:lnTo>
                        <a:pt x="11" y="61"/>
                      </a:lnTo>
                      <a:lnTo>
                        <a:pt x="13" y="21"/>
                      </a:lnTo>
                      <a:lnTo>
                        <a:pt x="29" y="22"/>
                      </a:lnTo>
                      <a:lnTo>
                        <a:pt x="57" y="0"/>
                      </a:lnTo>
                      <a:lnTo>
                        <a:pt x="60" y="17"/>
                      </a:lnTo>
                      <a:lnTo>
                        <a:pt x="40" y="39"/>
                      </a:lnTo>
                      <a:lnTo>
                        <a:pt x="36" y="63"/>
                      </a:lnTo>
                      <a:lnTo>
                        <a:pt x="26" y="66"/>
                      </a:lnTo>
                      <a:lnTo>
                        <a:pt x="17" y="73"/>
                      </a:lnTo>
                      <a:lnTo>
                        <a:pt x="16" y="90"/>
                      </a:lnTo>
                      <a:lnTo>
                        <a:pt x="1" y="9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16"/>
                <p:cNvSpPr>
                  <a:spLocks/>
                </p:cNvSpPr>
                <p:nvPr userDrawn="1"/>
              </p:nvSpPr>
              <p:spPr bwMode="auto">
                <a:xfrm>
                  <a:off x="7258051" y="3683001"/>
                  <a:ext cx="60325" cy="114300"/>
                </a:xfrm>
                <a:custGeom>
                  <a:avLst/>
                  <a:gdLst/>
                  <a:ahLst/>
                  <a:cxnLst>
                    <a:cxn ang="0">
                      <a:pos x="14" y="72"/>
                    </a:cxn>
                    <a:cxn ang="0">
                      <a:pos x="38" y="65"/>
                    </a:cxn>
                    <a:cxn ang="0">
                      <a:pos x="22" y="21"/>
                    </a:cxn>
                    <a:cxn ang="0">
                      <a:pos x="30" y="7"/>
                    </a:cxn>
                    <a:cxn ang="0">
                      <a:pos x="19" y="10"/>
                    </a:cxn>
                    <a:cxn ang="0">
                      <a:pos x="22" y="1"/>
                    </a:cxn>
                    <a:cxn ang="0">
                      <a:pos x="9" y="0"/>
                    </a:cxn>
                    <a:cxn ang="0">
                      <a:pos x="9" y="25"/>
                    </a:cxn>
                    <a:cxn ang="0">
                      <a:pos x="14" y="36"/>
                    </a:cxn>
                    <a:cxn ang="0">
                      <a:pos x="4" y="54"/>
                    </a:cxn>
                    <a:cxn ang="0">
                      <a:pos x="12" y="57"/>
                    </a:cxn>
                    <a:cxn ang="0">
                      <a:pos x="0" y="72"/>
                    </a:cxn>
                    <a:cxn ang="0">
                      <a:pos x="14" y="72"/>
                    </a:cxn>
                  </a:cxnLst>
                  <a:rect l="0" t="0" r="r" b="b"/>
                  <a:pathLst>
                    <a:path w="38" h="72">
                      <a:moveTo>
                        <a:pt x="14" y="72"/>
                      </a:moveTo>
                      <a:lnTo>
                        <a:pt x="38" y="65"/>
                      </a:lnTo>
                      <a:lnTo>
                        <a:pt x="22" y="21"/>
                      </a:lnTo>
                      <a:lnTo>
                        <a:pt x="30" y="7"/>
                      </a:lnTo>
                      <a:lnTo>
                        <a:pt x="19" y="10"/>
                      </a:lnTo>
                      <a:lnTo>
                        <a:pt x="22" y="1"/>
                      </a:lnTo>
                      <a:lnTo>
                        <a:pt x="9" y="0"/>
                      </a:lnTo>
                      <a:lnTo>
                        <a:pt x="9" y="25"/>
                      </a:lnTo>
                      <a:lnTo>
                        <a:pt x="14" y="36"/>
                      </a:lnTo>
                      <a:lnTo>
                        <a:pt x="4" y="54"/>
                      </a:lnTo>
                      <a:lnTo>
                        <a:pt x="12" y="57"/>
                      </a:lnTo>
                      <a:lnTo>
                        <a:pt x="0" y="72"/>
                      </a:lnTo>
                      <a:lnTo>
                        <a:pt x="14"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23"/>
                <p:cNvSpPr>
                  <a:spLocks/>
                </p:cNvSpPr>
                <p:nvPr userDrawn="1"/>
              </p:nvSpPr>
              <p:spPr bwMode="auto">
                <a:xfrm>
                  <a:off x="9393238" y="5130801"/>
                  <a:ext cx="20638" cy="22225"/>
                </a:xfrm>
                <a:custGeom>
                  <a:avLst/>
                  <a:gdLst/>
                  <a:ahLst/>
                  <a:cxnLst>
                    <a:cxn ang="0">
                      <a:pos x="7" y="14"/>
                    </a:cxn>
                    <a:cxn ang="0">
                      <a:pos x="13" y="10"/>
                    </a:cxn>
                    <a:cxn ang="0">
                      <a:pos x="10" y="1"/>
                    </a:cxn>
                    <a:cxn ang="0">
                      <a:pos x="0" y="0"/>
                    </a:cxn>
                    <a:cxn ang="0">
                      <a:pos x="2" y="9"/>
                    </a:cxn>
                    <a:cxn ang="0">
                      <a:pos x="1" y="13"/>
                    </a:cxn>
                    <a:cxn ang="0">
                      <a:pos x="7" y="14"/>
                    </a:cxn>
                  </a:cxnLst>
                  <a:rect l="0" t="0" r="r" b="b"/>
                  <a:pathLst>
                    <a:path w="13" h="14">
                      <a:moveTo>
                        <a:pt x="7" y="14"/>
                      </a:moveTo>
                      <a:lnTo>
                        <a:pt x="13" y="10"/>
                      </a:lnTo>
                      <a:lnTo>
                        <a:pt x="10" y="1"/>
                      </a:lnTo>
                      <a:lnTo>
                        <a:pt x="0" y="0"/>
                      </a:lnTo>
                      <a:lnTo>
                        <a:pt x="2" y="9"/>
                      </a:lnTo>
                      <a:lnTo>
                        <a:pt x="1" y="13"/>
                      </a:lnTo>
                      <a:lnTo>
                        <a:pt x="7" y="1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noFill/>
                  </a:endParaRPr>
                </a:p>
              </p:txBody>
            </p:sp>
            <p:sp>
              <p:nvSpPr>
                <p:cNvPr id="209" name="Freeform 17"/>
                <p:cNvSpPr>
                  <a:spLocks/>
                </p:cNvSpPr>
                <p:nvPr userDrawn="1"/>
              </p:nvSpPr>
              <p:spPr bwMode="auto">
                <a:xfrm>
                  <a:off x="7213601" y="3740151"/>
                  <a:ext cx="44450" cy="41275"/>
                </a:xfrm>
                <a:custGeom>
                  <a:avLst/>
                  <a:gdLst/>
                  <a:ahLst/>
                  <a:cxnLst>
                    <a:cxn ang="0">
                      <a:pos x="20" y="3"/>
                    </a:cxn>
                    <a:cxn ang="0">
                      <a:pos x="28" y="9"/>
                    </a:cxn>
                    <a:cxn ang="0">
                      <a:pos x="22" y="23"/>
                    </a:cxn>
                    <a:cxn ang="0">
                      <a:pos x="3" y="26"/>
                    </a:cxn>
                    <a:cxn ang="0">
                      <a:pos x="1" y="19"/>
                    </a:cxn>
                    <a:cxn ang="0">
                      <a:pos x="5" y="16"/>
                    </a:cxn>
                    <a:cxn ang="0">
                      <a:pos x="0" y="13"/>
                    </a:cxn>
                    <a:cxn ang="0">
                      <a:pos x="1" y="6"/>
                    </a:cxn>
                    <a:cxn ang="0">
                      <a:pos x="7" y="6"/>
                    </a:cxn>
                    <a:cxn ang="0">
                      <a:pos x="11" y="0"/>
                    </a:cxn>
                    <a:cxn ang="0">
                      <a:pos x="17" y="0"/>
                    </a:cxn>
                    <a:cxn ang="0">
                      <a:pos x="20" y="3"/>
                    </a:cxn>
                  </a:cxnLst>
                  <a:rect l="0" t="0" r="r" b="b"/>
                  <a:pathLst>
                    <a:path w="28" h="26">
                      <a:moveTo>
                        <a:pt x="20" y="3"/>
                      </a:moveTo>
                      <a:lnTo>
                        <a:pt x="28" y="9"/>
                      </a:lnTo>
                      <a:lnTo>
                        <a:pt x="22" y="23"/>
                      </a:lnTo>
                      <a:lnTo>
                        <a:pt x="3" y="26"/>
                      </a:lnTo>
                      <a:lnTo>
                        <a:pt x="1" y="19"/>
                      </a:lnTo>
                      <a:lnTo>
                        <a:pt x="5" y="16"/>
                      </a:lnTo>
                      <a:lnTo>
                        <a:pt x="0" y="13"/>
                      </a:lnTo>
                      <a:lnTo>
                        <a:pt x="1" y="6"/>
                      </a:lnTo>
                      <a:lnTo>
                        <a:pt x="7" y="6"/>
                      </a:lnTo>
                      <a:lnTo>
                        <a:pt x="11" y="0"/>
                      </a:lnTo>
                      <a:lnTo>
                        <a:pt x="17" y="0"/>
                      </a:lnTo>
                      <a:lnTo>
                        <a:pt x="20" y="3"/>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88" name="Freeform 19"/>
              <p:cNvSpPr>
                <a:spLocks/>
              </p:cNvSpPr>
              <p:nvPr userDrawn="1"/>
            </p:nvSpPr>
            <p:spPr bwMode="auto">
              <a:xfrm>
                <a:off x="8873856" y="4479060"/>
                <a:ext cx="51328" cy="74792"/>
              </a:xfrm>
              <a:custGeom>
                <a:avLst/>
                <a:gdLst/>
                <a:ahLst/>
                <a:cxnLst>
                  <a:cxn ang="0">
                    <a:pos x="0" y="0"/>
                  </a:cxn>
                  <a:cxn ang="0">
                    <a:pos x="17" y="0"/>
                  </a:cxn>
                  <a:cxn ang="0">
                    <a:pos x="18" y="14"/>
                  </a:cxn>
                  <a:cxn ang="0">
                    <a:pos x="18" y="25"/>
                  </a:cxn>
                  <a:cxn ang="0">
                    <a:pos x="30" y="31"/>
                  </a:cxn>
                  <a:cxn ang="0">
                    <a:pos x="35" y="40"/>
                  </a:cxn>
                  <a:cxn ang="0">
                    <a:pos x="29" y="51"/>
                  </a:cxn>
                  <a:cxn ang="0">
                    <a:pos x="15" y="50"/>
                  </a:cxn>
                  <a:cxn ang="0">
                    <a:pos x="6" y="40"/>
                  </a:cxn>
                  <a:cxn ang="0">
                    <a:pos x="15" y="37"/>
                  </a:cxn>
                  <a:cxn ang="0">
                    <a:pos x="14" y="27"/>
                  </a:cxn>
                  <a:cxn ang="0">
                    <a:pos x="5" y="20"/>
                  </a:cxn>
                  <a:cxn ang="0">
                    <a:pos x="0" y="0"/>
                  </a:cxn>
                </a:cxnLst>
                <a:rect l="0" t="0" r="r" b="b"/>
                <a:pathLst>
                  <a:path w="35" h="51">
                    <a:moveTo>
                      <a:pt x="0" y="0"/>
                    </a:moveTo>
                    <a:lnTo>
                      <a:pt x="17" y="0"/>
                    </a:lnTo>
                    <a:lnTo>
                      <a:pt x="18" y="14"/>
                    </a:lnTo>
                    <a:lnTo>
                      <a:pt x="18" y="25"/>
                    </a:lnTo>
                    <a:lnTo>
                      <a:pt x="30" y="31"/>
                    </a:lnTo>
                    <a:lnTo>
                      <a:pt x="35" y="40"/>
                    </a:lnTo>
                    <a:lnTo>
                      <a:pt x="29" y="51"/>
                    </a:lnTo>
                    <a:lnTo>
                      <a:pt x="15" y="50"/>
                    </a:lnTo>
                    <a:lnTo>
                      <a:pt x="6" y="40"/>
                    </a:lnTo>
                    <a:lnTo>
                      <a:pt x="15" y="37"/>
                    </a:lnTo>
                    <a:lnTo>
                      <a:pt x="14" y="27"/>
                    </a:lnTo>
                    <a:lnTo>
                      <a:pt x="5" y="20"/>
                    </a:lnTo>
                    <a:lnTo>
                      <a:pt x="0"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21"/>
              <p:cNvSpPr>
                <a:spLocks/>
              </p:cNvSpPr>
              <p:nvPr userDrawn="1"/>
            </p:nvSpPr>
            <p:spPr bwMode="auto">
              <a:xfrm>
                <a:off x="8966245" y="4218023"/>
                <a:ext cx="24931" cy="43995"/>
              </a:xfrm>
              <a:custGeom>
                <a:avLst/>
                <a:gdLst/>
                <a:ahLst/>
                <a:cxnLst>
                  <a:cxn ang="0">
                    <a:pos x="15" y="30"/>
                  </a:cxn>
                  <a:cxn ang="0">
                    <a:pos x="6" y="16"/>
                  </a:cxn>
                  <a:cxn ang="0">
                    <a:pos x="0" y="7"/>
                  </a:cxn>
                  <a:cxn ang="0">
                    <a:pos x="7" y="0"/>
                  </a:cxn>
                  <a:cxn ang="0">
                    <a:pos x="17" y="8"/>
                  </a:cxn>
                  <a:cxn ang="0">
                    <a:pos x="15" y="30"/>
                  </a:cxn>
                </a:cxnLst>
                <a:rect l="0" t="0" r="r" b="b"/>
                <a:pathLst>
                  <a:path w="17" h="30">
                    <a:moveTo>
                      <a:pt x="15" y="30"/>
                    </a:moveTo>
                    <a:lnTo>
                      <a:pt x="6" y="16"/>
                    </a:lnTo>
                    <a:lnTo>
                      <a:pt x="0" y="7"/>
                    </a:lnTo>
                    <a:lnTo>
                      <a:pt x="7" y="0"/>
                    </a:lnTo>
                    <a:lnTo>
                      <a:pt x="17" y="8"/>
                    </a:lnTo>
                    <a:lnTo>
                      <a:pt x="15" y="3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Oval 68"/>
              <p:cNvSpPr>
                <a:spLocks noChangeArrowheads="1"/>
              </p:cNvSpPr>
              <p:nvPr userDrawn="1"/>
            </p:nvSpPr>
            <p:spPr bwMode="auto">
              <a:xfrm>
                <a:off x="8848925" y="4398402"/>
                <a:ext cx="29330" cy="30797"/>
              </a:xfrm>
              <a:prstGeom prst="ellipse">
                <a:avLst/>
              </a:prstGeom>
              <a:noFill/>
              <a:ln w="9525">
                <a:solidFill>
                  <a:schemeClr val="bg1">
                    <a:lumMod val="85000"/>
                  </a:schemeClr>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18"/>
              <p:cNvSpPr>
                <a:spLocks/>
              </p:cNvSpPr>
              <p:nvPr userDrawn="1"/>
            </p:nvSpPr>
            <p:spPr bwMode="auto">
              <a:xfrm>
                <a:off x="8841593" y="4394003"/>
                <a:ext cx="32263" cy="27864"/>
              </a:xfrm>
              <a:custGeom>
                <a:avLst/>
                <a:gdLst/>
                <a:ahLst/>
                <a:cxnLst>
                  <a:cxn ang="0">
                    <a:pos x="9" y="0"/>
                  </a:cxn>
                  <a:cxn ang="0">
                    <a:pos x="0" y="15"/>
                  </a:cxn>
                  <a:cxn ang="0">
                    <a:pos x="11" y="19"/>
                  </a:cxn>
                  <a:cxn ang="0">
                    <a:pos x="22" y="17"/>
                  </a:cxn>
                  <a:cxn ang="0">
                    <a:pos x="9" y="0"/>
                  </a:cxn>
                </a:cxnLst>
                <a:rect l="0" t="0" r="r" b="b"/>
                <a:pathLst>
                  <a:path w="22" h="19">
                    <a:moveTo>
                      <a:pt x="9" y="0"/>
                    </a:moveTo>
                    <a:lnTo>
                      <a:pt x="0" y="15"/>
                    </a:lnTo>
                    <a:lnTo>
                      <a:pt x="11" y="19"/>
                    </a:lnTo>
                    <a:lnTo>
                      <a:pt x="22" y="17"/>
                    </a:lnTo>
                    <a:lnTo>
                      <a:pt x="9"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77"/>
            <p:cNvGrpSpPr/>
            <p:nvPr userDrawn="1"/>
          </p:nvGrpSpPr>
          <p:grpSpPr>
            <a:xfrm>
              <a:off x="6087506" y="3983383"/>
              <a:ext cx="3425744" cy="1287587"/>
              <a:chOff x="6087506" y="3983383"/>
              <a:chExt cx="3425744" cy="1287587"/>
            </a:xfrm>
            <a:solidFill>
              <a:schemeClr val="accent6"/>
            </a:solidFill>
          </p:grpSpPr>
          <p:sp>
            <p:nvSpPr>
              <p:cNvPr id="79" name="Oval 26"/>
              <p:cNvSpPr>
                <a:spLocks noChangeArrowheads="1"/>
              </p:cNvSpPr>
              <p:nvPr userDrawn="1"/>
            </p:nvSpPr>
            <p:spPr bwMode="auto">
              <a:xfrm>
                <a:off x="6496659" y="4839819"/>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Oval 27"/>
              <p:cNvSpPr>
                <a:spLocks noChangeArrowheads="1"/>
              </p:cNvSpPr>
              <p:nvPr userDrawn="1"/>
            </p:nvSpPr>
            <p:spPr bwMode="auto">
              <a:xfrm>
                <a:off x="6437999" y="460224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Oval 28"/>
              <p:cNvSpPr>
                <a:spLocks noChangeArrowheads="1"/>
              </p:cNvSpPr>
              <p:nvPr userDrawn="1"/>
            </p:nvSpPr>
            <p:spPr bwMode="auto">
              <a:xfrm>
                <a:off x="9114362" y="503779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Oval 29"/>
              <p:cNvSpPr>
                <a:spLocks noChangeArrowheads="1"/>
              </p:cNvSpPr>
              <p:nvPr userDrawn="1"/>
            </p:nvSpPr>
            <p:spPr bwMode="auto">
              <a:xfrm>
                <a:off x="9483920" y="524017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Oval 30"/>
              <p:cNvSpPr>
                <a:spLocks noChangeArrowheads="1"/>
              </p:cNvSpPr>
              <p:nvPr userDrawn="1"/>
            </p:nvSpPr>
            <p:spPr bwMode="auto">
              <a:xfrm>
                <a:off x="8816662" y="466090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Oval 31"/>
              <p:cNvSpPr>
                <a:spLocks noChangeArrowheads="1"/>
              </p:cNvSpPr>
              <p:nvPr userDrawn="1"/>
            </p:nvSpPr>
            <p:spPr bwMode="auto">
              <a:xfrm>
                <a:off x="8643615" y="425028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Oval 32"/>
              <p:cNvSpPr>
                <a:spLocks noChangeArrowheads="1"/>
              </p:cNvSpPr>
              <p:nvPr userDrawn="1"/>
            </p:nvSpPr>
            <p:spPr bwMode="auto">
              <a:xfrm>
                <a:off x="8894387" y="4499591"/>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Oval 33"/>
              <p:cNvSpPr>
                <a:spLocks noChangeArrowheads="1"/>
              </p:cNvSpPr>
              <p:nvPr userDrawn="1"/>
            </p:nvSpPr>
            <p:spPr bwMode="auto">
              <a:xfrm>
                <a:off x="9061568" y="41564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Oval 34"/>
              <p:cNvSpPr>
                <a:spLocks noChangeArrowheads="1"/>
              </p:cNvSpPr>
              <p:nvPr userDrawn="1"/>
            </p:nvSpPr>
            <p:spPr bwMode="auto">
              <a:xfrm>
                <a:off x="8351782" y="4437998"/>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Oval 35"/>
              <p:cNvSpPr>
                <a:spLocks noChangeArrowheads="1"/>
              </p:cNvSpPr>
              <p:nvPr userDrawn="1"/>
            </p:nvSpPr>
            <p:spPr bwMode="auto">
              <a:xfrm>
                <a:off x="8086345" y="445119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9" name="Oval 36"/>
              <p:cNvSpPr>
                <a:spLocks noChangeArrowheads="1"/>
              </p:cNvSpPr>
              <p:nvPr userDrawn="1"/>
            </p:nvSpPr>
            <p:spPr bwMode="auto">
              <a:xfrm>
                <a:off x="7666926" y="503339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Oval 37"/>
              <p:cNvSpPr>
                <a:spLocks noChangeArrowheads="1"/>
              </p:cNvSpPr>
              <p:nvPr userDrawn="1"/>
            </p:nvSpPr>
            <p:spPr bwMode="auto">
              <a:xfrm>
                <a:off x="7436686" y="4118301"/>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Oval 38"/>
              <p:cNvSpPr>
                <a:spLocks noChangeArrowheads="1"/>
              </p:cNvSpPr>
              <p:nvPr userDrawn="1"/>
            </p:nvSpPr>
            <p:spPr bwMode="auto">
              <a:xfrm>
                <a:off x="7376559" y="410363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Oval 39"/>
              <p:cNvSpPr>
                <a:spLocks noChangeArrowheads="1"/>
              </p:cNvSpPr>
              <p:nvPr userDrawn="1"/>
            </p:nvSpPr>
            <p:spPr bwMode="auto">
              <a:xfrm>
                <a:off x="7556939" y="407723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Oval 40"/>
              <p:cNvSpPr>
                <a:spLocks noChangeArrowheads="1"/>
              </p:cNvSpPr>
              <p:nvPr userDrawn="1"/>
            </p:nvSpPr>
            <p:spPr bwMode="auto">
              <a:xfrm>
                <a:off x="7457217" y="417549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Oval 41"/>
              <p:cNvSpPr>
                <a:spLocks noChangeArrowheads="1"/>
              </p:cNvSpPr>
              <p:nvPr userDrawn="1"/>
            </p:nvSpPr>
            <p:spPr bwMode="auto">
              <a:xfrm>
                <a:off x="7549606" y="416962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Oval 42"/>
              <p:cNvSpPr>
                <a:spLocks noChangeArrowheads="1"/>
              </p:cNvSpPr>
              <p:nvPr userDrawn="1"/>
            </p:nvSpPr>
            <p:spPr bwMode="auto">
              <a:xfrm>
                <a:off x="7568671" y="413589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Oval 43"/>
              <p:cNvSpPr>
                <a:spLocks noChangeArrowheads="1"/>
              </p:cNvSpPr>
              <p:nvPr userDrawn="1"/>
            </p:nvSpPr>
            <p:spPr bwMode="auto">
              <a:xfrm>
                <a:off x="7405889" y="4247353"/>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Oval 44"/>
              <p:cNvSpPr>
                <a:spLocks noChangeArrowheads="1"/>
              </p:cNvSpPr>
              <p:nvPr userDrawn="1"/>
            </p:nvSpPr>
            <p:spPr bwMode="auto">
              <a:xfrm>
                <a:off x="7351629" y="4357340"/>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 name="Oval 45"/>
              <p:cNvSpPr>
                <a:spLocks noChangeArrowheads="1"/>
              </p:cNvSpPr>
              <p:nvPr userDrawn="1"/>
            </p:nvSpPr>
            <p:spPr bwMode="auto">
              <a:xfrm>
                <a:off x="7561338" y="423415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Oval 46"/>
              <p:cNvSpPr>
                <a:spLocks noChangeArrowheads="1"/>
              </p:cNvSpPr>
              <p:nvPr userDrawn="1"/>
            </p:nvSpPr>
            <p:spPr bwMode="auto">
              <a:xfrm>
                <a:off x="7592135" y="4171095"/>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Oval 47"/>
              <p:cNvSpPr>
                <a:spLocks noChangeArrowheads="1"/>
              </p:cNvSpPr>
              <p:nvPr userDrawn="1"/>
            </p:nvSpPr>
            <p:spPr bwMode="auto">
              <a:xfrm>
                <a:off x="7627331" y="41520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Oval 48"/>
              <p:cNvSpPr>
                <a:spLocks noChangeArrowheads="1"/>
              </p:cNvSpPr>
              <p:nvPr userDrawn="1"/>
            </p:nvSpPr>
            <p:spPr bwMode="auto">
              <a:xfrm>
                <a:off x="7627331" y="4190159"/>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Oval 49"/>
              <p:cNvSpPr>
                <a:spLocks noChangeArrowheads="1"/>
              </p:cNvSpPr>
              <p:nvPr userDrawn="1"/>
            </p:nvSpPr>
            <p:spPr bwMode="auto">
              <a:xfrm>
                <a:off x="7707988" y="423268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Oval 50"/>
              <p:cNvSpPr>
                <a:spLocks noChangeArrowheads="1"/>
              </p:cNvSpPr>
              <p:nvPr userDrawn="1"/>
            </p:nvSpPr>
            <p:spPr bwMode="auto">
              <a:xfrm>
                <a:off x="7669859" y="420922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Oval 51"/>
              <p:cNvSpPr>
                <a:spLocks noChangeArrowheads="1"/>
              </p:cNvSpPr>
              <p:nvPr userDrawn="1"/>
            </p:nvSpPr>
            <p:spPr bwMode="auto">
              <a:xfrm>
                <a:off x="7659594" y="411243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Oval 52"/>
              <p:cNvSpPr>
                <a:spLocks noChangeArrowheads="1"/>
              </p:cNvSpPr>
              <p:nvPr userDrawn="1"/>
            </p:nvSpPr>
            <p:spPr bwMode="auto">
              <a:xfrm>
                <a:off x="7707988" y="419162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Oval 53"/>
              <p:cNvSpPr>
                <a:spLocks noChangeArrowheads="1"/>
              </p:cNvSpPr>
              <p:nvPr userDrawn="1"/>
            </p:nvSpPr>
            <p:spPr bwMode="auto">
              <a:xfrm>
                <a:off x="7665460" y="4157896"/>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Oval 54"/>
              <p:cNvSpPr>
                <a:spLocks noChangeArrowheads="1"/>
              </p:cNvSpPr>
              <p:nvPr userDrawn="1"/>
            </p:nvSpPr>
            <p:spPr bwMode="auto">
              <a:xfrm>
                <a:off x="7360428" y="425321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Oval 55"/>
              <p:cNvSpPr>
                <a:spLocks noChangeArrowheads="1"/>
              </p:cNvSpPr>
              <p:nvPr userDrawn="1"/>
            </p:nvSpPr>
            <p:spPr bwMode="auto">
              <a:xfrm>
                <a:off x="6597848" y="398338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Oval 56"/>
              <p:cNvSpPr>
                <a:spLocks noChangeArrowheads="1"/>
              </p:cNvSpPr>
              <p:nvPr userDrawn="1"/>
            </p:nvSpPr>
            <p:spPr bwMode="auto">
              <a:xfrm>
                <a:off x="6143233" y="4068440"/>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Oval 57"/>
              <p:cNvSpPr>
                <a:spLocks noChangeArrowheads="1"/>
              </p:cNvSpPr>
              <p:nvPr userDrawn="1"/>
            </p:nvSpPr>
            <p:spPr bwMode="auto">
              <a:xfrm>
                <a:off x="6087506" y="435880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Oval 58"/>
              <p:cNvSpPr>
                <a:spLocks noChangeArrowheads="1"/>
              </p:cNvSpPr>
              <p:nvPr userDrawn="1"/>
            </p:nvSpPr>
            <p:spPr bwMode="auto">
              <a:xfrm>
                <a:off x="6251754" y="446732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Oval 59"/>
              <p:cNvSpPr>
                <a:spLocks noChangeArrowheads="1"/>
              </p:cNvSpPr>
              <p:nvPr userDrawn="1"/>
            </p:nvSpPr>
            <p:spPr bwMode="auto">
              <a:xfrm>
                <a:off x="6709302" y="4745963"/>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Oval 60"/>
              <p:cNvSpPr>
                <a:spLocks noChangeArrowheads="1"/>
              </p:cNvSpPr>
              <p:nvPr userDrawn="1"/>
            </p:nvSpPr>
            <p:spPr bwMode="auto">
              <a:xfrm>
                <a:off x="6565585" y="500113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Oval 61"/>
              <p:cNvSpPr>
                <a:spLocks noChangeArrowheads="1"/>
              </p:cNvSpPr>
              <p:nvPr userDrawn="1"/>
            </p:nvSpPr>
            <p:spPr bwMode="auto">
              <a:xfrm>
                <a:off x="7537874" y="412856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Oval 62"/>
              <p:cNvSpPr>
                <a:spLocks noChangeArrowheads="1"/>
              </p:cNvSpPr>
              <p:nvPr userDrawn="1"/>
            </p:nvSpPr>
            <p:spPr bwMode="auto">
              <a:xfrm>
                <a:off x="7520276" y="398778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Oval 63"/>
              <p:cNvSpPr>
                <a:spLocks noChangeArrowheads="1"/>
              </p:cNvSpPr>
              <p:nvPr userDrawn="1"/>
            </p:nvSpPr>
            <p:spPr bwMode="auto">
              <a:xfrm>
                <a:off x="7574537" y="4002447"/>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Oval 64"/>
              <p:cNvSpPr>
                <a:spLocks noChangeArrowheads="1"/>
              </p:cNvSpPr>
              <p:nvPr userDrawn="1"/>
            </p:nvSpPr>
            <p:spPr bwMode="auto">
              <a:xfrm>
                <a:off x="7688924" y="399071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Oval 65"/>
              <p:cNvSpPr>
                <a:spLocks noChangeArrowheads="1"/>
              </p:cNvSpPr>
              <p:nvPr userDrawn="1"/>
            </p:nvSpPr>
            <p:spPr bwMode="auto">
              <a:xfrm>
                <a:off x="7595068" y="411830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Oval 66"/>
              <p:cNvSpPr>
                <a:spLocks noChangeArrowheads="1"/>
              </p:cNvSpPr>
              <p:nvPr userDrawn="1"/>
            </p:nvSpPr>
            <p:spPr bwMode="auto">
              <a:xfrm>
                <a:off x="8692010" y="463744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Oval 67"/>
              <p:cNvSpPr>
                <a:spLocks noChangeArrowheads="1"/>
              </p:cNvSpPr>
              <p:nvPr userDrawn="1"/>
            </p:nvSpPr>
            <p:spPr bwMode="auto">
              <a:xfrm>
                <a:off x="8724273" y="452598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Oval 69"/>
              <p:cNvSpPr>
                <a:spLocks noChangeArrowheads="1"/>
              </p:cNvSpPr>
              <p:nvPr userDrawn="1"/>
            </p:nvSpPr>
            <p:spPr bwMode="auto">
              <a:xfrm>
                <a:off x="8001288" y="443653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74" name="Rectangle 73">
            <a:hlinkClick r:id="rId8"/>
          </p:cNvPr>
          <p:cNvSpPr/>
          <p:nvPr userDrawn="1"/>
        </p:nvSpPr>
        <p:spPr>
          <a:xfrm>
            <a:off x="1447800" y="51085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hlinkClick r:id="rId8"/>
          </p:cNvPr>
          <p:cNvSpPr/>
          <p:nvPr userDrawn="1"/>
        </p:nvSpPr>
        <p:spPr>
          <a:xfrm>
            <a:off x="4962525" y="49815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hlinkClick r:id="rId9"/>
          </p:cNvPr>
          <p:cNvSpPr/>
          <p:nvPr userDrawn="1"/>
        </p:nvSpPr>
        <p:spPr>
          <a:xfrm>
            <a:off x="4419599" y="51339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hlinkClick r:id="rId10"/>
          </p:cNvPr>
          <p:cNvSpPr/>
          <p:nvPr userDrawn="1"/>
        </p:nvSpPr>
        <p:spPr>
          <a:xfrm>
            <a:off x="2800350" y="54991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311882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2858"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9"/>
          <p:cNvSpPr>
            <a:spLocks noChangeArrowheads="1"/>
          </p:cNvSpPr>
          <p:nvPr userDrawn="1">
            <p:custDataLst>
              <p:tags r:id="rId3"/>
            </p:custDataLst>
          </p:nvPr>
        </p:nvSpPr>
        <p:spPr bwMode="gray">
          <a:xfrm>
            <a:off x="5309494" y="29124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Analytics.573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15" name="Image 337" descr="CBE_Label_ppt.png"/>
          <p:cNvPicPr>
            <a:picLocks noChangeAspect="1"/>
          </p:cNvPicPr>
          <p:nvPr userDrawn="1"/>
        </p:nvPicPr>
        <p:blipFill>
          <a:blip r:embed="rId7" cstate="screen"/>
          <a:stretch>
            <a:fillRect/>
          </a:stretch>
        </p:blipFill>
        <p:spPr>
          <a:xfrm>
            <a:off x="5059256" y="2763611"/>
            <a:ext cx="519572" cy="522508"/>
          </a:xfrm>
          <a:prstGeom prst="rect">
            <a:avLst/>
          </a:prstGeom>
        </p:spPr>
      </p:pic>
      <p:sp>
        <p:nvSpPr>
          <p:cNvPr id="16" name="Rectangle 15">
            <a:hlinkClick r:id="rId8"/>
          </p:cNvPr>
          <p:cNvSpPr/>
          <p:nvPr userDrawn="1"/>
        </p:nvSpPr>
        <p:spPr>
          <a:xfrm>
            <a:off x="5639331" y="45883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hlinkClick r:id="rId8"/>
          </p:cNvPr>
          <p:cNvSpPr/>
          <p:nvPr userDrawn="1"/>
        </p:nvSpPr>
        <p:spPr>
          <a:xfrm>
            <a:off x="9154056" y="44613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hlinkClick r:id="rId9"/>
          </p:cNvPr>
          <p:cNvSpPr/>
          <p:nvPr userDrawn="1"/>
        </p:nvSpPr>
        <p:spPr>
          <a:xfrm>
            <a:off x="8611130" y="46137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hlinkClick r:id="rId10"/>
          </p:cNvPr>
          <p:cNvSpPr/>
          <p:nvPr userDrawn="1"/>
        </p:nvSpPr>
        <p:spPr>
          <a:xfrm>
            <a:off x="6991881" y="49789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6636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3882" name="think-cell Slide" r:id="rId4" imgW="360" imgH="360" progId="">
                  <p:embed/>
                </p:oleObj>
              </mc:Choice>
              <mc:Fallback>
                <p:oleObj name="think-cell Slide" r:id="rId4" imgW="360" imgH="360" progId="">
                  <p:embed/>
                  <p:pic>
                    <p:nvPicPr>
                      <p:cNvPr id="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50252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6952" name="think-cell Slide" r:id="rId6" imgW="360" imgH="360" progId="">
                  <p:embed/>
                </p:oleObj>
              </mc:Choice>
              <mc:Fallback>
                <p:oleObj name="think-cell Slide" r:id="rId6" imgW="360" imgH="360" progId="">
                  <p:embed/>
                  <p:pic>
                    <p:nvPicPr>
                      <p:cNvPr id="0"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1" name="Rectangle 10"/>
          <p:cNvSpPr/>
          <p:nvPr userDrawn="1"/>
        </p:nvSpPr>
        <p:spPr>
          <a:xfrm>
            <a:off x="1776792" y="4601752"/>
            <a:ext cx="1242328" cy="436017"/>
          </a:xfrm>
          <a:prstGeom prst="rect">
            <a:avLst/>
          </a:prstGeom>
          <a:effectLst>
            <a:outerShdw blurRad="38100" dist="25400" dir="2700000" algn="tl" rotWithShape="0">
              <a:schemeClr val="bg1">
                <a:alpha val="65000"/>
              </a:schemeClr>
            </a:outerShdw>
          </a:effectLst>
        </p:spPr>
        <p:txBody>
          <a:bodyPr wrap="none" lIns="0" tIns="0" rIns="0" bIns="0">
            <a:spAutoFit/>
          </a:bodyPr>
          <a:lstStyle/>
          <a:p>
            <a:pPr algn="l">
              <a:lnSpc>
                <a:spcPts val="1700"/>
              </a:lnSpc>
            </a:pPr>
            <a:r>
              <a:rPr lang="en-US" sz="1800" b="1" kern="1100" spc="0" baseline="0" dirty="0" smtClean="0">
                <a:solidFill>
                  <a:schemeClr val="accent6"/>
                </a:solidFill>
                <a:latin typeface="Arial Narrow" pitchFamily="34" charset="0"/>
                <a:ea typeface="+mn-ea"/>
                <a:cs typeface="+mn-cs"/>
              </a:rPr>
              <a:t>Learning and </a:t>
            </a:r>
            <a:br>
              <a:rPr lang="en-US" sz="1800" b="1" kern="1100" spc="0" baseline="0" dirty="0" smtClean="0">
                <a:solidFill>
                  <a:schemeClr val="accent6"/>
                </a:solidFill>
                <a:latin typeface="Arial Narrow" pitchFamily="34" charset="0"/>
                <a:ea typeface="+mn-ea"/>
                <a:cs typeface="+mn-cs"/>
              </a:rPr>
            </a:b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1776792" y="5023940"/>
            <a:ext cx="1173398" cy="338554"/>
          </a:xfrm>
          <a:prstGeom prst="rect">
            <a:avLst/>
          </a:prstGeom>
          <a:effectLst/>
        </p:spPr>
        <p:txBody>
          <a:bodyPr wrap="none" lIns="0" tIns="0" rIns="0" bIns="0">
            <a:spAutoFit/>
          </a:bodyPr>
          <a:lstStyle/>
          <a:p>
            <a:pPr algn="l"/>
            <a:r>
              <a:rPr lang="en-US" sz="1100" b="0" kern="1100" spc="0" baseline="0" dirty="0" smtClean="0">
                <a:solidFill>
                  <a:schemeClr val="accent1">
                    <a:lumMod val="50000"/>
                  </a:schemeClr>
                </a:solidFill>
                <a:latin typeface="Arial Narrow" pitchFamily="34" charset="0"/>
                <a:ea typeface="+mn-ea"/>
                <a:cs typeface="+mn-cs"/>
              </a:rPr>
              <a:t>Enabling development,</a:t>
            </a:r>
          </a:p>
          <a:p>
            <a:pPr algn="l"/>
            <a:r>
              <a:rPr lang="en-US" sz="1100" b="0" kern="1100" spc="0" baseline="0" dirty="0" smtClean="0">
                <a:solidFill>
                  <a:schemeClr val="accent1">
                    <a:lumMod val="50000"/>
                  </a:schemeClr>
                </a:solidFill>
                <a:latin typeface="Arial Narrow" pitchFamily="34" charset="0"/>
                <a:ea typeface="+mn-ea"/>
                <a:cs typeface="+mn-cs"/>
              </a:rPr>
              <a:t>Impacting growth…</a:t>
            </a:r>
            <a:endParaRPr lang="en-US" sz="1100" b="0" kern="1100" spc="0" baseline="0" dirty="0">
              <a:solidFill>
                <a:schemeClr val="accent1">
                  <a:lumMod val="50000"/>
                </a:schemeClr>
              </a:solidFill>
              <a:latin typeface="Arial Narrow" pitchFamily="34" charset="0"/>
            </a:endParaRPr>
          </a:p>
        </p:txBody>
      </p:sp>
    </p:spTree>
    <p:extLst>
      <p:ext uri="{BB962C8B-B14F-4D97-AF65-F5344CB8AC3E}">
        <p14:creationId xmlns:p14="http://schemas.microsoft.com/office/powerpoint/2010/main" val="2727275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2054" y="237618"/>
            <a:ext cx="9908054" cy="6620382"/>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4696" name="think-cell Slide" r:id="rId6" imgW="360" imgH="360" progId="">
                  <p:embed/>
                </p:oleObj>
              </mc:Choice>
              <mc:Fallback>
                <p:oleObj name="think-cell Slide" r:id="rId6" imgW="360" imgH="360"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0" name="Rectangle 9"/>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1" name="Rectangle 10"/>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7217293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8"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1175" y="2649"/>
            <a:ext cx="9907176" cy="5665103"/>
          </a:xfrm>
          <a:prstGeom prst="rect">
            <a:avLst/>
          </a:prstGeom>
          <a:noFill/>
          <a:ln>
            <a:noFill/>
          </a:ln>
        </p:spPr>
      </p:pic>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32547" name="think-cell Slide" r:id="rId6" imgW="360" imgH="360" progId="">
                  <p:embed/>
                </p:oleObj>
              </mc:Choice>
              <mc:Fallback>
                <p:oleObj name="think-cell Slide" r:id="rId6" imgW="360" imgH="360" progId="">
                  <p:embed/>
                  <p:pic>
                    <p:nvPicPr>
                      <p:cNvPr id="0" name="Picture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194192"/>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9" name="Rectangle 8"/>
          <p:cNvSpPr/>
          <p:nvPr userDrawn="1"/>
        </p:nvSpPr>
        <p:spPr>
          <a:xfrm>
            <a:off x="698392" y="3539645"/>
            <a:ext cx="2585072" cy="218008"/>
          </a:xfrm>
          <a:prstGeom prst="rect">
            <a:avLst/>
          </a:prstGeom>
          <a:effectLst>
            <a:outerShdw blurRad="38100" dist="12700" dir="2700000" algn="tl" rotWithShape="0">
              <a:srgbClr val="000000">
                <a:alpha val="63000"/>
              </a:srgbClr>
            </a:outerShdw>
          </a:effectLst>
        </p:spPr>
        <p:txBody>
          <a:bodyPr wrap="square" lIns="0" tIns="0" rIns="0" bIns="0">
            <a:spAutoFit/>
          </a:bodyPr>
          <a:lstStyle/>
          <a:p>
            <a:pPr algn="l">
              <a:lnSpc>
                <a:spcPts val="1700"/>
              </a:lnSpc>
            </a:pPr>
            <a:r>
              <a:rPr lang="en-US" sz="1800" b="1" kern="1100" spc="0" baseline="0" dirty="0" smtClean="0">
                <a:solidFill>
                  <a:schemeClr val="bg1"/>
                </a:solidFill>
                <a:latin typeface="Arial Narrow" pitchFamily="34" charset="0"/>
                <a:ea typeface="+mn-ea"/>
                <a:cs typeface="+mn-cs"/>
              </a:rPr>
              <a:t>Learning and </a:t>
            </a:r>
            <a:r>
              <a:rPr lang="en-US" sz="1800" b="1" kern="1100" spc="0" baseline="0" dirty="0" smtClean="0">
                <a:solidFill>
                  <a:schemeClr val="bg1"/>
                </a:solidFill>
                <a:latin typeface="Arial Narrow" pitchFamily="34" charset="0"/>
              </a:rPr>
              <a:t>Development</a:t>
            </a:r>
            <a:endParaRPr lang="en-US" sz="1800" b="1" kern="1100" spc="0" baseline="0" dirty="0">
              <a:solidFill>
                <a:schemeClr val="bg1"/>
              </a:solidFill>
              <a:latin typeface="Arial Narrow" pitchFamily="34" charset="0"/>
            </a:endParaRPr>
          </a:p>
        </p:txBody>
      </p:sp>
      <p:sp>
        <p:nvSpPr>
          <p:cNvPr id="13" name="Rectangle 12"/>
          <p:cNvSpPr/>
          <p:nvPr userDrawn="1"/>
        </p:nvSpPr>
        <p:spPr>
          <a:xfrm>
            <a:off x="698392" y="3755063"/>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vmlDrawing" Target="../drawings/vmlDrawing1.vml"/><Relationship Id="rId23" Type="http://schemas.openxmlformats.org/officeDocument/2006/relationships/tags" Target="../tags/tag9.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22" Type="http://schemas.openxmlformats.org/officeDocument/2006/relationships/tags" Target="../tags/tag8.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hyperlink" Target="http://www.facebook.com/Capgemini" TargetMode="External"/><Relationship Id="rId26" Type="http://schemas.openxmlformats.org/officeDocument/2006/relationships/hyperlink" Target="http://www.slideshare.net/capgemini" TargetMode="External"/><Relationship Id="rId3" Type="http://schemas.openxmlformats.org/officeDocument/2006/relationships/slideLayout" Target="../slideLayouts/slideLayout16.xml"/><Relationship Id="rId21" Type="http://schemas.openxmlformats.org/officeDocument/2006/relationships/image" Target="../media/image9.png"/><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hyperlink" Target="http://www.capgemini.com/" TargetMode="External"/><Relationship Id="rId25" Type="http://schemas.openxmlformats.org/officeDocument/2006/relationships/image" Target="../media/image11.png"/><Relationship Id="rId2" Type="http://schemas.openxmlformats.org/officeDocument/2006/relationships/slideLayout" Target="../slideLayouts/slideLayout15.xml"/><Relationship Id="rId16" Type="http://schemas.openxmlformats.org/officeDocument/2006/relationships/image" Target="../media/image1.emf"/><Relationship Id="rId20" Type="http://schemas.openxmlformats.org/officeDocument/2006/relationships/hyperlink" Target="http://www.linkedin.com/company/capgemini" TargetMode="External"/><Relationship Id="rId29"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hyperlink" Target="http://www.youtube.com/capgemini" TargetMode="External"/><Relationship Id="rId5" Type="http://schemas.openxmlformats.org/officeDocument/2006/relationships/vmlDrawing" Target="../drawings/vmlDrawing13.vml"/><Relationship Id="rId15" Type="http://schemas.openxmlformats.org/officeDocument/2006/relationships/oleObject" Target="../embeddings/oleObject13.bin"/><Relationship Id="rId23" Type="http://schemas.openxmlformats.org/officeDocument/2006/relationships/image" Target="../media/image10.png"/><Relationship Id="rId28" Type="http://schemas.openxmlformats.org/officeDocument/2006/relationships/image" Target="../media/image2.png"/><Relationship Id="rId10" Type="http://schemas.openxmlformats.org/officeDocument/2006/relationships/tags" Target="../tags/tag52.xml"/><Relationship Id="rId19" Type="http://schemas.openxmlformats.org/officeDocument/2006/relationships/image" Target="../media/image8.png"/><Relationship Id="rId4" Type="http://schemas.openxmlformats.org/officeDocument/2006/relationships/theme" Target="../theme/theme2.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hyperlink" Target="http://www.twitter.com/capgemini" TargetMode="External"/><Relationship Id="rId27" Type="http://schemas.openxmlformats.org/officeDocument/2006/relationships/image" Target="../media/image12.gi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9.xml"/><Relationship Id="rId7" Type="http://schemas.openxmlformats.org/officeDocument/2006/relationships/oleObject" Target="../embeddings/oleObject17.bin"/><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ags" Target="../tags/tag62.xml"/><Relationship Id="rId5" Type="http://schemas.openxmlformats.org/officeDocument/2006/relationships/vmlDrawing" Target="../drawings/vmlDrawing17.v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6"/>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2156" name="think-cell Slide" r:id="rId24" imgW="360" imgH="360" progId="">
                  <p:embed/>
                </p:oleObj>
              </mc:Choice>
              <mc:Fallback>
                <p:oleObj name="think-cell Slide" r:id="rId24" imgW="360" imgH="360" progId="">
                  <p:embed/>
                  <p:pic>
                    <p:nvPicPr>
                      <p:cNvPr id="0" name="Picture 10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7"/>
            </p:custDataLst>
          </p:nvPr>
        </p:nvSpPr>
        <p:spPr>
          <a:xfrm>
            <a:off x="1" y="1"/>
            <a:ext cx="9905999" cy="914400"/>
          </a:xfrm>
          <a:prstGeom prst="rect">
            <a:avLst/>
          </a:prstGeom>
        </p:spPr>
        <p:txBody>
          <a:bodyPr vert="horz" lIns="457200" tIns="0" rIns="0" bIns="0" rtlCol="0" anchor="ctr">
            <a:noAutofit/>
          </a:bodyPr>
          <a:lstStyle/>
          <a:p>
            <a:r>
              <a:rPr lang="en-US" noProof="0" dirty="0" smtClean="0"/>
              <a:t>Click to edit Master title style</a:t>
            </a:r>
            <a:endParaRPr lang="en-US" noProof="0" dirty="0"/>
          </a:p>
        </p:txBody>
      </p:sp>
      <p:sp>
        <p:nvSpPr>
          <p:cNvPr id="3" name="Text Placeholder 2"/>
          <p:cNvSpPr>
            <a:spLocks noGrp="1"/>
          </p:cNvSpPr>
          <p:nvPr>
            <p:ph type="body" idx="1"/>
            <p:custDataLst>
              <p:tags r:id="rId18"/>
            </p:custDataLst>
          </p:nvPr>
        </p:nvSpPr>
        <p:spPr>
          <a:xfrm>
            <a:off x="341313" y="1255714"/>
            <a:ext cx="9223375" cy="5011736"/>
          </a:xfrm>
          <a:prstGeom prst="rect">
            <a:avLst/>
          </a:prstGeom>
        </p:spPr>
        <p:txBody>
          <a:bodyPr vert="horz" lIns="0" tIns="33059" rIns="33059" bIns="33059"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19"/>
            </p:custDataLst>
          </p:nvPr>
        </p:nvSpPr>
        <p:spPr>
          <a:xfrm>
            <a:off x="4648200" y="6553200"/>
            <a:ext cx="141065" cy="138499"/>
          </a:xfrm>
          <a:prstGeom prst="rect">
            <a:avLst/>
          </a:prstGeom>
          <a:noFill/>
        </p:spPr>
        <p:txBody>
          <a:bodyPr wrap="none" lIns="0" tIns="0" rIns="0" bIns="0" rtlCol="0" anchor="ctr">
            <a:spAutoFit/>
          </a:bodyPr>
          <a:lstStyle/>
          <a:p>
            <a:pPr algn="ctr"/>
            <a:fld id="{6A895693-0027-4F28-9367-92E39A51F51C}" type="slidenum">
              <a:rPr lang="en-US" sz="900" smtClean="0">
                <a:solidFill>
                  <a:schemeClr val="tx2"/>
                </a:solidFill>
              </a:rPr>
              <a:pPr algn="ctr"/>
              <a:t>‹#›</a:t>
            </a:fld>
            <a:endParaRPr lang="en-US" sz="900" dirty="0">
              <a:solidFill>
                <a:schemeClr val="tx2"/>
              </a:solidFill>
            </a:endParaRPr>
          </a:p>
        </p:txBody>
      </p:sp>
      <p:sp>
        <p:nvSpPr>
          <p:cNvPr id="9" name="Freeform 4"/>
          <p:cNvSpPr>
            <a:spLocks/>
          </p:cNvSpPr>
          <p:nvPr>
            <p:custDataLst>
              <p:tags r:id="rId20"/>
            </p:custDataLst>
          </p:nvPr>
        </p:nvSpPr>
        <p:spPr bwMode="auto">
          <a:xfrm>
            <a:off x="2" y="437863"/>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sp>
        <p:nvSpPr>
          <p:cNvPr id="12" name="Rectangle 11"/>
          <p:cNvSpPr>
            <a:spLocks noChangeArrowheads="1"/>
          </p:cNvSpPr>
          <p:nvPr>
            <p:custDataLst>
              <p:tags r:id="rId21"/>
            </p:custDataLst>
          </p:nvPr>
        </p:nvSpPr>
        <p:spPr bwMode="auto">
          <a:xfrm>
            <a:off x="6546850" y="6623403"/>
            <a:ext cx="285562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smtClean="0">
                <a:solidFill>
                  <a:schemeClr val="tx2"/>
                </a:solidFill>
                <a:latin typeface="+mj-lt"/>
                <a:cs typeface="Helvetica Light"/>
              </a:rPr>
              <a:t>Copyright © </a:t>
            </a:r>
            <a:r>
              <a:rPr lang="en-US" altLang="en-US" sz="700" b="0" i="0" noProof="0" dirty="0" err="1" smtClean="0">
                <a:solidFill>
                  <a:schemeClr val="tx2"/>
                </a:solidFill>
                <a:latin typeface="+mj-lt"/>
                <a:cs typeface="Helvetica Light"/>
              </a:rPr>
              <a:t>Capgemini</a:t>
            </a:r>
            <a:r>
              <a:rPr lang="en-US" altLang="en-US" sz="700" b="0" i="0" noProof="0" smtClean="0">
                <a:solidFill>
                  <a:schemeClr val="tx2"/>
                </a:solidFill>
                <a:latin typeface="+mj-lt"/>
                <a:cs typeface="Helvetica Light"/>
              </a:rPr>
              <a:t> 2016. </a:t>
            </a:r>
            <a:r>
              <a:rPr lang="en-US" altLang="en-US" sz="700" b="0" i="0" noProof="0" dirty="0" smtClean="0">
                <a:solidFill>
                  <a:schemeClr val="tx2"/>
                </a:solidFill>
                <a:latin typeface="+mj-lt"/>
                <a:cs typeface="Helvetica Light"/>
              </a:rPr>
              <a:t>All Rights Reserved</a:t>
            </a:r>
          </a:p>
        </p:txBody>
      </p:sp>
      <p:sp>
        <p:nvSpPr>
          <p:cNvPr id="13" name="Rectangle 12"/>
          <p:cNvSpPr/>
          <p:nvPr>
            <p:custDataLst>
              <p:tags r:id="rId22"/>
            </p:custDataLst>
          </p:nvPr>
        </p:nvSpPr>
        <p:spPr>
          <a:xfrm>
            <a:off x="6362700" y="6427223"/>
            <a:ext cx="3200400" cy="182880"/>
          </a:xfrm>
          <a:prstGeom prst="rect">
            <a:avLst/>
          </a:prstGeom>
        </p:spPr>
        <p:txBody>
          <a:bodyPr wrap="none" lIns="35997" tIns="35997" rIns="35997" bIns="35997" anchor="b" anchorCtr="0">
            <a:noAutofit/>
          </a:bodyPr>
          <a:lstStyle/>
          <a:p>
            <a:pPr marL="0" marR="0" lvl="0" indent="0" algn="r" defTabSz="957756" rtl="0" eaLnBrk="1" fontAlgn="auto" latinLnBrk="0" hangingPunct="1">
              <a:lnSpc>
                <a:spcPct val="100000"/>
              </a:lnSpc>
              <a:spcBef>
                <a:spcPts val="0"/>
              </a:spcBef>
              <a:spcAft>
                <a:spcPts val="0"/>
              </a:spcAft>
              <a:buClrTx/>
              <a:buSzTx/>
              <a:buFontTx/>
              <a:buNone/>
              <a:tabLst/>
              <a:defRPr/>
            </a:pPr>
            <a:r>
              <a:rPr lang="en-US" sz="800" dirty="0" smtClean="0">
                <a:solidFill>
                  <a:schemeClr val="tx2"/>
                </a:solidFill>
              </a:rPr>
              <a:t>IBM </a:t>
            </a:r>
            <a:r>
              <a:rPr lang="en-US" sz="800" dirty="0" err="1" smtClean="0">
                <a:solidFill>
                  <a:schemeClr val="tx2"/>
                </a:solidFill>
              </a:rPr>
              <a:t>Cognos</a:t>
            </a:r>
            <a:r>
              <a:rPr lang="en-US" sz="800" dirty="0" smtClean="0">
                <a:solidFill>
                  <a:schemeClr val="tx2"/>
                </a:solidFill>
              </a:rPr>
              <a:t> Analytics </a:t>
            </a:r>
            <a:r>
              <a:rPr lang="en-US" sz="800" dirty="0" err="1" smtClean="0">
                <a:solidFill>
                  <a:schemeClr val="tx2"/>
                </a:solidFill>
              </a:rPr>
              <a:t>BI_Slides_Training_V</a:t>
            </a:r>
            <a:r>
              <a:rPr lang="en-US" sz="800" dirty="0" smtClean="0">
                <a:solidFill>
                  <a:schemeClr val="tx2"/>
                </a:solidFill>
              </a:rPr>
              <a:t> 1 0</a:t>
            </a:r>
          </a:p>
        </p:txBody>
      </p:sp>
      <p:cxnSp>
        <p:nvCxnSpPr>
          <p:cNvPr id="14" name="Straight Connector 5"/>
          <p:cNvCxnSpPr/>
          <p:nvPr>
            <p:custDataLst>
              <p:tags r:id="rId23"/>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16" name="Picture 26" descr="D:\Users\bkp\My Work\TEMPLATES\LOGO Library\Capgemini_Logo_Set\Capgemini Logo Set\ppt\Logo_Capgemini_RGB.png"/>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49250" y="6456451"/>
            <a:ext cx="1362456" cy="31575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998" r:id="rId1"/>
    <p:sldLayoutId id="2147483990" r:id="rId2"/>
    <p:sldLayoutId id="2147483991" r:id="rId3"/>
    <p:sldLayoutId id="2147483997" r:id="rId4"/>
    <p:sldLayoutId id="2147483965" r:id="rId5"/>
    <p:sldLayoutId id="2147483966" r:id="rId6"/>
    <p:sldLayoutId id="2147483962" r:id="rId7"/>
    <p:sldLayoutId id="2147483963" r:id="rId8"/>
    <p:sldLayoutId id="2147483964" r:id="rId9"/>
    <p:sldLayoutId id="2147483934" r:id="rId10"/>
    <p:sldLayoutId id="2147484004" r:id="rId11"/>
    <p:sldLayoutId id="2147484005" r:id="rId12"/>
    <p:sldLayoutId id="2147484006" r:id="rId13"/>
  </p:sldLayoutIdLst>
  <p:timing>
    <p:tnLst>
      <p:par>
        <p:cTn id="1" dur="indefinite" restart="never" nodeType="tmRoot"/>
      </p:par>
    </p:tnLst>
  </p:timing>
  <p:hf sldNum="0" hdr="0" dt="0"/>
  <p:txStyles>
    <p:titleStyle>
      <a:lvl1pPr algn="l" defTabSz="914342" rtl="0" eaLnBrk="1" latinLnBrk="0" hangingPunct="1">
        <a:lnSpc>
          <a:spcPct val="85000"/>
        </a:lnSpc>
        <a:spcBef>
          <a:spcPct val="0"/>
        </a:spcBef>
        <a:buNone/>
        <a:defRPr sz="2800" b="0" kern="1200">
          <a:solidFill>
            <a:schemeClr val="tx1"/>
          </a:solidFill>
          <a:latin typeface="Arial Narrow" pitchFamily="34" charset="0"/>
          <a:ea typeface="+mj-ea"/>
          <a:cs typeface="+mj-cs"/>
        </a:defRPr>
      </a:lvl1pPr>
    </p:titleStyle>
    <p:bodyStyle>
      <a:lvl1pPr marL="228600" indent="-228600" algn="l" defTabSz="914342" rtl="0" eaLnBrk="1" latinLnBrk="0" hangingPunct="1">
        <a:spcBef>
          <a:spcPts val="0"/>
        </a:spcBef>
        <a:spcAft>
          <a:spcPts val="600"/>
        </a:spcAft>
        <a:buClr>
          <a:schemeClr val="accent2"/>
        </a:buClr>
        <a:buFont typeface="Wingdings" pitchFamily="2" charset="2"/>
        <a:buChar char="§"/>
        <a:defRPr sz="2000" b="0" kern="1200">
          <a:solidFill>
            <a:schemeClr val="tx1"/>
          </a:solidFill>
          <a:latin typeface="+mn-lt"/>
          <a:ea typeface="+mn-ea"/>
          <a:cs typeface="+mn-cs"/>
        </a:defRPr>
      </a:lvl1pPr>
      <a:lvl2pPr marL="457200" indent="-228600" algn="l" defTabSz="914342" rtl="0" eaLnBrk="1" latinLnBrk="0" hangingPunct="1">
        <a:spcBef>
          <a:spcPts val="0"/>
        </a:spcBef>
        <a:spcAft>
          <a:spcPts val="600"/>
        </a:spcAft>
        <a:buClr>
          <a:schemeClr val="accent2"/>
        </a:buClr>
        <a:buFont typeface="Arial" pitchFamily="34" charset="0"/>
        <a:buChar char="•"/>
        <a:defRPr sz="1800" b="0" kern="1200">
          <a:solidFill>
            <a:schemeClr val="tx1"/>
          </a:solidFill>
          <a:latin typeface="+mn-lt"/>
          <a:ea typeface="+mn-ea"/>
          <a:cs typeface="+mn-cs"/>
        </a:defRPr>
      </a:lvl2pPr>
      <a:lvl3pPr marL="685800" indent="-228600" algn="l" defTabSz="914342" rtl="0" eaLnBrk="1" latinLnBrk="0" hangingPunct="1">
        <a:spcBef>
          <a:spcPts val="0"/>
        </a:spcBef>
        <a:spcAft>
          <a:spcPts val="600"/>
        </a:spcAft>
        <a:buClr>
          <a:schemeClr val="accent2"/>
        </a:buClr>
        <a:buFont typeface="Arial" pitchFamily="34" charset="0"/>
        <a:buChar char="–"/>
        <a:defRPr sz="1600" kern="1200">
          <a:solidFill>
            <a:schemeClr val="tx1"/>
          </a:solidFill>
          <a:latin typeface="+mn-lt"/>
          <a:ea typeface="+mn-ea"/>
          <a:cs typeface="+mn-cs"/>
        </a:defRPr>
      </a:lvl3pPr>
      <a:lvl4pPr marL="914400" marR="0" indent="-228600" algn="l" defTabSz="914342" rtl="0" eaLnBrk="1" fontAlgn="auto" latinLnBrk="0" hangingPunct="1">
        <a:lnSpc>
          <a:spcPct val="100000"/>
        </a:lnSpc>
        <a:spcBef>
          <a:spcPts val="0"/>
        </a:spcBef>
        <a:spcAft>
          <a:spcPts val="0"/>
        </a:spcAft>
        <a:buClr>
          <a:schemeClr val="accent2"/>
        </a:buClr>
        <a:buSzTx/>
        <a:buFont typeface="Courier New" pitchFamily="49" charset="0"/>
        <a:buChar char="o"/>
        <a:tabLst/>
        <a:defRPr sz="1400" kern="1200">
          <a:solidFill>
            <a:schemeClr val="tx1"/>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0810" name="think-cell Slide" r:id="rId15" imgW="360" imgH="360" progId="">
                  <p:embed/>
                </p:oleObj>
              </mc:Choice>
              <mc:Fallback>
                <p:oleObj name="think-cell Slide" r:id="rId15" imgW="360" imgH="360" progId="">
                  <p:embed/>
                  <p:pic>
                    <p:nvPicPr>
                      <p:cNvPr id="0" name="Picture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7"/>
            </p:custDataLst>
          </p:nvPr>
        </p:nvSpPr>
        <p:spPr bwMode="auto">
          <a:xfrm flipV="1">
            <a:off x="0" y="1685925"/>
            <a:ext cx="9906000" cy="51720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132036 w 10564614"/>
              <a:gd name="connsiteY6" fmla="*/ 20806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363945 w 10564614"/>
              <a:gd name="connsiteY5" fmla="*/ 427792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646636 w 10564614"/>
              <a:gd name="connsiteY6" fmla="*/ 39532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349559 w 10564614"/>
              <a:gd name="connsiteY0" fmla="*/ 166453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3360"/>
              <a:gd name="connsiteY0" fmla="*/ 0 h 5657661"/>
              <a:gd name="connsiteX1" fmla="*/ 10563360 w 10563360"/>
              <a:gd name="connsiteY1" fmla="*/ 5657661 h 5657661"/>
              <a:gd name="connsiteX2" fmla="*/ 9024770 w 10563360"/>
              <a:gd name="connsiteY2" fmla="*/ 4808920 h 5657661"/>
              <a:gd name="connsiteX3" fmla="*/ 2295231 w 10563360"/>
              <a:gd name="connsiteY3" fmla="*/ 4794064 h 5657661"/>
              <a:gd name="connsiteX4" fmla="*/ 1200559 w 10563360"/>
              <a:gd name="connsiteY4" fmla="*/ 4072264 h 5657661"/>
              <a:gd name="connsiteX5" fmla="*/ 0 w 10563360"/>
              <a:gd name="connsiteY5" fmla="*/ 4795927 h 5657661"/>
              <a:gd name="connsiteX6" fmla="*/ 0 w 10563360"/>
              <a:gd name="connsiteY6" fmla="*/ 0 h 5657661"/>
              <a:gd name="connsiteX0" fmla="*/ 10562847 w 10562847"/>
              <a:gd name="connsiteY0" fmla="*/ 0 h 5064672"/>
              <a:gd name="connsiteX1" fmla="*/ 10198903 w 10562847"/>
              <a:gd name="connsiteY1" fmla="*/ 5064672 h 5064672"/>
              <a:gd name="connsiteX2" fmla="*/ 9024770 w 10562847"/>
              <a:gd name="connsiteY2" fmla="*/ 4808920 h 5064672"/>
              <a:gd name="connsiteX3" fmla="*/ 2295231 w 10562847"/>
              <a:gd name="connsiteY3" fmla="*/ 4794064 h 5064672"/>
              <a:gd name="connsiteX4" fmla="*/ 1200559 w 10562847"/>
              <a:gd name="connsiteY4" fmla="*/ 4072264 h 5064672"/>
              <a:gd name="connsiteX5" fmla="*/ 0 w 10562847"/>
              <a:gd name="connsiteY5" fmla="*/ 4795927 h 5064672"/>
              <a:gd name="connsiteX6" fmla="*/ 0 w 10562847"/>
              <a:gd name="connsiteY6" fmla="*/ 0 h 5064672"/>
              <a:gd name="connsiteX0" fmla="*/ 10562847 w 10562847"/>
              <a:gd name="connsiteY0" fmla="*/ 0 h 5648998"/>
              <a:gd name="connsiteX1" fmla="*/ 10562847 w 10562847"/>
              <a:gd name="connsiteY1" fmla="*/ 5648998 h 5648998"/>
              <a:gd name="connsiteX2" fmla="*/ 9024770 w 10562847"/>
              <a:gd name="connsiteY2" fmla="*/ 4808920 h 5648998"/>
              <a:gd name="connsiteX3" fmla="*/ 2295231 w 10562847"/>
              <a:gd name="connsiteY3" fmla="*/ 4794064 h 5648998"/>
              <a:gd name="connsiteX4" fmla="*/ 1200559 w 10562847"/>
              <a:gd name="connsiteY4" fmla="*/ 4072264 h 5648998"/>
              <a:gd name="connsiteX5" fmla="*/ 0 w 10562847"/>
              <a:gd name="connsiteY5" fmla="*/ 4795927 h 5648998"/>
              <a:gd name="connsiteX6" fmla="*/ 0 w 10562847"/>
              <a:gd name="connsiteY6" fmla="*/ 0 h 56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2847" h="5648998">
                <a:moveTo>
                  <a:pt x="10562847" y="0"/>
                </a:moveTo>
                <a:lnTo>
                  <a:pt x="10562847" y="5648998"/>
                </a:lnTo>
                <a:cubicBezTo>
                  <a:pt x="10190428" y="4911661"/>
                  <a:pt x="9462356" y="4792975"/>
                  <a:pt x="9024770" y="4808920"/>
                </a:cubicBezTo>
                <a:lnTo>
                  <a:pt x="2295231" y="4794064"/>
                </a:lnTo>
                <a:cubicBezTo>
                  <a:pt x="1854598" y="4794612"/>
                  <a:pt x="1423669" y="4544310"/>
                  <a:pt x="1200559" y="4072264"/>
                </a:cubicBezTo>
                <a:cubicBezTo>
                  <a:pt x="965203" y="4750718"/>
                  <a:pt x="278640" y="4795049"/>
                  <a:pt x="0" y="4795927"/>
                </a:cubicBezTo>
                <a:lnTo>
                  <a:pt x="0" y="0"/>
                </a:lnTo>
              </a:path>
            </a:pathLst>
          </a:custGeom>
          <a:gradFill>
            <a:gsLst>
              <a:gs pos="0">
                <a:schemeClr val="tx1"/>
              </a:gs>
              <a:gs pos="100000">
                <a:schemeClr val="accent2"/>
              </a:gs>
              <a:gs pos="100000">
                <a:schemeClr val="accent5"/>
              </a:gs>
            </a:gsLst>
            <a:lin ang="18900000" scaled="1"/>
          </a:gra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sp>
        <p:nvSpPr>
          <p:cNvPr id="22" name="Rectangle 21"/>
          <p:cNvSpPr/>
          <p:nvPr>
            <p:custDataLst>
              <p:tags r:id="rId8"/>
            </p:custDataLst>
          </p:nvPr>
        </p:nvSpPr>
        <p:spPr>
          <a:xfrm>
            <a:off x="5523917" y="6271946"/>
            <a:ext cx="4382083" cy="389929"/>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a:t>
            </a:r>
            <a:r>
              <a:rPr lang="en-US" sz="700" dirty="0" smtClean="0">
                <a:solidFill>
                  <a:schemeClr val="bg1"/>
                </a:solidFill>
                <a:latin typeface="Arial"/>
                <a:cs typeface="Arial"/>
              </a:rPr>
              <a:t>proprietary.</a:t>
            </a:r>
            <a:br>
              <a:rPr lang="en-US" sz="700" dirty="0" smtClean="0">
                <a:solidFill>
                  <a:schemeClr val="bg1"/>
                </a:solidFill>
                <a:latin typeface="Arial"/>
                <a:cs typeface="Arial"/>
              </a:rPr>
            </a:br>
            <a:r>
              <a:rPr lang="en-US" sz="700" dirty="0" smtClean="0">
                <a:solidFill>
                  <a:schemeClr val="bg1"/>
                </a:solidFill>
                <a:latin typeface="Arial"/>
                <a:cs typeface="Arial"/>
              </a:rPr>
              <a:t>Copyright © 2015 Capgemini. </a:t>
            </a:r>
            <a:r>
              <a:rPr lang="en-US" sz="700" dirty="0">
                <a:solidFill>
                  <a:schemeClr val="bg1"/>
                </a:solidFill>
                <a:latin typeface="Arial"/>
                <a:cs typeface="Arial"/>
              </a:rPr>
              <a:t>All rights </a:t>
            </a:r>
            <a:r>
              <a:rPr lang="en-US" sz="700" dirty="0" smtClean="0">
                <a:solidFill>
                  <a:schemeClr val="bg1"/>
                </a:solidFill>
                <a:latin typeface="Arial"/>
                <a:cs typeface="Arial"/>
              </a:rPr>
              <a:t>reserved.</a:t>
            </a:r>
          </a:p>
          <a:p>
            <a:pPr marL="0" marR="0" indent="0" algn="r" defTabSz="957756" rtl="0" eaLnBrk="1" fontAlgn="auto" latinLnBrk="0" hangingPunct="1">
              <a:lnSpc>
                <a:spcPct val="100000"/>
              </a:lnSpc>
              <a:spcBef>
                <a:spcPts val="0"/>
              </a:spcBef>
              <a:spcAft>
                <a:spcPts val="0"/>
              </a:spcAft>
              <a:buClrTx/>
              <a:buSzTx/>
              <a:buFontTx/>
              <a:buNone/>
              <a:tabLst/>
              <a:defRPr/>
            </a:pPr>
            <a:r>
              <a:rPr lang="en-US" sz="700" dirty="0" err="1" smtClean="0">
                <a:solidFill>
                  <a:schemeClr val="bg1"/>
                </a:solidFill>
                <a:latin typeface="Arial"/>
                <a:cs typeface="Arial"/>
              </a:rPr>
              <a:t>Rightshore</a:t>
            </a:r>
            <a:r>
              <a:rPr lang="en-US" sz="700" baseline="30000" dirty="0" smtClean="0">
                <a:solidFill>
                  <a:schemeClr val="bg1"/>
                </a:solidFill>
                <a:latin typeface="Arial"/>
                <a:cs typeface="Arial"/>
              </a:rPr>
              <a:t>®</a:t>
            </a:r>
            <a:r>
              <a:rPr lang="en-US" sz="700" dirty="0" smtClean="0">
                <a:solidFill>
                  <a:schemeClr val="bg1"/>
                </a:solidFill>
                <a:latin typeface="Arial"/>
                <a:cs typeface="Arial"/>
              </a:rPr>
              <a:t> is a trademark belonging to </a:t>
            </a:r>
            <a:r>
              <a:rPr lang="en-US" sz="700" dirty="0" err="1" smtClean="0">
                <a:solidFill>
                  <a:schemeClr val="bg1"/>
                </a:solidFill>
                <a:latin typeface="Arial"/>
                <a:cs typeface="Arial"/>
              </a:rPr>
              <a:t>Capgemini</a:t>
            </a:r>
            <a:r>
              <a:rPr lang="en-US" sz="700" dirty="0" smtClean="0">
                <a:solidFill>
                  <a:schemeClr val="bg1"/>
                </a:solidFill>
                <a:latin typeface="Arial"/>
                <a:cs typeface="Arial"/>
              </a:rPr>
              <a:t>.</a:t>
            </a:r>
          </a:p>
        </p:txBody>
      </p:sp>
      <p:sp>
        <p:nvSpPr>
          <p:cNvPr id="23" name="Rectangle 22">
            <a:hlinkClick r:id="rId17"/>
          </p:cNvPr>
          <p:cNvSpPr/>
          <p:nvPr>
            <p:custDataLst>
              <p:tags r:id="rId9"/>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24" name="Picture 3" descr="C:\Users\UserSim\Desktop\DS_icons\128x128 shadows\facebook.png">
            <a:hlinkClick r:id="rId18"/>
          </p:cNvPr>
          <p:cNvPicPr>
            <a:picLocks noChangeAspect="1" noChangeArrowheads="1"/>
          </p:cNvPicPr>
          <p:nvPr>
            <p:custDataLst>
              <p:tags r:id="rId10"/>
            </p:custDataLst>
          </p:nvPr>
        </p:nvPicPr>
        <p:blipFill>
          <a:blip r:embed="rId19" cstate="email"/>
          <a:srcRect/>
          <a:stretch>
            <a:fillRect/>
          </a:stretch>
        </p:blipFill>
        <p:spPr bwMode="auto">
          <a:xfrm>
            <a:off x="7939252" y="5932547"/>
            <a:ext cx="278223" cy="263770"/>
          </a:xfrm>
          <a:prstGeom prst="rect">
            <a:avLst/>
          </a:prstGeom>
          <a:noFill/>
        </p:spPr>
      </p:pic>
      <p:pic>
        <p:nvPicPr>
          <p:cNvPr id="25" name="Picture 4" descr="C:\Users\UserSim\Desktop\DS_icons\128x128 shadows\linkedin.png">
            <a:hlinkClick r:id="rId20"/>
          </p:cNvPr>
          <p:cNvPicPr>
            <a:picLocks noChangeAspect="1" noChangeArrowheads="1"/>
          </p:cNvPicPr>
          <p:nvPr>
            <p:custDataLst>
              <p:tags r:id="rId11"/>
            </p:custDataLst>
          </p:nvPr>
        </p:nvPicPr>
        <p:blipFill>
          <a:blip r:embed="rId21" cstate="email"/>
          <a:srcRect/>
          <a:stretch>
            <a:fillRect/>
          </a:stretch>
        </p:blipFill>
        <p:spPr bwMode="auto">
          <a:xfrm>
            <a:off x="8274665" y="5932547"/>
            <a:ext cx="281313" cy="266700"/>
          </a:xfrm>
          <a:prstGeom prst="rect">
            <a:avLst/>
          </a:prstGeom>
          <a:noFill/>
        </p:spPr>
      </p:pic>
      <p:pic>
        <p:nvPicPr>
          <p:cNvPr id="26" name="Picture 5" descr="C:\Users\UserSim\Desktop\DS_icons\128x128 shadows\twitter.png">
            <a:hlinkClick r:id="rId22"/>
          </p:cNvPr>
          <p:cNvPicPr>
            <a:picLocks noChangeAspect="1" noChangeArrowheads="1"/>
          </p:cNvPicPr>
          <p:nvPr>
            <p:custDataLst>
              <p:tags r:id="rId12"/>
            </p:custDataLst>
          </p:nvPr>
        </p:nvPicPr>
        <p:blipFill>
          <a:blip r:embed="rId23" cstate="email"/>
          <a:srcRect/>
          <a:stretch>
            <a:fillRect/>
          </a:stretch>
        </p:blipFill>
        <p:spPr bwMode="auto">
          <a:xfrm>
            <a:off x="8903720" y="5932547"/>
            <a:ext cx="281313" cy="266700"/>
          </a:xfrm>
          <a:prstGeom prst="rect">
            <a:avLst/>
          </a:prstGeom>
          <a:noFill/>
        </p:spPr>
      </p:pic>
      <p:pic>
        <p:nvPicPr>
          <p:cNvPr id="27" name="Picture 6" descr="C:\Users\UserSim\Desktop\DS_icons\128x128 shadows\youtube.png">
            <a:hlinkClick r:id="rId24"/>
          </p:cNvPr>
          <p:cNvPicPr>
            <a:picLocks noChangeAspect="1" noChangeArrowheads="1"/>
          </p:cNvPicPr>
          <p:nvPr>
            <p:custDataLst>
              <p:tags r:id="rId13"/>
            </p:custDataLst>
          </p:nvPr>
        </p:nvPicPr>
        <p:blipFill>
          <a:blip r:embed="rId25" cstate="email"/>
          <a:srcRect/>
          <a:stretch>
            <a:fillRect/>
          </a:stretch>
        </p:blipFill>
        <p:spPr bwMode="auto">
          <a:xfrm>
            <a:off x="9242223" y="5932547"/>
            <a:ext cx="281313" cy="266700"/>
          </a:xfrm>
          <a:prstGeom prst="rect">
            <a:avLst/>
          </a:prstGeom>
          <a:noFill/>
        </p:spPr>
      </p:pic>
      <p:pic>
        <p:nvPicPr>
          <p:cNvPr id="28" name="Image 22" descr="Picto_Slideshare.gif">
            <a:hlinkClick r:id="rId26"/>
          </p:cNvPr>
          <p:cNvPicPr preferRelativeResize="0">
            <a:picLocks/>
          </p:cNvPicPr>
          <p:nvPr>
            <p:custDataLst>
              <p:tags r:id="rId14"/>
            </p:custDataLst>
          </p:nvPr>
        </p:nvPicPr>
        <p:blipFill>
          <a:blip r:embed="rId27"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pic>
        <p:nvPicPr>
          <p:cNvPr id="261139" name="Picture 19" descr="D:\Users\bkp\My Work\TEMPLATES\LOGO Library\Capgemini_Logo_Set\Capgemini Logo Set\ppt\Logo_Capgemini_RGB.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6750" y="844452"/>
            <a:ext cx="3154680" cy="731113"/>
          </a:xfrm>
          <a:prstGeom prst="rect">
            <a:avLst/>
          </a:prstGeom>
          <a:noFill/>
          <a:extLst>
            <a:ext uri="{909E8E84-426E-40DD-AFC4-6F175D3DCCD1}">
              <a14:hiddenFill xmlns:a14="http://schemas.microsoft.com/office/drawing/2010/main">
                <a:solidFill>
                  <a:srgbClr val="FFFFFF"/>
                </a:solidFill>
              </a14:hiddenFill>
            </a:ext>
          </a:extLst>
        </p:spPr>
      </p:pic>
      <p:pic>
        <p:nvPicPr>
          <p:cNvPr id="261140" name="Picture 20" descr="D:\Users\bkp\My Work\TEMPLATES\LOGO Library\Capgemini_Logo_Set\Slogan_PMRC_cmyk_Capgemini.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87543" y="1106840"/>
            <a:ext cx="3154680" cy="258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29013"/>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Lst>
  <p:timing>
    <p:tnLst>
      <p:par>
        <p:cTn id="1" dur="indefinite" restart="never" nodeType="tmRoot"/>
      </p:par>
    </p:tnLst>
  </p:timing>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9097" name="think-cell Slide" r:id="rId7" imgW="360" imgH="360" progId="">
                  <p:embed/>
                </p:oleObj>
              </mc:Choice>
              <mc:Fallback>
                <p:oleObj name="think-cell Slide" r:id="rId7" imgW="360" imgH="360" progId="">
                  <p:embed/>
                  <p:pic>
                    <p:nvPicPr>
                      <p:cNvPr id="0" name="Picture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00" r:id="rId1"/>
    <p:sldLayoutId id="2147483992" r:id="rId2"/>
    <p:sldLayoutId id="2147483980" r:id="rId3"/>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tags" Target="../tags/tag70.xml"/><Relationship Id="rId7" Type="http://schemas.openxmlformats.org/officeDocument/2006/relationships/notesSlide" Target="../notesSlides/notesSlide1.xml"/><Relationship Id="rId2" Type="http://schemas.openxmlformats.org/officeDocument/2006/relationships/tags" Target="../tags/tag69.xml"/><Relationship Id="rId1" Type="http://schemas.openxmlformats.org/officeDocument/2006/relationships/vmlDrawing" Target="../drawings/vmlDrawing21.v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3.xml"/><Relationship Id="rId1" Type="http://schemas.openxmlformats.org/officeDocument/2006/relationships/vmlDrawing" Target="../drawings/vmlDrawing22.vml"/><Relationship Id="rId5" Type="http://schemas.openxmlformats.org/officeDocument/2006/relationships/image" Target="../media/image1.emf"/><Relationship Id="rId4" Type="http://schemas.openxmlformats.org/officeDocument/2006/relationships/oleObject" Target="../embeddings/oleObject2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7967" name="think-cell Slide" r:id="rId8" imgW="360" imgH="360" progId="">
                  <p:embed/>
                </p:oleObj>
              </mc:Choice>
              <mc:Fallback>
                <p:oleObj name="think-cell Slide" r:id="rId8" imgW="360" imgH="360" progId="">
                  <p:embed/>
                  <p:pic>
                    <p:nvPicPr>
                      <p:cNvPr id="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9"/>
          <p:cNvSpPr>
            <a:spLocks noGrp="1"/>
          </p:cNvSpPr>
          <p:nvPr>
            <p:ph type="ctrTitle"/>
            <p:custDataLst>
              <p:tags r:id="rId3"/>
            </p:custDataLst>
          </p:nvPr>
        </p:nvSpPr>
        <p:spPr>
          <a:xfrm>
            <a:off x="304800" y="4648200"/>
            <a:ext cx="4727575" cy="724977"/>
          </a:xfrm>
        </p:spPr>
        <p:txBody>
          <a:bodyPr/>
          <a:lstStyle/>
          <a:p>
            <a:r>
              <a:rPr lang="en-US" sz="2400" b="1" dirty="0" smtClean="0"/>
              <a:t>Learning &amp; Development </a:t>
            </a:r>
            <a:br>
              <a:rPr lang="en-US" sz="2400" b="1" dirty="0" smtClean="0"/>
            </a:br>
            <a:r>
              <a:rPr lang="en-US" sz="1600" i="1" kern="1100" dirty="0">
                <a:solidFill>
                  <a:schemeClr val="accent1">
                    <a:lumMod val="50000"/>
                  </a:schemeClr>
                </a:solidFill>
              </a:rPr>
              <a:t>Enabling development, Impacting growth</a:t>
            </a:r>
            <a:r>
              <a:rPr lang="en-US" sz="1600" i="1" kern="1100" dirty="0" smtClean="0">
                <a:solidFill>
                  <a:schemeClr val="accent1">
                    <a:lumMod val="50000"/>
                  </a:schemeClr>
                </a:solidFill>
              </a:rPr>
              <a:t>…</a:t>
            </a:r>
            <a:endParaRPr lang="en-US" sz="2400" b="1" i="1" dirty="0"/>
          </a:p>
        </p:txBody>
      </p:sp>
      <p:sp>
        <p:nvSpPr>
          <p:cNvPr id="13" name="Subtitle 12"/>
          <p:cNvSpPr>
            <a:spLocks noGrp="1"/>
          </p:cNvSpPr>
          <p:nvPr>
            <p:ph type="subTitle" idx="1"/>
            <p:custDataLst>
              <p:tags r:id="rId4"/>
            </p:custDataLst>
          </p:nvPr>
        </p:nvSpPr>
        <p:spPr>
          <a:xfrm>
            <a:off x="311149" y="5486400"/>
            <a:ext cx="5861051" cy="685800"/>
          </a:xfrm>
        </p:spPr>
        <p:txBody>
          <a:bodyPr/>
          <a:lstStyle/>
          <a:p>
            <a:pPr lvl="0"/>
            <a:endParaRPr lang="en-US" sz="2400" b="1" dirty="0" smtClean="0">
              <a:solidFill>
                <a:srgbClr val="002060"/>
              </a:solidFill>
            </a:endParaRPr>
          </a:p>
          <a:p>
            <a:pPr lvl="0"/>
            <a:r>
              <a:rPr lang="en-US" sz="2400" b="1" dirty="0" err="1" smtClean="0">
                <a:solidFill>
                  <a:srgbClr val="002060"/>
                </a:solidFill>
              </a:rPr>
              <a:t>Cognos</a:t>
            </a:r>
            <a:r>
              <a:rPr lang="en-US" sz="2400" b="1" dirty="0" smtClean="0">
                <a:solidFill>
                  <a:srgbClr val="002060"/>
                </a:solidFill>
              </a:rPr>
              <a:t> 11 (IBM </a:t>
            </a:r>
            <a:r>
              <a:rPr lang="en-US" sz="2400" b="1" dirty="0" err="1" smtClean="0">
                <a:solidFill>
                  <a:srgbClr val="002060"/>
                </a:solidFill>
              </a:rPr>
              <a:t>Cognos</a:t>
            </a:r>
            <a:r>
              <a:rPr lang="en-US" sz="2400" b="1" dirty="0" smtClean="0">
                <a:solidFill>
                  <a:srgbClr val="002060"/>
                </a:solidFill>
              </a:rPr>
              <a:t> Analytics) – Training</a:t>
            </a:r>
          </a:p>
          <a:p>
            <a:pPr lvl="0">
              <a:buClr>
                <a:srgbClr val="002060"/>
              </a:buClr>
              <a:buFont typeface="Wingdings" pitchFamily="2" charset="2"/>
              <a:buChar char="Ø"/>
            </a:pPr>
            <a:r>
              <a:rPr lang="en-US" sz="2400" b="1" dirty="0" smtClean="0">
                <a:solidFill>
                  <a:srgbClr val="002060"/>
                </a:solidFill>
              </a:rPr>
              <a:t>Query Studio</a:t>
            </a:r>
          </a:p>
          <a:p>
            <a:pPr lvl="0">
              <a:buClr>
                <a:srgbClr val="002060"/>
              </a:buClr>
            </a:pPr>
            <a:endParaRPr lang="en-US" sz="2400" b="1" dirty="0" smtClean="0">
              <a:solidFill>
                <a:srgbClr val="002060"/>
              </a:solidFill>
            </a:endParaRPr>
          </a:p>
        </p:txBody>
      </p:sp>
      <p:sp>
        <p:nvSpPr>
          <p:cNvPr id="5" name="Subtitle 12"/>
          <p:cNvSpPr txBox="1">
            <a:spLocks/>
          </p:cNvSpPr>
          <p:nvPr>
            <p:custDataLst>
              <p:tags r:id="rId5"/>
            </p:custDataLst>
          </p:nvPr>
        </p:nvSpPr>
        <p:spPr>
          <a:xfrm>
            <a:off x="311149" y="5410200"/>
            <a:ext cx="5861051" cy="381000"/>
          </a:xfrm>
          <a:prstGeom prst="rect">
            <a:avLst/>
          </a:prstGeom>
          <a:effectLst>
            <a:outerShdw blurRad="12700" dist="12700" dir="2700000" sx="133000" sy="133000" algn="tl" rotWithShape="0">
              <a:schemeClr val="bg1">
                <a:alpha val="80000"/>
              </a:schemeClr>
            </a:outerShdw>
          </a:effectLst>
        </p:spPr>
        <p:txBody>
          <a:bodyPr vert="horz" lIns="0" tIns="33059" rIns="33059" bIns="33059" rtlCol="0" anchor="ctr">
            <a:noAutofit/>
          </a:bodyPr>
          <a:lstStyle>
            <a:lvl1pPr marL="0" indent="0" algn="l" defTabSz="914342" rtl="0" eaLnBrk="1" latinLnBrk="0" hangingPunct="1">
              <a:lnSpc>
                <a:spcPct val="100000"/>
              </a:lnSpc>
              <a:spcBef>
                <a:spcPts val="0"/>
              </a:spcBef>
              <a:spcAft>
                <a:spcPts val="600"/>
              </a:spcAft>
              <a:buClr>
                <a:schemeClr val="accent2"/>
              </a:buClr>
              <a:buFont typeface="Wingdings" pitchFamily="2" charset="2"/>
              <a:buNone/>
              <a:defRPr sz="1800" b="0" kern="1200">
                <a:solidFill>
                  <a:schemeClr val="accent2"/>
                </a:solidFill>
                <a:effectLst/>
                <a:latin typeface="Arial Narrow" pitchFamily="34" charset="0"/>
                <a:ea typeface="+mn-ea"/>
                <a:cs typeface="+mn-cs"/>
              </a:defRPr>
            </a:lvl1pPr>
            <a:lvl2pPr marL="457171" indent="0" algn="ctr" defTabSz="914342" rtl="0" eaLnBrk="1" latinLnBrk="0" hangingPunct="1">
              <a:spcBef>
                <a:spcPts val="0"/>
              </a:spcBef>
              <a:spcAft>
                <a:spcPts val="600"/>
              </a:spcAft>
              <a:buClr>
                <a:schemeClr val="accent2"/>
              </a:buClr>
              <a:buFont typeface="Arial" pitchFamily="34" charset="0"/>
              <a:buNone/>
              <a:defRPr sz="1800" b="0" kern="1200">
                <a:solidFill>
                  <a:schemeClr val="tx1">
                    <a:tint val="75000"/>
                  </a:schemeClr>
                </a:solidFill>
                <a:latin typeface="+mn-lt"/>
                <a:ea typeface="+mn-ea"/>
                <a:cs typeface="+mn-cs"/>
              </a:defRPr>
            </a:lvl2pPr>
            <a:lvl3pPr marL="914342" indent="0" algn="ctr" defTabSz="914342" rtl="0" eaLnBrk="1" latinLnBrk="0" hangingPunct="1">
              <a:spcBef>
                <a:spcPts val="0"/>
              </a:spcBef>
              <a:spcAft>
                <a:spcPts val="600"/>
              </a:spcAft>
              <a:buClr>
                <a:schemeClr val="accent2"/>
              </a:buClr>
              <a:buFont typeface="Arial" pitchFamily="34" charset="0"/>
              <a:buNone/>
              <a:defRPr sz="1600" kern="1200">
                <a:solidFill>
                  <a:schemeClr val="tx1">
                    <a:tint val="75000"/>
                  </a:schemeClr>
                </a:solidFill>
                <a:latin typeface="+mn-lt"/>
                <a:ea typeface="+mn-ea"/>
                <a:cs typeface="+mn-cs"/>
              </a:defRPr>
            </a:lvl3pPr>
            <a:lvl4pPr marL="1371513" marR="0" indent="0" algn="ctr" defTabSz="914342" rtl="0" eaLnBrk="1" fontAlgn="auto" latinLnBrk="0" hangingPunct="1">
              <a:lnSpc>
                <a:spcPct val="100000"/>
              </a:lnSpc>
              <a:spcBef>
                <a:spcPts val="0"/>
              </a:spcBef>
              <a:spcAft>
                <a:spcPts val="0"/>
              </a:spcAft>
              <a:buClr>
                <a:schemeClr val="accent2"/>
              </a:buClr>
              <a:buSzTx/>
              <a:buFont typeface="Courier New" pitchFamily="49" charset="0"/>
              <a:buNone/>
              <a:tabLst/>
              <a:defRPr sz="1400" kern="1200">
                <a:solidFill>
                  <a:schemeClr val="tx1">
                    <a:tint val="75000"/>
                  </a:schemeClr>
                </a:solidFill>
                <a:latin typeface="+mn-lt"/>
                <a:ea typeface="+mn-ea"/>
                <a:cs typeface="+mn-cs"/>
              </a:defRPr>
            </a:lvl4pPr>
            <a:lvl5pPr marL="1828684" indent="0" algn="ctr" defTabSz="914342" rtl="0" eaLnBrk="1" latinLnBrk="0" hangingPunct="1">
              <a:spcBef>
                <a:spcPts val="0"/>
              </a:spcBef>
              <a:buClr>
                <a:srgbClr val="B1B1B1"/>
              </a:buClr>
              <a:buFont typeface="Arial" pitchFamily="34" charset="0"/>
              <a:buNone/>
              <a:defRPr sz="1700" kern="1200">
                <a:solidFill>
                  <a:schemeClr val="tx1">
                    <a:tint val="75000"/>
                  </a:schemeClr>
                </a:solidFill>
                <a:latin typeface="+mn-lt"/>
                <a:ea typeface="+mn-ea"/>
                <a:cs typeface="+mn-cs"/>
              </a:defRPr>
            </a:lvl5pPr>
            <a:lvl6pPr marL="2285855"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026"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198"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369"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fr-FR" sz="1600" b="1" dirty="0" smtClean="0"/>
          </a:p>
        </p:txBody>
      </p:sp>
    </p:spTree>
    <p:extLst>
      <p:ext uri="{BB962C8B-B14F-4D97-AF65-F5344CB8AC3E}">
        <p14:creationId xmlns:p14="http://schemas.microsoft.com/office/powerpoint/2010/main" val="3817146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Module Objectives :</a:t>
            </a:r>
            <a:endParaRPr lang="en-US" sz="2800" dirty="0">
              <a:latin typeface="Arial Narrow" pitchFamily="34" charset="0"/>
            </a:endParaRPr>
          </a:p>
        </p:txBody>
      </p:sp>
      <p:sp>
        <p:nvSpPr>
          <p:cNvPr id="20" name="Rectangle 19"/>
          <p:cNvSpPr/>
          <p:nvPr/>
        </p:nvSpPr>
        <p:spPr>
          <a:xfrm>
            <a:off x="381000" y="1524000"/>
            <a:ext cx="9144000" cy="4093428"/>
          </a:xfrm>
          <a:prstGeom prst="rect">
            <a:avLst/>
          </a:prstGeom>
        </p:spPr>
        <p:txBody>
          <a:bodyPr wrap="square">
            <a:spAutoFit/>
          </a:bodyPr>
          <a:lstStyle/>
          <a:p>
            <a:pPr marL="936078" lvl="1" indent="-457200">
              <a:buFont typeface="+mj-lt"/>
              <a:buAutoNum type="arabicPeriod"/>
            </a:pPr>
            <a:r>
              <a:rPr lang="en-US" sz="2000" dirty="0" smtClean="0"/>
              <a:t>What is Query Studio?</a:t>
            </a:r>
          </a:p>
          <a:p>
            <a:pPr marL="936078" lvl="1" indent="-457200">
              <a:buFont typeface="+mj-lt"/>
              <a:buAutoNum type="arabicPeriod"/>
            </a:pPr>
            <a:endParaRPr lang="en-US" sz="2000" dirty="0" smtClean="0"/>
          </a:p>
          <a:p>
            <a:pPr marL="936078" lvl="1" indent="-457200">
              <a:buFont typeface="+mj-lt"/>
              <a:buAutoNum type="arabicPeriod"/>
            </a:pPr>
            <a:r>
              <a:rPr lang="en-US" sz="2000" dirty="0" smtClean="0"/>
              <a:t>Package</a:t>
            </a:r>
          </a:p>
          <a:p>
            <a:pPr marL="936078" lvl="1" indent="-457200">
              <a:buFont typeface="+mj-lt"/>
              <a:buAutoNum type="arabicPeriod"/>
            </a:pPr>
            <a:endParaRPr lang="en-US" sz="2000" dirty="0" smtClean="0"/>
          </a:p>
          <a:p>
            <a:pPr marL="936078" lvl="1" indent="-457200">
              <a:buFont typeface="+mj-lt"/>
              <a:buAutoNum type="arabicPeriod"/>
            </a:pPr>
            <a:r>
              <a:rPr lang="en-US" sz="2000" dirty="0" smtClean="0"/>
              <a:t>Adding Data to Ad Hoc Reports</a:t>
            </a:r>
          </a:p>
          <a:p>
            <a:pPr marL="936078" lvl="1" indent="-457200">
              <a:buFont typeface="+mj-lt"/>
              <a:buAutoNum type="arabicPeriod"/>
            </a:pPr>
            <a:endParaRPr lang="en-US" sz="2000" dirty="0" smtClean="0"/>
          </a:p>
          <a:p>
            <a:pPr marL="936078" lvl="1" indent="-457200">
              <a:buFont typeface="+mj-lt"/>
              <a:buAutoNum type="arabicPeriod"/>
            </a:pPr>
            <a:r>
              <a:rPr lang="en-US" sz="2000" dirty="0" smtClean="0"/>
              <a:t>List Reports</a:t>
            </a:r>
          </a:p>
          <a:p>
            <a:pPr marL="936078" lvl="1" indent="-457200">
              <a:buFont typeface="+mj-lt"/>
              <a:buAutoNum type="arabicPeriod"/>
            </a:pPr>
            <a:endParaRPr lang="en-US" sz="2000" dirty="0" smtClean="0"/>
          </a:p>
          <a:p>
            <a:pPr marL="936078" lvl="1" indent="-457200">
              <a:buFont typeface="+mj-lt"/>
              <a:buAutoNum type="arabicPeriod"/>
            </a:pPr>
            <a:r>
              <a:rPr lang="en-US" sz="2000" dirty="0" smtClean="0"/>
              <a:t>Crosstab Reports</a:t>
            </a:r>
          </a:p>
          <a:p>
            <a:pPr marL="936078" lvl="1" indent="-457200">
              <a:buFont typeface="+mj-lt"/>
              <a:buAutoNum type="arabicPeriod"/>
            </a:pPr>
            <a:endParaRPr lang="en-US" sz="2000" dirty="0" smtClean="0"/>
          </a:p>
          <a:p>
            <a:pPr marL="936078" lvl="1" indent="-457200">
              <a:buFont typeface="+mj-lt"/>
              <a:buAutoNum type="arabicPeriod"/>
            </a:pPr>
            <a:r>
              <a:rPr lang="en-US" sz="2000" dirty="0" smtClean="0"/>
              <a:t>Display Data Graphically with Charts</a:t>
            </a:r>
          </a:p>
          <a:p>
            <a:pPr marL="936078" lvl="1" indent="-457200">
              <a:buFont typeface="+mj-lt"/>
              <a:buAutoNum type="arabicPeriod"/>
            </a:pPr>
            <a:endParaRPr lang="en-US" sz="2000" dirty="0" smtClean="0"/>
          </a:p>
          <a:p>
            <a:pPr marL="936078" lvl="1" indent="-457200">
              <a:buFont typeface="+mj-lt"/>
              <a:buAutoNum type="arabicPeriod"/>
            </a:pPr>
            <a:r>
              <a:rPr lang="en-US" sz="2000" dirty="0" smtClean="0"/>
              <a:t>Custom Groups</a:t>
            </a:r>
          </a:p>
        </p:txBody>
      </p:sp>
    </p:spTree>
  </p:cSld>
  <p:clrMapOvr>
    <a:masterClrMapping/>
  </p:clrMapOvr>
  <p:transition advClick="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type="body" idx="1"/>
          </p:nvPr>
        </p:nvSpPr>
        <p:spPr>
          <a:xfrm>
            <a:off x="369888" y="1125538"/>
            <a:ext cx="9144000" cy="914400"/>
          </a:xfrm>
        </p:spPr>
        <p:txBody>
          <a:bodyPr lIns="91440"/>
          <a:lstStyle/>
          <a:p>
            <a:pPr marL="176213">
              <a:buFont typeface="Arial" charset="0"/>
              <a:buNone/>
            </a:pPr>
            <a:r>
              <a:rPr lang="en-US" sz="1800" b="1" dirty="0" smtClean="0">
                <a:solidFill>
                  <a:schemeClr val="accent1"/>
                </a:solidFill>
                <a:cs typeface="Times New Roman" pitchFamily="18" charset="0"/>
              </a:rPr>
              <a:t>What is Query Studio?</a:t>
            </a:r>
          </a:p>
          <a:p>
            <a:pPr marL="182880" indent="-182880"/>
            <a:r>
              <a:rPr lang="en-US" sz="1600" dirty="0" smtClean="0">
                <a:cs typeface="Times New Roman" pitchFamily="18" charset="0"/>
              </a:rPr>
              <a:t>A web based tool allowing users  to build ad-hoc queries and reports hereby helping in exploring data and facilitate in ad-hoc reporting.</a:t>
            </a:r>
          </a:p>
        </p:txBody>
      </p:sp>
      <p:sp>
        <p:nvSpPr>
          <p:cNvPr id="122885" name="Text Box 5"/>
          <p:cNvSpPr txBox="1">
            <a:spLocks noChangeArrowheads="1"/>
          </p:cNvSpPr>
          <p:nvPr/>
        </p:nvSpPr>
        <p:spPr bwMode="auto">
          <a:xfrm>
            <a:off x="370707" y="2127100"/>
            <a:ext cx="4175893" cy="3922612"/>
          </a:xfrm>
          <a:prstGeom prst="rect">
            <a:avLst/>
          </a:prstGeom>
          <a:noFill/>
          <a:ln w="9525">
            <a:noFill/>
            <a:miter lim="800000"/>
            <a:headEnd/>
            <a:tailEnd/>
          </a:ln>
          <a:effectLst/>
        </p:spPr>
        <p:txBody>
          <a:bodyPr wrap="square">
            <a:spAutoFit/>
          </a:bodyPr>
          <a:lstStyle/>
          <a:p>
            <a:pPr marL="176213" indent="-228600" defTabSz="914342">
              <a:spcAft>
                <a:spcPts val="600"/>
              </a:spcAft>
              <a:buClr>
                <a:schemeClr val="accent2"/>
              </a:buClr>
              <a:buSzPct val="100000"/>
            </a:pPr>
            <a:r>
              <a:rPr lang="en-US" sz="1800" b="1" dirty="0">
                <a:solidFill>
                  <a:schemeClr val="accent1"/>
                </a:solidFill>
                <a:cs typeface="Times New Roman" pitchFamily="18" charset="0"/>
              </a:rPr>
              <a:t>Key Capabilities</a:t>
            </a:r>
          </a:p>
          <a:p>
            <a:pPr marL="182880" indent="-182880" defTabSz="914342">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cs typeface="Times New Roman" pitchFamily="18" charset="0"/>
              </a:rPr>
              <a:t>Ad-hoc Reporting: </a:t>
            </a:r>
            <a:r>
              <a:rPr lang="en-US" sz="1400" dirty="0" smtClean="0">
                <a:cs typeface="Times New Roman" pitchFamily="18" charset="0"/>
              </a:rPr>
              <a:t>Drag-and-drop trusted content, filters, and calculations. Modify and arrange layout, add colors and text.</a:t>
            </a:r>
          </a:p>
          <a:p>
            <a:pPr marL="182880" indent="-182880" defTabSz="914342">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cs typeface="Times New Roman" pitchFamily="18" charset="0"/>
              </a:rPr>
              <a:t>Share findings: </a:t>
            </a:r>
            <a:r>
              <a:rPr lang="en-US" sz="1400" dirty="0" smtClean="0">
                <a:cs typeface="Times New Roman" pitchFamily="18" charset="0"/>
              </a:rPr>
              <a:t>User can create his own reports and share them in different formats.</a:t>
            </a:r>
            <a:endParaRPr lang="en-US" sz="1400" dirty="0">
              <a:cs typeface="Times New Roman" pitchFamily="18" charset="0"/>
            </a:endParaRPr>
          </a:p>
          <a:p>
            <a:pPr defTabSz="914342">
              <a:spcBef>
                <a:spcPts val="1200"/>
              </a:spcBef>
              <a:spcAft>
                <a:spcPts val="600"/>
              </a:spcAft>
              <a:buClr>
                <a:schemeClr val="accent2"/>
              </a:buClr>
              <a:buSzPct val="100000"/>
            </a:pPr>
            <a:r>
              <a:rPr lang="en-US" sz="1800" b="1" dirty="0">
                <a:solidFill>
                  <a:schemeClr val="accent1"/>
                </a:solidFill>
                <a:cs typeface="Times New Roman" pitchFamily="18" charset="0"/>
              </a:rPr>
              <a:t>Benefits</a:t>
            </a:r>
          </a:p>
          <a:p>
            <a:pPr marL="182880" indent="-182880">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Enhances self-service:</a:t>
            </a:r>
            <a:r>
              <a:rPr lang="en-US" sz="1400" dirty="0" smtClean="0">
                <a:solidFill>
                  <a:srgbClr val="000000"/>
                </a:solidFill>
                <a:cs typeface="Times New Roman" pitchFamily="18" charset="0"/>
              </a:rPr>
              <a:t> Easy ad-hoc report creation empower business users</a:t>
            </a:r>
          </a:p>
          <a:p>
            <a:pPr marL="182880" indent="-182880">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Detail insight into data:</a:t>
            </a:r>
            <a:r>
              <a:rPr lang="en-US" sz="1400" dirty="0" smtClean="0">
                <a:solidFill>
                  <a:srgbClr val="000000"/>
                </a:solidFill>
                <a:cs typeface="Times New Roman" pitchFamily="18" charset="0"/>
              </a:rPr>
              <a:t> Quick way for in-place data exploration</a:t>
            </a:r>
          </a:p>
          <a:p>
            <a:pPr marL="182880" indent="-182880">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b="1" dirty="0" smtClean="0">
                <a:solidFill>
                  <a:srgbClr val="000000"/>
                </a:solidFill>
                <a:cs typeface="Times New Roman" pitchFamily="18" charset="0"/>
              </a:rPr>
              <a:t>Reduces IT bottlenecks:</a:t>
            </a:r>
            <a:r>
              <a:rPr lang="en-US" sz="1400" dirty="0" smtClean="0">
                <a:solidFill>
                  <a:srgbClr val="000000"/>
                </a:solidFill>
                <a:cs typeface="Times New Roman" pitchFamily="18" charset="0"/>
              </a:rPr>
              <a:t> Facilitate self-service while leverage information from trusted and properly IT governed content</a:t>
            </a:r>
          </a:p>
        </p:txBody>
      </p:sp>
      <p:pic>
        <p:nvPicPr>
          <p:cNvPr id="7" name="Picture 1"/>
          <p:cNvPicPr>
            <a:picLocks noChangeAspect="1" noChangeArrowheads="1"/>
          </p:cNvPicPr>
          <p:nvPr/>
        </p:nvPicPr>
        <p:blipFill>
          <a:blip r:embed="rId2" cstate="print"/>
          <a:srcRect/>
          <a:stretch>
            <a:fillRect/>
          </a:stretch>
        </p:blipFill>
        <p:spPr bwMode="auto">
          <a:xfrm>
            <a:off x="4585017" y="2132857"/>
            <a:ext cx="4927283" cy="3340418"/>
          </a:xfrm>
          <a:prstGeom prst="rect">
            <a:avLst/>
          </a:prstGeom>
          <a:noFill/>
          <a:ln w="9525">
            <a:solidFill>
              <a:schemeClr val="tx1"/>
            </a:solidFill>
            <a:miter lim="800000"/>
            <a:headEnd/>
            <a:tailEnd/>
          </a:ln>
        </p:spPr>
      </p:pic>
      <p:sp>
        <p:nvSpPr>
          <p:cNvPr id="8" name="Rectangle 1"/>
          <p:cNvSpPr txBox="1">
            <a:spLocks noChangeArrowheads="1"/>
          </p:cNvSpPr>
          <p:nvPr/>
        </p:nvSpPr>
        <p:spPr bwMode="black">
          <a:xfrm>
            <a:off x="-2852" y="241755"/>
            <a:ext cx="9902952" cy="430887"/>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lvl="0"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What is Query Studio ? </a:t>
            </a:r>
          </a:p>
        </p:txBody>
      </p:sp>
    </p:spTree>
  </p:cSld>
  <p:clrMapOvr>
    <a:masterClrMapping/>
  </p:clrMapOvr>
  <p:transition advClick="0">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2"/>
          <p:cNvSpPr txBox="1">
            <a:spLocks noChangeArrowheads="1"/>
          </p:cNvSpPr>
          <p:nvPr/>
        </p:nvSpPr>
        <p:spPr bwMode="auto">
          <a:xfrm>
            <a:off x="375312" y="1137940"/>
            <a:ext cx="9144000" cy="5029200"/>
          </a:xfrm>
          <a:prstGeom prst="rect">
            <a:avLst/>
          </a:prstGeom>
          <a:noFill/>
          <a:ln w="9525">
            <a:noFill/>
            <a:round/>
            <a:headEnd/>
            <a:tailEnd/>
          </a:ln>
        </p:spPr>
        <p:txBody>
          <a:bodyPr/>
          <a:lstStyle/>
          <a:p>
            <a:pPr eaLnBrk="1" hangingPunct="1">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smtClean="0">
                <a:solidFill>
                  <a:srgbClr val="000000"/>
                </a:solidFill>
                <a:cs typeface="Times New Roman" pitchFamily="18" charset="0"/>
              </a:rPr>
              <a:t>Features:</a:t>
            </a:r>
          </a:p>
          <a:p>
            <a:pPr marL="274320" indent="-274320" eaLnBrk="1" hangingPunct="1">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In Query Studio one can create reports having,</a:t>
            </a:r>
            <a:endParaRPr lang="en-US" sz="2000" dirty="0">
              <a:solidFill>
                <a:srgbClr val="000000"/>
              </a:solidFill>
              <a:cs typeface="Times New Roman" pitchFamily="18" charset="0"/>
            </a:endParaRPr>
          </a:p>
          <a:p>
            <a:pPr marL="457200" lvl="1" indent="-182880" eaLnBrk="1" hangingPunct="1">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solidFill>
                  <a:srgbClr val="000000"/>
                </a:solidFill>
                <a:cs typeface="Times New Roman" pitchFamily="18" charset="0"/>
              </a:rPr>
              <a:t>Lists / Grouped Lists</a:t>
            </a:r>
          </a:p>
          <a:p>
            <a:pPr marL="457200" lvl="1" indent="-182880" eaLnBrk="1" hangingPunct="1">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solidFill>
                  <a:srgbClr val="000000"/>
                </a:solidFill>
                <a:cs typeface="Times New Roman" pitchFamily="18" charset="0"/>
              </a:rPr>
              <a:t>Crosstabs</a:t>
            </a:r>
          </a:p>
          <a:p>
            <a:pPr marL="457200" lvl="1" indent="-182880" eaLnBrk="1" hangingPunct="1">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solidFill>
                  <a:srgbClr val="000000"/>
                </a:solidFill>
                <a:cs typeface="Times New Roman" pitchFamily="18" charset="0"/>
              </a:rPr>
              <a:t>Charts</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Reports can be formatted and filtered.</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Sorting and Grouping can be done on the data.</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Calculations can be added to the existing data.</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Drill up and Drill down can be done.</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Lineage information can be obtained for the existing data items.</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Report can be run and viewed in </a:t>
            </a:r>
            <a:r>
              <a:rPr lang="en-US" sz="2000" dirty="0" err="1" smtClean="0">
                <a:solidFill>
                  <a:srgbClr val="000000"/>
                </a:solidFill>
                <a:cs typeface="Times New Roman" pitchFamily="18" charset="0"/>
              </a:rPr>
              <a:t>pdf</a:t>
            </a:r>
            <a:r>
              <a:rPr lang="en-US" sz="2000" dirty="0" smtClean="0">
                <a:solidFill>
                  <a:srgbClr val="000000"/>
                </a:solidFill>
                <a:cs typeface="Times New Roman" pitchFamily="18" charset="0"/>
              </a:rPr>
              <a:t>, </a:t>
            </a:r>
            <a:r>
              <a:rPr lang="en-US" sz="2000" dirty="0" err="1" smtClean="0">
                <a:solidFill>
                  <a:srgbClr val="000000"/>
                </a:solidFill>
                <a:cs typeface="Times New Roman" pitchFamily="18" charset="0"/>
              </a:rPr>
              <a:t>csv</a:t>
            </a:r>
            <a:r>
              <a:rPr lang="en-US" sz="2000" dirty="0" smtClean="0">
                <a:solidFill>
                  <a:srgbClr val="000000"/>
                </a:solidFill>
                <a:cs typeface="Times New Roman" pitchFamily="18" charset="0"/>
              </a:rPr>
              <a:t>, xml and excel format.</a:t>
            </a:r>
          </a:p>
        </p:txBody>
      </p:sp>
      <p:sp>
        <p:nvSpPr>
          <p:cNvPr id="5" name="Rectangle 1"/>
          <p:cNvSpPr txBox="1">
            <a:spLocks noChangeArrowheads="1"/>
          </p:cNvSpPr>
          <p:nvPr/>
        </p:nvSpPr>
        <p:spPr bwMode="black">
          <a:xfrm>
            <a:off x="-2852" y="241755"/>
            <a:ext cx="9902952" cy="430887"/>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lvl="0"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What is Query Studio ?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Text Box 2"/>
          <p:cNvSpPr txBox="1">
            <a:spLocks noChangeArrowheads="1"/>
          </p:cNvSpPr>
          <p:nvPr/>
        </p:nvSpPr>
        <p:spPr bwMode="auto">
          <a:xfrm>
            <a:off x="374650" y="1114400"/>
            <a:ext cx="9144000" cy="914400"/>
          </a:xfrm>
          <a:prstGeom prst="rect">
            <a:avLst/>
          </a:prstGeom>
          <a:noFill/>
          <a:ln w="9525">
            <a:noFill/>
            <a:round/>
            <a:headEnd/>
            <a:tailEnd/>
          </a:ln>
        </p:spPr>
        <p:txBody>
          <a:bodyPr/>
          <a:lstStyle/>
          <a:p>
            <a:pPr indent="-120650">
              <a:lnSpc>
                <a:spcPct val="105000"/>
              </a:lnSpc>
              <a:spcBef>
                <a:spcPts val="350"/>
              </a:spcBef>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smtClean="0">
                <a:solidFill>
                  <a:srgbClr val="000000"/>
                </a:solidFill>
                <a:cs typeface="Times New Roman" pitchFamily="18" charset="0"/>
              </a:rPr>
              <a:t>User Interface</a:t>
            </a:r>
          </a:p>
          <a:p>
            <a:pPr marL="274320" indent="-274320">
              <a:lnSpc>
                <a:spcPct val="105000"/>
              </a:lnSpc>
              <a:spcBef>
                <a:spcPts val="350"/>
              </a:spcBef>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Access </a:t>
            </a:r>
            <a:r>
              <a:rPr lang="en-US" sz="2000" dirty="0">
                <a:solidFill>
                  <a:srgbClr val="000000"/>
                </a:solidFill>
                <a:cs typeface="Times New Roman" pitchFamily="18" charset="0"/>
              </a:rPr>
              <a:t>the Query Studio tool from the </a:t>
            </a:r>
            <a:r>
              <a:rPr lang="en-US" sz="2000" dirty="0" err="1">
                <a:solidFill>
                  <a:srgbClr val="000000"/>
                </a:solidFill>
                <a:cs typeface="Times New Roman" pitchFamily="18" charset="0"/>
              </a:rPr>
              <a:t>Cognos</a:t>
            </a:r>
            <a:r>
              <a:rPr lang="en-US" sz="2000" dirty="0">
                <a:solidFill>
                  <a:srgbClr val="000000"/>
                </a:solidFill>
                <a:cs typeface="Times New Roman" pitchFamily="18" charset="0"/>
              </a:rPr>
              <a:t> </a:t>
            </a:r>
            <a:r>
              <a:rPr lang="en-US" sz="2000" dirty="0" smtClean="0">
                <a:solidFill>
                  <a:srgbClr val="000000"/>
                </a:solidFill>
                <a:cs typeface="Times New Roman" pitchFamily="18" charset="0"/>
              </a:rPr>
              <a:t>Analytics web </a:t>
            </a:r>
            <a:r>
              <a:rPr lang="en-US" sz="2000" dirty="0">
                <a:solidFill>
                  <a:srgbClr val="000000"/>
                </a:solidFill>
                <a:cs typeface="Times New Roman" pitchFamily="18" charset="0"/>
              </a:rPr>
              <a:t>portal.</a:t>
            </a:r>
          </a:p>
        </p:txBody>
      </p:sp>
      <p:sp>
        <p:nvSpPr>
          <p:cNvPr id="9" name="Rectangle 1"/>
          <p:cNvSpPr txBox="1">
            <a:spLocks noChangeArrowheads="1"/>
          </p:cNvSpPr>
          <p:nvPr/>
        </p:nvSpPr>
        <p:spPr bwMode="black">
          <a:xfrm>
            <a:off x="-2852" y="241755"/>
            <a:ext cx="9902952" cy="430887"/>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lvl="0"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What is Query Studio ? </a:t>
            </a:r>
          </a:p>
        </p:txBody>
      </p:sp>
      <p:pic>
        <p:nvPicPr>
          <p:cNvPr id="719873" name="Picture 1" descr="D:\Cognos 11 Training Material\Home_Page.JPG"/>
          <p:cNvPicPr>
            <a:picLocks noChangeAspect="1" noChangeArrowheads="1"/>
          </p:cNvPicPr>
          <p:nvPr/>
        </p:nvPicPr>
        <p:blipFill>
          <a:blip r:embed="rId3"/>
          <a:srcRect/>
          <a:stretch>
            <a:fillRect/>
          </a:stretch>
        </p:blipFill>
        <p:spPr bwMode="auto">
          <a:xfrm>
            <a:off x="914400" y="2133600"/>
            <a:ext cx="7391400" cy="4038600"/>
          </a:xfrm>
          <a:prstGeom prst="rect">
            <a:avLst/>
          </a:prstGeom>
          <a:noFill/>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2"/>
          <p:cNvSpPr txBox="1">
            <a:spLocks noChangeArrowheads="1"/>
          </p:cNvSpPr>
          <p:nvPr/>
        </p:nvSpPr>
        <p:spPr bwMode="auto">
          <a:xfrm>
            <a:off x="375312" y="1137940"/>
            <a:ext cx="4882488" cy="5029200"/>
          </a:xfrm>
          <a:prstGeom prst="rect">
            <a:avLst/>
          </a:prstGeom>
          <a:noFill/>
          <a:ln w="9525">
            <a:noFill/>
            <a:round/>
            <a:headEnd/>
            <a:tailEnd/>
          </a:ln>
        </p:spPr>
        <p:txBody>
          <a:bodyPr/>
          <a:lstStyle/>
          <a:p>
            <a:pPr>
              <a:spcAft>
                <a:spcPts val="600"/>
              </a:spcAft>
              <a:buClr>
                <a:srgbClr val="009999"/>
              </a:buClr>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Reports that are created in Query Studio are based on “packages” that are published from </a:t>
            </a:r>
            <a:r>
              <a:rPr lang="en-US" sz="2000" dirty="0" err="1" smtClean="0">
                <a:solidFill>
                  <a:srgbClr val="000000"/>
                </a:solidFill>
                <a:cs typeface="Times New Roman" pitchFamily="18" charset="0"/>
              </a:rPr>
              <a:t>Cognos</a:t>
            </a:r>
            <a:r>
              <a:rPr lang="en-US" sz="2000" dirty="0" smtClean="0">
                <a:solidFill>
                  <a:srgbClr val="000000"/>
                </a:solidFill>
                <a:cs typeface="Times New Roman" pitchFamily="18" charset="0"/>
              </a:rPr>
              <a:t> 11’s metadata management component, i.e. Framework Manager.</a:t>
            </a: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a:p>
            <a:pPr>
              <a:spcAft>
                <a:spcPts val="600"/>
              </a:spcAft>
              <a:buClr>
                <a:srgbClr val="009999"/>
              </a:buClr>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Packages isolate report authors and users from database complexities. </a:t>
            </a: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a:p>
            <a:pPr>
              <a:spcAft>
                <a:spcPts val="600"/>
              </a:spcAft>
              <a:buClr>
                <a:srgbClr val="009999"/>
              </a:buClr>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This is done by incorporating business rules to define and group the    data to be used for business reporting. </a:t>
            </a:r>
          </a:p>
        </p:txBody>
      </p:sp>
      <p:sp>
        <p:nvSpPr>
          <p:cNvPr id="5" name="Rectangle 1"/>
          <p:cNvSpPr txBox="1">
            <a:spLocks noChangeArrowheads="1"/>
          </p:cNvSpPr>
          <p:nvPr/>
        </p:nvSpPr>
        <p:spPr bwMode="black">
          <a:xfrm>
            <a:off x="-2852" y="-189132"/>
            <a:ext cx="9902952" cy="1292662"/>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dirty="0" smtClean="0">
              <a:latin typeface="Arial Narrow" pitchFamily="34" charset="0"/>
              <a:cs typeface="Arial" pitchFamily="34" charset="0"/>
            </a:endParaRPr>
          </a:p>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Package -</a:t>
            </a:r>
            <a:r>
              <a:rPr lang="en-US" altLang="en-US" sz="2800" dirty="0" smtClean="0"/>
              <a:t> </a:t>
            </a:r>
            <a:r>
              <a:rPr lang="en-US" altLang="en-US" sz="2800" dirty="0" smtClean="0">
                <a:latin typeface="Arial Narrow" pitchFamily="34" charset="0"/>
                <a:cs typeface="Arial" pitchFamily="34" charset="0"/>
              </a:rPr>
              <a:t>Usage of Package</a:t>
            </a:r>
            <a:endParaRPr lang="en-US" sz="2800" dirty="0" smtClean="0">
              <a:latin typeface="Arial Narrow" pitchFamily="34" charset="0"/>
              <a:cs typeface="Arial" pitchFamily="34" charset="0"/>
            </a:endParaRPr>
          </a:p>
          <a:p>
            <a:pPr lvl="0"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2800" dirty="0" smtClean="0">
                <a:latin typeface="Arial Narrow" pitchFamily="34" charset="0"/>
                <a:cs typeface="Arial" pitchFamily="34" charset="0"/>
              </a:rPr>
              <a:t> </a:t>
            </a:r>
          </a:p>
        </p:txBody>
      </p:sp>
      <p:pic>
        <p:nvPicPr>
          <p:cNvPr id="4" name="Picture 5" descr="FrmwrkMgr1"/>
          <p:cNvPicPr>
            <a:picLocks noChangeAspect="1" noChangeArrowheads="1"/>
          </p:cNvPicPr>
          <p:nvPr/>
        </p:nvPicPr>
        <p:blipFill>
          <a:blip r:embed="rId3"/>
          <a:srcRect/>
          <a:stretch>
            <a:fillRect/>
          </a:stretch>
        </p:blipFill>
        <p:spPr>
          <a:xfrm>
            <a:off x="5527060" y="1219200"/>
            <a:ext cx="3648016" cy="3962400"/>
          </a:xfrm>
          <a:prstGeom prst="rect">
            <a:avLst/>
          </a:prstGeom>
          <a:noFill/>
          <a:ln>
            <a:solidFill>
              <a:schemeClr val="tx1"/>
            </a:solidFill>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2"/>
          <p:cNvSpPr txBox="1">
            <a:spLocks noChangeArrowheads="1"/>
          </p:cNvSpPr>
          <p:nvPr/>
        </p:nvSpPr>
        <p:spPr bwMode="auto">
          <a:xfrm>
            <a:off x="375312" y="1137940"/>
            <a:ext cx="4882488" cy="5029200"/>
          </a:xfrm>
          <a:prstGeom prst="rect">
            <a:avLst/>
          </a:prstGeom>
          <a:noFill/>
          <a:ln w="9525">
            <a:noFill/>
            <a:round/>
            <a:headEnd/>
            <a:tailEnd/>
          </a:ln>
        </p:spPr>
        <p:txBody>
          <a:bodyPr/>
          <a:lstStyle/>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Business authors can: </a:t>
            </a: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a:p>
            <a:pPr>
              <a:spcAft>
                <a:spcPts val="600"/>
              </a:spcAft>
              <a:buClr>
                <a:srgbClr val="009999"/>
              </a:buClr>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Easily add data to an empty report by “dragging and dropping” the report items from the package.</a:t>
            </a: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a:p>
            <a:pPr>
              <a:spcAft>
                <a:spcPts val="600"/>
              </a:spcAft>
              <a:buClr>
                <a:srgbClr val="009999"/>
              </a:buClr>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Expand the scope of an existing report by inserting additional report items.</a:t>
            </a: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p:txBody>
      </p:sp>
      <p:sp>
        <p:nvSpPr>
          <p:cNvPr id="5" name="Rectangle 1"/>
          <p:cNvSpPr txBox="1">
            <a:spLocks noChangeArrowheads="1"/>
          </p:cNvSpPr>
          <p:nvPr/>
        </p:nvSpPr>
        <p:spPr bwMode="black">
          <a:xfrm>
            <a:off x="-2852" y="-189132"/>
            <a:ext cx="9902952" cy="1292662"/>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dirty="0" smtClean="0">
              <a:latin typeface="Arial Narrow" pitchFamily="34" charset="0"/>
              <a:cs typeface="Arial" pitchFamily="34" charset="0"/>
            </a:endParaRPr>
          </a:p>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sz="2800" dirty="0" smtClean="0">
                <a:latin typeface="Arial Narrow" pitchFamily="34" charset="0"/>
                <a:cs typeface="Arial" pitchFamily="34" charset="0"/>
              </a:rPr>
              <a:t>Adding data to Ad Hoc Reports</a:t>
            </a:r>
            <a:r>
              <a:rPr lang="en-US" altLang="en-US" sz="2800" b="1" dirty="0" smtClean="0"/>
              <a:t/>
            </a:r>
            <a:br>
              <a:rPr lang="en-US" altLang="en-US" sz="2800" b="1" dirty="0" smtClean="0"/>
            </a:br>
            <a:r>
              <a:rPr lang="en-US" sz="2800" dirty="0" smtClean="0">
                <a:latin typeface="Arial Narrow" pitchFamily="34" charset="0"/>
                <a:cs typeface="Arial" pitchFamily="34" charset="0"/>
              </a:rPr>
              <a:t> </a:t>
            </a:r>
          </a:p>
        </p:txBody>
      </p:sp>
      <p:pic>
        <p:nvPicPr>
          <p:cNvPr id="6" name="Picture 6" descr="Add Data to Ad Hoc reports"/>
          <p:cNvPicPr>
            <a:picLocks noChangeAspect="1" noChangeArrowheads="1"/>
          </p:cNvPicPr>
          <p:nvPr/>
        </p:nvPicPr>
        <p:blipFill>
          <a:blip r:embed="rId3"/>
          <a:srcRect/>
          <a:stretch>
            <a:fillRect/>
          </a:stretch>
        </p:blipFill>
        <p:spPr bwMode="auto">
          <a:xfrm>
            <a:off x="5486400" y="1497106"/>
            <a:ext cx="3733800" cy="3184712"/>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2"/>
          <p:cNvSpPr txBox="1">
            <a:spLocks noChangeArrowheads="1"/>
          </p:cNvSpPr>
          <p:nvPr/>
        </p:nvSpPr>
        <p:spPr bwMode="auto">
          <a:xfrm>
            <a:off x="375312" y="1137940"/>
            <a:ext cx="4882488" cy="5029200"/>
          </a:xfrm>
          <a:prstGeom prst="rect">
            <a:avLst/>
          </a:prstGeom>
          <a:noFill/>
          <a:ln w="9525">
            <a:noFill/>
            <a:round/>
            <a:headEnd/>
            <a:tailEnd/>
          </a:ln>
        </p:spPr>
        <p:txBody>
          <a:bodyPr/>
          <a:lstStyle/>
          <a:p>
            <a:pPr>
              <a:buFont typeface="Wingdings" pitchFamily="2" charset="2"/>
              <a:buChar char="Ø"/>
            </a:pPr>
            <a:r>
              <a:rPr lang="en-US" altLang="en-US" sz="2000" dirty="0" smtClean="0">
                <a:solidFill>
                  <a:srgbClr val="000000"/>
                </a:solidFill>
                <a:cs typeface="Times New Roman" pitchFamily="18" charset="0"/>
              </a:rPr>
              <a:t>List Reports show columns of information, such as “product lists” or “customer lists”.</a:t>
            </a:r>
          </a:p>
          <a:p>
            <a:endParaRPr lang="en-US" altLang="en-US" sz="2000" dirty="0" smtClean="0">
              <a:solidFill>
                <a:srgbClr val="000000"/>
              </a:solidFill>
              <a:cs typeface="Times New Roman" pitchFamily="18" charset="0"/>
            </a:endParaRPr>
          </a:p>
          <a:p>
            <a:pPr>
              <a:buFont typeface="Wingdings" pitchFamily="2" charset="2"/>
              <a:buChar char="Ø"/>
            </a:pPr>
            <a:r>
              <a:rPr lang="en-US" altLang="en-US" sz="2000" dirty="0" smtClean="0">
                <a:solidFill>
                  <a:srgbClr val="000000"/>
                </a:solidFill>
                <a:cs typeface="Times New Roman" pitchFamily="18" charset="0"/>
              </a:rPr>
              <a:t>Apply a filter, summary, or calculation to manipulate the data that appears in the report</a:t>
            </a:r>
          </a:p>
          <a:p>
            <a:endParaRPr lang="en-US" altLang="en-US" sz="2000" dirty="0" smtClean="0">
              <a:solidFill>
                <a:srgbClr val="000000"/>
              </a:solidFill>
              <a:cs typeface="Times New Roman" pitchFamily="18" charset="0"/>
            </a:endParaRPr>
          </a:p>
          <a:p>
            <a:pPr marL="228600" indent="-228600">
              <a:buFontTx/>
              <a:buChar char="•"/>
            </a:pPr>
            <a:r>
              <a:rPr lang="en-US" altLang="en-US" sz="2000" dirty="0" smtClean="0">
                <a:solidFill>
                  <a:srgbClr val="000000"/>
                </a:solidFill>
                <a:cs typeface="Times New Roman" pitchFamily="18" charset="0"/>
              </a:rPr>
              <a:t>By default, Query Studio: </a:t>
            </a:r>
          </a:p>
          <a:p>
            <a:pPr marL="685800" lvl="1" indent="-228600">
              <a:buFont typeface="Wingdings" pitchFamily="2" charset="2"/>
              <a:buChar char="Ø"/>
            </a:pPr>
            <a:r>
              <a:rPr lang="en-US" altLang="en-US" sz="2000" dirty="0" smtClean="0">
                <a:solidFill>
                  <a:srgbClr val="000000"/>
                </a:solidFill>
                <a:cs typeface="Times New Roman" pitchFamily="18" charset="0"/>
              </a:rPr>
              <a:t>automatically suppresses duplicates </a:t>
            </a:r>
          </a:p>
          <a:p>
            <a:pPr marL="685800" lvl="1" indent="-228600">
              <a:buFont typeface="Wingdings" pitchFamily="2" charset="2"/>
              <a:buChar char="Ø"/>
            </a:pPr>
            <a:r>
              <a:rPr lang="en-US" altLang="en-US" sz="2000" dirty="0" smtClean="0">
                <a:solidFill>
                  <a:srgbClr val="000000"/>
                </a:solidFill>
                <a:cs typeface="Times New Roman" pitchFamily="18" charset="0"/>
              </a:rPr>
              <a:t>summarizes detail values, and </a:t>
            </a:r>
          </a:p>
          <a:p>
            <a:pPr marL="685800" lvl="1" indent="-228600">
              <a:buFont typeface="Wingdings" pitchFamily="2" charset="2"/>
              <a:buChar char="Ø"/>
            </a:pPr>
            <a:r>
              <a:rPr lang="en-US" altLang="en-US" sz="2000" dirty="0" smtClean="0">
                <a:solidFill>
                  <a:srgbClr val="000000"/>
                </a:solidFill>
                <a:cs typeface="Times New Roman" pitchFamily="18" charset="0"/>
              </a:rPr>
              <a:t>generates footer summaries for measures</a:t>
            </a:r>
          </a:p>
          <a:p>
            <a:endParaRPr lang="en-US" altLang="en-US" sz="2000" dirty="0" smtClean="0">
              <a:solidFill>
                <a:srgbClr val="000000"/>
              </a:solidFill>
              <a:cs typeface="Times New Roman" pitchFamily="18" charset="0"/>
            </a:endParaRP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p:txBody>
      </p:sp>
      <p:sp>
        <p:nvSpPr>
          <p:cNvPr id="5" name="Rectangle 1"/>
          <p:cNvSpPr txBox="1">
            <a:spLocks noChangeArrowheads="1"/>
          </p:cNvSpPr>
          <p:nvPr/>
        </p:nvSpPr>
        <p:spPr bwMode="black">
          <a:xfrm>
            <a:off x="-2852" y="-189132"/>
            <a:ext cx="9902952" cy="1292662"/>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dirty="0" smtClean="0">
              <a:latin typeface="Arial Narrow" pitchFamily="34" charset="0"/>
              <a:cs typeface="Arial" pitchFamily="34" charset="0"/>
            </a:endParaRPr>
          </a:p>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sz="2800" dirty="0" smtClean="0">
                <a:latin typeface="Arial Narrow" pitchFamily="34" charset="0"/>
                <a:cs typeface="Arial" pitchFamily="34" charset="0"/>
              </a:rPr>
              <a:t>List Reports</a:t>
            </a:r>
            <a:r>
              <a:rPr lang="en-US" altLang="en-US" sz="2800" b="1" dirty="0" smtClean="0"/>
              <a:t/>
            </a:r>
            <a:br>
              <a:rPr lang="en-US" altLang="en-US" sz="2800" b="1" dirty="0" smtClean="0"/>
            </a:br>
            <a:r>
              <a:rPr lang="en-US" sz="2800" dirty="0" smtClean="0">
                <a:latin typeface="Arial Narrow" pitchFamily="34" charset="0"/>
                <a:cs typeface="Arial" pitchFamily="34" charset="0"/>
              </a:rPr>
              <a:t> </a:t>
            </a:r>
          </a:p>
        </p:txBody>
      </p:sp>
      <p:pic>
        <p:nvPicPr>
          <p:cNvPr id="7" name="Picture 4" descr="List_Report"/>
          <p:cNvPicPr>
            <a:picLocks noChangeAspect="1" noChangeArrowheads="1"/>
          </p:cNvPicPr>
          <p:nvPr/>
        </p:nvPicPr>
        <p:blipFill>
          <a:blip r:embed="rId3"/>
          <a:srcRect l="1901" t="4089" r="4329" b="10051"/>
          <a:stretch>
            <a:fillRect/>
          </a:stretch>
        </p:blipFill>
        <p:spPr bwMode="auto">
          <a:xfrm>
            <a:off x="5715000" y="1524000"/>
            <a:ext cx="3222171" cy="1828800"/>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2"/>
          <p:cNvSpPr txBox="1">
            <a:spLocks noChangeArrowheads="1"/>
          </p:cNvSpPr>
          <p:nvPr/>
        </p:nvSpPr>
        <p:spPr bwMode="auto">
          <a:xfrm>
            <a:off x="375312" y="1143000"/>
            <a:ext cx="4882488" cy="5105400"/>
          </a:xfrm>
          <a:prstGeom prst="rect">
            <a:avLst/>
          </a:prstGeom>
          <a:noFill/>
          <a:ln w="9525">
            <a:noFill/>
            <a:round/>
            <a:headEnd/>
            <a:tailEnd/>
          </a:ln>
        </p:spPr>
        <p:txBody>
          <a:bodyPr/>
          <a:lstStyle/>
          <a:p>
            <a:r>
              <a:rPr lang="en-US" altLang="en-US" sz="2000" dirty="0" smtClean="0">
                <a:solidFill>
                  <a:srgbClr val="000000"/>
                </a:solidFill>
                <a:cs typeface="Times New Roman" pitchFamily="18" charset="0"/>
              </a:rPr>
              <a:t>Steps:</a:t>
            </a:r>
          </a:p>
          <a:p>
            <a:pPr marL="457200" indent="-457200">
              <a:buFont typeface="+mj-lt"/>
              <a:buAutoNum type="arabicPeriod"/>
            </a:pPr>
            <a:r>
              <a:rPr lang="en-US" altLang="en-US" sz="1800" dirty="0" smtClean="0">
                <a:solidFill>
                  <a:srgbClr val="000000"/>
                </a:solidFill>
                <a:cs typeface="Times New Roman" pitchFamily="18" charset="0"/>
              </a:rPr>
              <a:t>In the </a:t>
            </a:r>
            <a:r>
              <a:rPr lang="en-US" altLang="en-US" sz="1800" dirty="0" err="1" smtClean="0">
                <a:solidFill>
                  <a:srgbClr val="000000"/>
                </a:solidFill>
                <a:cs typeface="Times New Roman" pitchFamily="18" charset="0"/>
              </a:rPr>
              <a:t>Cognos</a:t>
            </a:r>
            <a:r>
              <a:rPr lang="en-US" altLang="en-US" sz="1800" dirty="0" smtClean="0">
                <a:solidFill>
                  <a:srgbClr val="000000"/>
                </a:solidFill>
                <a:cs typeface="Times New Roman" pitchFamily="18" charset="0"/>
              </a:rPr>
              <a:t> Analytics home page, click the Team Content tab.</a:t>
            </a:r>
          </a:p>
          <a:p>
            <a:pPr marL="457200" indent="-457200">
              <a:buFont typeface="+mj-lt"/>
              <a:buAutoNum type="arabicPeriod"/>
            </a:pPr>
            <a:r>
              <a:rPr lang="en-US" altLang="en-US" sz="1800" dirty="0" smtClean="0">
                <a:solidFill>
                  <a:srgbClr val="000000"/>
                </a:solidFill>
                <a:cs typeface="Times New Roman" pitchFamily="18" charset="0"/>
              </a:rPr>
              <a:t>Click the GO Sales and Retailers package.</a:t>
            </a:r>
          </a:p>
          <a:p>
            <a:pPr marL="457200" indent="-457200">
              <a:buFont typeface="+mj-lt"/>
              <a:buAutoNum type="arabicPeriod"/>
            </a:pPr>
            <a:r>
              <a:rPr lang="en-US" altLang="en-US" sz="1800" dirty="0" smtClean="0">
                <a:solidFill>
                  <a:srgbClr val="000000"/>
                </a:solidFill>
                <a:cs typeface="Times New Roman" pitchFamily="18" charset="0"/>
              </a:rPr>
              <a:t>Click the Query Studio link.</a:t>
            </a:r>
          </a:p>
          <a:p>
            <a:pPr marL="457200" indent="-457200">
              <a:buFont typeface="+mj-lt"/>
              <a:buAutoNum type="arabicPeriod"/>
            </a:pPr>
            <a:r>
              <a:rPr lang="en-US" altLang="en-US" sz="1800" dirty="0" smtClean="0">
                <a:solidFill>
                  <a:srgbClr val="000000"/>
                </a:solidFill>
                <a:cs typeface="Times New Roman" pitchFamily="18" charset="0"/>
              </a:rPr>
              <a:t>Expand Products.</a:t>
            </a:r>
          </a:p>
          <a:p>
            <a:pPr marL="457200" indent="-457200">
              <a:buFont typeface="+mj-lt"/>
              <a:buAutoNum type="arabicPeriod"/>
            </a:pPr>
            <a:r>
              <a:rPr lang="en-US" altLang="en-US" sz="1800" dirty="0" smtClean="0">
                <a:solidFill>
                  <a:srgbClr val="000000"/>
                </a:solidFill>
                <a:cs typeface="Times New Roman" pitchFamily="18" charset="0"/>
              </a:rPr>
              <a:t>Double-click the Product line item.</a:t>
            </a:r>
          </a:p>
          <a:p>
            <a:pPr marL="457200" indent="-457200">
              <a:buFont typeface="+mj-lt"/>
              <a:buAutoNum type="arabicPeriod"/>
            </a:pPr>
            <a:r>
              <a:rPr lang="en-US" altLang="en-US" sz="1800" dirty="0" smtClean="0">
                <a:solidFill>
                  <a:srgbClr val="000000"/>
                </a:solidFill>
                <a:cs typeface="Times New Roman" pitchFamily="18" charset="0"/>
              </a:rPr>
              <a:t>Expand Orders.</a:t>
            </a:r>
          </a:p>
          <a:p>
            <a:pPr marL="457200" indent="-457200">
              <a:buFont typeface="+mj-lt"/>
              <a:buAutoNum type="arabicPeriod"/>
            </a:pPr>
            <a:r>
              <a:rPr lang="en-US" altLang="en-US" sz="1800" dirty="0" smtClean="0">
                <a:solidFill>
                  <a:srgbClr val="000000"/>
                </a:solidFill>
                <a:cs typeface="Times New Roman" pitchFamily="18" charset="0"/>
              </a:rPr>
              <a:t>Double-click the Quantity item.</a:t>
            </a:r>
          </a:p>
          <a:p>
            <a:pPr marL="457200" indent="-457200">
              <a:buFont typeface="+mj-lt"/>
              <a:buAutoNum type="arabicPeriod"/>
            </a:pPr>
            <a:r>
              <a:rPr lang="en-US" altLang="en-US" sz="1800" dirty="0" smtClean="0">
                <a:solidFill>
                  <a:srgbClr val="000000"/>
                </a:solidFill>
                <a:cs typeface="Times New Roman" pitchFamily="18" charset="0"/>
              </a:rPr>
              <a:t>At the top of the report, click the Title link.</a:t>
            </a:r>
          </a:p>
          <a:p>
            <a:pPr marL="457200" indent="-457200">
              <a:buFont typeface="+mj-lt"/>
              <a:buAutoNum type="arabicPeriod"/>
            </a:pPr>
            <a:r>
              <a:rPr lang="en-US" altLang="en-US" sz="1800" dirty="0" smtClean="0">
                <a:solidFill>
                  <a:srgbClr val="000000"/>
                </a:solidFill>
                <a:cs typeface="Times New Roman" pitchFamily="18" charset="0"/>
              </a:rPr>
              <a:t>In the Title box, type Units Sold.</a:t>
            </a:r>
          </a:p>
          <a:p>
            <a:pPr marL="457200" indent="-457200">
              <a:buFont typeface="+mj-lt"/>
              <a:buAutoNum type="arabicPeriod"/>
            </a:pPr>
            <a:r>
              <a:rPr lang="en-US" altLang="en-US" sz="1800" dirty="0" smtClean="0">
                <a:solidFill>
                  <a:srgbClr val="000000"/>
                </a:solidFill>
                <a:cs typeface="Times New Roman" pitchFamily="18" charset="0"/>
              </a:rPr>
              <a:t>Click the Save button on the toolbar</a:t>
            </a:r>
          </a:p>
          <a:p>
            <a:pPr marL="457200" indent="-457200">
              <a:buFont typeface="+mj-lt"/>
              <a:buAutoNum type="arabicPeriod"/>
            </a:pPr>
            <a:r>
              <a:rPr lang="en-US" altLang="en-US" sz="1800" dirty="0" smtClean="0">
                <a:solidFill>
                  <a:srgbClr val="000000"/>
                </a:solidFill>
                <a:cs typeface="Times New Roman" pitchFamily="18" charset="0"/>
              </a:rPr>
              <a:t>In the Name box, type Units Sold.</a:t>
            </a:r>
          </a:p>
          <a:p>
            <a:pPr marL="457200" indent="-457200">
              <a:buFont typeface="+mj-lt"/>
              <a:buAutoNum type="arabicPeriod"/>
            </a:pPr>
            <a:r>
              <a:rPr lang="en-US" altLang="en-US" sz="1800" dirty="0" smtClean="0">
                <a:solidFill>
                  <a:srgbClr val="000000"/>
                </a:solidFill>
                <a:cs typeface="Times New Roman" pitchFamily="18" charset="0"/>
              </a:rPr>
              <a:t>Leave the default destination folder as Team Content, and click OK.</a:t>
            </a:r>
          </a:p>
          <a:p>
            <a:endParaRPr lang="en-US" altLang="en-US" sz="2000" dirty="0" smtClean="0">
              <a:solidFill>
                <a:srgbClr val="000000"/>
              </a:solidFill>
              <a:cs typeface="Times New Roman" pitchFamily="18" charset="0"/>
            </a:endParaRP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p:txBody>
      </p:sp>
      <p:sp>
        <p:nvSpPr>
          <p:cNvPr id="5" name="Rectangle 1"/>
          <p:cNvSpPr txBox="1">
            <a:spLocks noChangeArrowheads="1"/>
          </p:cNvSpPr>
          <p:nvPr/>
        </p:nvSpPr>
        <p:spPr bwMode="black">
          <a:xfrm>
            <a:off x="-2852" y="-189132"/>
            <a:ext cx="9902952" cy="1292662"/>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dirty="0" smtClean="0">
              <a:latin typeface="Arial Narrow" pitchFamily="34" charset="0"/>
              <a:cs typeface="Arial" pitchFamily="34" charset="0"/>
            </a:endParaRPr>
          </a:p>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sz="2800" dirty="0" smtClean="0">
                <a:latin typeface="Arial Narrow" pitchFamily="34" charset="0"/>
                <a:cs typeface="Arial" pitchFamily="34" charset="0"/>
              </a:rPr>
              <a:t>List Reports – Demonstration: Create a List Report </a:t>
            </a:r>
            <a:r>
              <a:rPr lang="en-US" altLang="en-US" sz="2800" b="1" dirty="0" smtClean="0"/>
              <a:t/>
            </a:r>
            <a:br>
              <a:rPr lang="en-US" altLang="en-US" sz="2800" b="1" dirty="0" smtClean="0"/>
            </a:br>
            <a:r>
              <a:rPr lang="en-US" sz="2800" dirty="0" smtClean="0">
                <a:latin typeface="Arial Narrow" pitchFamily="34" charset="0"/>
                <a:cs typeface="Arial" pitchFamily="34" charset="0"/>
              </a:rPr>
              <a:t> </a:t>
            </a:r>
          </a:p>
        </p:txBody>
      </p:sp>
      <p:grpSp>
        <p:nvGrpSpPr>
          <p:cNvPr id="6" name="Group 4"/>
          <p:cNvGrpSpPr>
            <a:grpSpLocks/>
          </p:cNvGrpSpPr>
          <p:nvPr/>
        </p:nvGrpSpPr>
        <p:grpSpPr bwMode="auto">
          <a:xfrm>
            <a:off x="6705600" y="1219200"/>
            <a:ext cx="2590800" cy="1714500"/>
            <a:chOff x="456" y="888"/>
            <a:chExt cx="4233" cy="2617"/>
          </a:xfrm>
        </p:grpSpPr>
        <p:grpSp>
          <p:nvGrpSpPr>
            <p:cNvPr id="8" name="Group 5"/>
            <p:cNvGrpSpPr>
              <a:grpSpLocks/>
            </p:cNvGrpSpPr>
            <p:nvPr/>
          </p:nvGrpSpPr>
          <p:grpSpPr bwMode="auto">
            <a:xfrm>
              <a:off x="515" y="1017"/>
              <a:ext cx="4049" cy="2402"/>
              <a:chOff x="781" y="1008"/>
              <a:chExt cx="4107" cy="2525"/>
            </a:xfrm>
          </p:grpSpPr>
          <p:sp>
            <p:nvSpPr>
              <p:cNvPr id="10"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11" name="Group 7"/>
              <p:cNvGrpSpPr>
                <a:grpSpLocks/>
              </p:cNvGrpSpPr>
              <p:nvPr/>
            </p:nvGrpSpPr>
            <p:grpSpPr bwMode="auto">
              <a:xfrm>
                <a:off x="2641" y="1963"/>
                <a:ext cx="796" cy="355"/>
                <a:chOff x="2624" y="1896"/>
                <a:chExt cx="796" cy="355"/>
              </a:xfrm>
            </p:grpSpPr>
            <p:sp>
              <p:nvSpPr>
                <p:cNvPr id="74"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75"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76"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77"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78"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13"/>
              <p:cNvGrpSpPr>
                <a:grpSpLocks/>
              </p:cNvGrpSpPr>
              <p:nvPr/>
            </p:nvGrpSpPr>
            <p:grpSpPr bwMode="auto">
              <a:xfrm>
                <a:off x="2196" y="2406"/>
                <a:ext cx="996" cy="690"/>
                <a:chOff x="2074" y="2432"/>
                <a:chExt cx="996" cy="690"/>
              </a:xfrm>
            </p:grpSpPr>
            <p:sp>
              <p:nvSpPr>
                <p:cNvPr id="63"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64"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65"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66"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67"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68"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69"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70"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71"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72"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73"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3" name="Group 25"/>
              <p:cNvGrpSpPr>
                <a:grpSpLocks/>
              </p:cNvGrpSpPr>
              <p:nvPr/>
            </p:nvGrpSpPr>
            <p:grpSpPr bwMode="auto">
              <a:xfrm>
                <a:off x="1547" y="1137"/>
                <a:ext cx="1302" cy="1554"/>
                <a:chOff x="1458" y="1110"/>
                <a:chExt cx="1302" cy="1554"/>
              </a:xfrm>
            </p:grpSpPr>
            <p:grpSp>
              <p:nvGrpSpPr>
                <p:cNvPr id="45" name="Group 26"/>
                <p:cNvGrpSpPr>
                  <a:grpSpLocks/>
                </p:cNvGrpSpPr>
                <p:nvPr/>
              </p:nvGrpSpPr>
              <p:grpSpPr bwMode="auto">
                <a:xfrm>
                  <a:off x="1464" y="1968"/>
                  <a:ext cx="1296" cy="696"/>
                  <a:chOff x="1464" y="1968"/>
                  <a:chExt cx="1296" cy="696"/>
                </a:xfrm>
              </p:grpSpPr>
              <p:sp>
                <p:nvSpPr>
                  <p:cNvPr id="54"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55" name="Group 28"/>
                  <p:cNvGrpSpPr>
                    <a:grpSpLocks/>
                  </p:cNvGrpSpPr>
                  <p:nvPr/>
                </p:nvGrpSpPr>
                <p:grpSpPr bwMode="auto">
                  <a:xfrm>
                    <a:off x="1464" y="1968"/>
                    <a:ext cx="1296" cy="690"/>
                    <a:chOff x="1464" y="1968"/>
                    <a:chExt cx="1296" cy="690"/>
                  </a:xfrm>
                </p:grpSpPr>
                <p:grpSp>
                  <p:nvGrpSpPr>
                    <p:cNvPr id="56" name="Group 29"/>
                    <p:cNvGrpSpPr>
                      <a:grpSpLocks/>
                    </p:cNvGrpSpPr>
                    <p:nvPr/>
                  </p:nvGrpSpPr>
                  <p:grpSpPr bwMode="auto">
                    <a:xfrm>
                      <a:off x="1464" y="1968"/>
                      <a:ext cx="1296" cy="690"/>
                      <a:chOff x="1200" y="2160"/>
                      <a:chExt cx="1296" cy="690"/>
                    </a:xfrm>
                  </p:grpSpPr>
                  <p:sp>
                    <p:nvSpPr>
                      <p:cNvPr id="58"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59"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60"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61"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62"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57"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46" name="Group 36"/>
                <p:cNvGrpSpPr>
                  <a:grpSpLocks/>
                </p:cNvGrpSpPr>
                <p:nvPr/>
              </p:nvGrpSpPr>
              <p:grpSpPr bwMode="auto">
                <a:xfrm>
                  <a:off x="1458" y="1110"/>
                  <a:ext cx="1125" cy="1098"/>
                  <a:chOff x="1458" y="1110"/>
                  <a:chExt cx="1125" cy="1098"/>
                </a:xfrm>
              </p:grpSpPr>
              <p:sp>
                <p:nvSpPr>
                  <p:cNvPr id="47"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8"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49"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50"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51"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52"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53"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14"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5"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6"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7" name="Group 47"/>
              <p:cNvGrpSpPr>
                <a:grpSpLocks/>
              </p:cNvGrpSpPr>
              <p:nvPr/>
            </p:nvGrpSpPr>
            <p:grpSpPr bwMode="auto">
              <a:xfrm>
                <a:off x="781" y="2595"/>
                <a:ext cx="1304" cy="752"/>
                <a:chOff x="781" y="2595"/>
                <a:chExt cx="1304" cy="752"/>
              </a:xfrm>
            </p:grpSpPr>
            <p:sp>
              <p:nvSpPr>
                <p:cNvPr id="39"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0"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1"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2"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3"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4"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8" name="Group 54"/>
              <p:cNvGrpSpPr>
                <a:grpSpLocks/>
              </p:cNvGrpSpPr>
              <p:nvPr/>
            </p:nvGrpSpPr>
            <p:grpSpPr bwMode="auto">
              <a:xfrm>
                <a:off x="2549" y="1361"/>
                <a:ext cx="2203" cy="2087"/>
                <a:chOff x="2549" y="1361"/>
                <a:chExt cx="2203" cy="2087"/>
              </a:xfrm>
            </p:grpSpPr>
            <p:grpSp>
              <p:nvGrpSpPr>
                <p:cNvPr id="19" name="Group 55"/>
                <p:cNvGrpSpPr>
                  <a:grpSpLocks/>
                </p:cNvGrpSpPr>
                <p:nvPr/>
              </p:nvGrpSpPr>
              <p:grpSpPr bwMode="auto">
                <a:xfrm rot="105239">
                  <a:off x="2549" y="2499"/>
                  <a:ext cx="672" cy="436"/>
                  <a:chOff x="2452" y="2860"/>
                  <a:chExt cx="768" cy="516"/>
                </a:xfrm>
              </p:grpSpPr>
              <p:sp>
                <p:nvSpPr>
                  <p:cNvPr id="37"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8"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20"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21"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2"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3"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4"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5"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6"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27"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9"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0"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1"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2"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3"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5"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6"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9"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Text Box 2"/>
          <p:cNvSpPr txBox="1">
            <a:spLocks noChangeArrowheads="1"/>
          </p:cNvSpPr>
          <p:nvPr/>
        </p:nvSpPr>
        <p:spPr bwMode="auto">
          <a:xfrm>
            <a:off x="375312" y="1143000"/>
            <a:ext cx="4882488" cy="5105400"/>
          </a:xfrm>
          <a:prstGeom prst="rect">
            <a:avLst/>
          </a:prstGeom>
          <a:noFill/>
          <a:ln w="9525">
            <a:noFill/>
            <a:round/>
            <a:headEnd/>
            <a:tailEnd/>
          </a:ln>
        </p:spPr>
        <p:txBody>
          <a:bodyPr/>
          <a:lstStyle/>
          <a:p>
            <a:pPr>
              <a:buFont typeface="Wingdings" pitchFamily="2" charset="2"/>
              <a:buChar char="Ø"/>
            </a:pPr>
            <a:endParaRPr lang="en-US" altLang="en-US" sz="2000" dirty="0" smtClean="0"/>
          </a:p>
          <a:p>
            <a:pPr>
              <a:buFont typeface="Wingdings" pitchFamily="2" charset="2"/>
              <a:buChar char="Ø"/>
            </a:pPr>
            <a:r>
              <a:rPr lang="en-US" altLang="en-US" sz="2000" dirty="0" smtClean="0"/>
              <a:t>You can run a report to retrieve any recently updated data from the data source. </a:t>
            </a:r>
          </a:p>
          <a:p>
            <a:endParaRPr lang="en-US" altLang="en-US" sz="2000" dirty="0" smtClean="0"/>
          </a:p>
          <a:p>
            <a:pPr>
              <a:buFont typeface="Wingdings" pitchFamily="2" charset="2"/>
              <a:buChar char="Ø"/>
            </a:pPr>
            <a:r>
              <a:rPr lang="en-US" altLang="en-US" sz="2000" dirty="0" smtClean="0"/>
              <a:t>Run Options available are:</a:t>
            </a:r>
          </a:p>
          <a:p>
            <a:pPr marL="682625" lvl="1" indent="-225425"/>
            <a:endParaRPr lang="en-US" altLang="en-US" sz="1800" dirty="0" smtClean="0"/>
          </a:p>
          <a:p>
            <a:pPr marL="682625" lvl="1" indent="-225425">
              <a:buFont typeface="Wingdings" pitchFamily="2" charset="2"/>
              <a:buChar char="ü"/>
            </a:pPr>
            <a:r>
              <a:rPr lang="en-US" altLang="en-US" sz="1800" dirty="0" smtClean="0"/>
              <a:t>Run with Prompts</a:t>
            </a:r>
          </a:p>
          <a:p>
            <a:pPr marL="682625" lvl="1" indent="-225425">
              <a:buFont typeface="Wingdings" pitchFamily="2" charset="2"/>
              <a:buChar char="ü"/>
            </a:pPr>
            <a:r>
              <a:rPr lang="en-US" altLang="en-US" sz="1800" dirty="0" smtClean="0"/>
              <a:t>Run with All Data</a:t>
            </a:r>
          </a:p>
          <a:p>
            <a:pPr marL="682625" lvl="1" indent="-225425">
              <a:buFont typeface="Wingdings" pitchFamily="2" charset="2"/>
              <a:buChar char="ü"/>
            </a:pPr>
            <a:r>
              <a:rPr lang="en-US" altLang="en-US" sz="1800" dirty="0" smtClean="0"/>
              <a:t>Preview Reports with Limited Data</a:t>
            </a:r>
          </a:p>
          <a:p>
            <a:pPr marL="682625" lvl="1" indent="-225425">
              <a:buFont typeface="Wingdings" pitchFamily="2" charset="2"/>
              <a:buChar char="ü"/>
            </a:pPr>
            <a:r>
              <a:rPr lang="en-US" altLang="en-US" sz="1800" dirty="0" smtClean="0"/>
              <a:t>Preview Reports with No Data</a:t>
            </a:r>
          </a:p>
          <a:p>
            <a:endParaRPr lang="en-US" altLang="en-US" sz="2000" dirty="0" smtClean="0">
              <a:solidFill>
                <a:srgbClr val="000000"/>
              </a:solidFill>
              <a:cs typeface="Times New Roman" pitchFamily="18" charset="0"/>
            </a:endParaRPr>
          </a:p>
          <a:p>
            <a:endParaRPr lang="en-US" altLang="en-US" sz="2000" dirty="0" smtClean="0">
              <a:solidFill>
                <a:srgbClr val="000000"/>
              </a:solidFill>
              <a:cs typeface="Times New Roman" pitchFamily="18" charset="0"/>
            </a:endParaRPr>
          </a:p>
          <a:p>
            <a:pPr>
              <a:spcAft>
                <a:spcPts val="600"/>
              </a:spcAft>
              <a:buClr>
                <a:srgbClr val="009999"/>
              </a:buCl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p:txBody>
      </p:sp>
      <p:sp>
        <p:nvSpPr>
          <p:cNvPr id="5" name="Rectangle 1"/>
          <p:cNvSpPr txBox="1">
            <a:spLocks noChangeArrowheads="1"/>
          </p:cNvSpPr>
          <p:nvPr/>
        </p:nvSpPr>
        <p:spPr bwMode="black">
          <a:xfrm>
            <a:off x="-2852" y="-189132"/>
            <a:ext cx="9902952" cy="1292662"/>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US" sz="2800" dirty="0" smtClean="0">
              <a:latin typeface="Arial Narrow" pitchFamily="34" charset="0"/>
              <a:cs typeface="Arial" pitchFamily="34" charset="0"/>
            </a:endParaRPr>
          </a:p>
          <a:p>
            <a:pPr defTabSz="914400" fontAlgn="base">
              <a:spcBef>
                <a:spcPct val="0"/>
              </a:spcBef>
              <a:spcAft>
                <a:spcPct val="0"/>
              </a:spcAft>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en-US" sz="2800" dirty="0" smtClean="0">
                <a:latin typeface="Arial Narrow" pitchFamily="34" charset="0"/>
                <a:cs typeface="Arial" pitchFamily="34" charset="0"/>
              </a:rPr>
              <a:t>List Reports – Demonstration: Run Options </a:t>
            </a:r>
            <a:br>
              <a:rPr lang="en-US" altLang="en-US" sz="2800" dirty="0" smtClean="0">
                <a:latin typeface="Arial Narrow" pitchFamily="34" charset="0"/>
                <a:cs typeface="Arial" pitchFamily="34" charset="0"/>
              </a:rPr>
            </a:br>
            <a:r>
              <a:rPr lang="en-US" sz="2800" dirty="0" smtClean="0">
                <a:latin typeface="Arial Narrow" pitchFamily="34" charset="0"/>
                <a:cs typeface="Arial" pitchFamily="34" charset="0"/>
              </a:rPr>
              <a:t> </a:t>
            </a:r>
          </a:p>
        </p:txBody>
      </p:sp>
      <p:pic>
        <p:nvPicPr>
          <p:cNvPr id="79" name="Picture 5" descr="Run_Options"/>
          <p:cNvPicPr>
            <a:picLocks noChangeAspect="1" noChangeArrowheads="1"/>
          </p:cNvPicPr>
          <p:nvPr/>
        </p:nvPicPr>
        <p:blipFill>
          <a:blip r:embed="rId3"/>
          <a:srcRect/>
          <a:stretch>
            <a:fillRect/>
          </a:stretch>
        </p:blipFill>
        <p:spPr bwMode="auto">
          <a:xfrm>
            <a:off x="5486400" y="1371600"/>
            <a:ext cx="3497263" cy="3943350"/>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E5DB6E28-3F00-47CC-9600-375748B39AEC}" type="slidenum">
              <a:rPr lang="en-US" altLang="en-US"/>
              <a:pPr>
                <a:defRPr/>
              </a:pPr>
              <a:t>11</a:t>
            </a:fld>
            <a:endParaRPr lang="en-US" altLang="en-US"/>
          </a:p>
        </p:txBody>
      </p:sp>
      <p:sp>
        <p:nvSpPr>
          <p:cNvPr id="16387" name="Rectangle 2"/>
          <p:cNvSpPr>
            <a:spLocks noGrp="1" noChangeArrowheads="1"/>
          </p:cNvSpPr>
          <p:nvPr>
            <p:ph type="title"/>
          </p:nvPr>
        </p:nvSpPr>
        <p:spPr/>
        <p:txBody>
          <a:bodyPr/>
          <a:lstStyle/>
          <a:p>
            <a:r>
              <a:rPr lang="en-US" altLang="en-US" sz="1400" b="1" dirty="0" smtClean="0"/>
              <a:t/>
            </a:r>
            <a:br>
              <a:rPr lang="en-US" altLang="en-US" sz="1400" b="1" dirty="0" smtClean="0"/>
            </a:br>
            <a:r>
              <a:rPr lang="en-US" altLang="en-US" sz="1400" b="1" dirty="0" smtClean="0"/>
              <a:t/>
            </a:r>
            <a:br>
              <a:rPr lang="en-US" altLang="en-US" sz="1400" b="1" dirty="0" smtClean="0"/>
            </a:br>
            <a:r>
              <a:rPr lang="en-US" altLang="en-US" sz="1400" b="1" dirty="0" smtClean="0"/>
              <a:t/>
            </a:r>
            <a:br>
              <a:rPr lang="en-US" altLang="en-US" sz="1400" b="1" dirty="0" smtClean="0"/>
            </a:br>
            <a:r>
              <a:rPr lang="en-US" altLang="en-US" sz="1400" b="1" dirty="0" smtClean="0"/>
              <a:t/>
            </a:r>
            <a:br>
              <a:rPr lang="en-US" altLang="en-US" sz="1400" b="1" dirty="0" smtClean="0"/>
            </a:br>
            <a:r>
              <a:rPr lang="en-US" altLang="en-US" dirty="0" smtClean="0">
                <a:ea typeface="+mn-ea"/>
                <a:cs typeface="Arial" pitchFamily="34" charset="0"/>
              </a:rPr>
              <a:t>List Reports – Demonstration: Specify Language </a:t>
            </a:r>
            <a:r>
              <a:rPr lang="en-US" altLang="en-US" sz="3200" dirty="0" smtClean="0">
                <a:cs typeface="Arial" pitchFamily="34" charset="0"/>
              </a:rPr>
              <a:t/>
            </a:r>
            <a:br>
              <a:rPr lang="en-US" altLang="en-US" sz="3200" dirty="0" smtClean="0">
                <a:cs typeface="Arial" pitchFamily="34" charset="0"/>
              </a:rPr>
            </a:br>
            <a:r>
              <a:rPr lang="en-US" sz="3200" dirty="0" smtClean="0">
                <a:cs typeface="Arial" pitchFamily="34" charset="0"/>
              </a:rPr>
              <a:t> </a:t>
            </a:r>
            <a:br>
              <a:rPr lang="en-US" sz="3200" dirty="0" smtClean="0">
                <a:cs typeface="Arial" pitchFamily="34" charset="0"/>
              </a:rPr>
            </a:br>
            <a:endParaRPr lang="en-US" altLang="en-US" sz="3200" dirty="0" smtClean="0"/>
          </a:p>
        </p:txBody>
      </p:sp>
      <p:sp>
        <p:nvSpPr>
          <p:cNvPr id="16388" name="Rectangle 3"/>
          <p:cNvSpPr>
            <a:spLocks noGrp="1" noChangeArrowheads="1"/>
          </p:cNvSpPr>
          <p:nvPr>
            <p:ph type="body" sz="half" idx="1"/>
          </p:nvPr>
        </p:nvSpPr>
        <p:spPr/>
        <p:txBody>
          <a:bodyPr/>
          <a:lstStyle/>
          <a:p>
            <a:pPr eaLnBrk="1" hangingPunct="1"/>
            <a:r>
              <a:rPr lang="en-US" altLang="en-US" sz="2000" dirty="0" smtClean="0"/>
              <a:t>Set the language:</a:t>
            </a:r>
          </a:p>
          <a:p>
            <a:pPr marL="682625" lvl="1" indent="-225425" eaLnBrk="1" hangingPunct="1"/>
            <a:r>
              <a:rPr lang="en-US" altLang="en-US" sz="1800" dirty="0" smtClean="0"/>
              <a:t>on </a:t>
            </a:r>
            <a:r>
              <a:rPr lang="en-US" altLang="en-US" sz="1800" b="1" dirty="0" smtClean="0"/>
              <a:t>Run with options</a:t>
            </a:r>
            <a:r>
              <a:rPr lang="en-US" altLang="en-US" sz="1800" dirty="0" smtClean="0"/>
              <a:t> page </a:t>
            </a:r>
          </a:p>
          <a:p>
            <a:pPr marL="682625" lvl="1" indent="-225425" eaLnBrk="1" hangingPunct="1"/>
            <a:r>
              <a:rPr lang="en-US" altLang="en-US" sz="1800" dirty="0" smtClean="0"/>
              <a:t>in the </a:t>
            </a:r>
            <a:r>
              <a:rPr lang="en-US" altLang="en-US" sz="1800" b="1" dirty="0" smtClean="0"/>
              <a:t>Report properties </a:t>
            </a:r>
          </a:p>
          <a:p>
            <a:pPr marL="682625" lvl="1" indent="-225425" eaLnBrk="1" hangingPunct="1"/>
            <a:r>
              <a:rPr lang="en-US" altLang="en-US" sz="1800" dirty="0" smtClean="0"/>
              <a:t>in the </a:t>
            </a:r>
            <a:r>
              <a:rPr lang="en-US" altLang="en-US" sz="1800" b="1" dirty="0" smtClean="0"/>
              <a:t>Preferences </a:t>
            </a:r>
            <a:r>
              <a:rPr lang="en-US" altLang="en-US" sz="1800" dirty="0" smtClean="0"/>
              <a:t>section of </a:t>
            </a:r>
            <a:r>
              <a:rPr lang="en-US" altLang="en-US" sz="1800" dirty="0" err="1" smtClean="0"/>
              <a:t>Cognos</a:t>
            </a:r>
            <a:r>
              <a:rPr lang="en-US" altLang="en-US" sz="1800" dirty="0" smtClean="0"/>
              <a:t> Connection. </a:t>
            </a:r>
          </a:p>
        </p:txBody>
      </p:sp>
      <p:pic>
        <p:nvPicPr>
          <p:cNvPr id="16389" name="Picture 5" descr="Specify_Language_Runoptions"/>
          <p:cNvPicPr>
            <a:picLocks noChangeAspect="1" noChangeArrowheads="1"/>
          </p:cNvPicPr>
          <p:nvPr/>
        </p:nvPicPr>
        <p:blipFill>
          <a:blip r:embed="rId3"/>
          <a:srcRect l="1888" t="1848" r="1888" b="1385"/>
          <a:stretch>
            <a:fillRect/>
          </a:stretch>
        </p:blipFill>
        <p:spPr bwMode="auto">
          <a:xfrm>
            <a:off x="5118100" y="1524000"/>
            <a:ext cx="4210050" cy="3657600"/>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altLang="en-US" dirty="0" smtClean="0">
                <a:solidFill>
                  <a:schemeClr val="tx1"/>
                </a:solidFill>
                <a:ea typeface="+mn-ea"/>
                <a:cs typeface="Arial" pitchFamily="34" charset="0"/>
              </a:rPr>
              <a:t>List Reports – Demonstration: Run Options </a:t>
            </a:r>
          </a:p>
        </p:txBody>
      </p:sp>
      <p:sp>
        <p:nvSpPr>
          <p:cNvPr id="17412" name="Rectangle 3"/>
          <p:cNvSpPr>
            <a:spLocks noGrp="1" noChangeArrowheads="1"/>
          </p:cNvSpPr>
          <p:nvPr>
            <p:ph idx="1"/>
          </p:nvPr>
        </p:nvSpPr>
        <p:spPr>
          <a:xfrm>
            <a:off x="533400" y="1295400"/>
            <a:ext cx="4540250" cy="4343400"/>
          </a:xfrm>
        </p:spPr>
        <p:txBody>
          <a:bodyPr/>
          <a:lstStyle/>
          <a:p>
            <a:pPr marL="457200" indent="-457200">
              <a:buFont typeface="+mj-lt"/>
              <a:buAutoNum type="arabicPeriod"/>
            </a:pPr>
            <a:r>
              <a:rPr lang="en-US" altLang="en-US" dirty="0" smtClean="0"/>
              <a:t>Open the report that you want in Query Studio.</a:t>
            </a:r>
          </a:p>
          <a:p>
            <a:pPr marL="457200" indent="-457200">
              <a:buFont typeface="+mj-lt"/>
              <a:buAutoNum type="arabicPeriod"/>
            </a:pPr>
            <a:r>
              <a:rPr lang="en-US" altLang="en-US" dirty="0" smtClean="0"/>
              <a:t>From the Run Report menu, choose how to run the report:</a:t>
            </a:r>
          </a:p>
          <a:p>
            <a:pPr marL="457200" indent="-457200">
              <a:buFont typeface="+mj-lt"/>
              <a:buAutoNum type="arabicPeriod"/>
            </a:pPr>
            <a:r>
              <a:rPr lang="en-US" altLang="en-US" dirty="0" smtClean="0"/>
              <a:t>To run the report using all data, click Run with All Data.</a:t>
            </a:r>
          </a:p>
          <a:p>
            <a:pPr marL="457200" indent="-457200">
              <a:buFont typeface="+mj-lt"/>
              <a:buAutoNum type="arabicPeriod"/>
            </a:pPr>
            <a:r>
              <a:rPr lang="en-US" altLang="en-US" dirty="0" smtClean="0"/>
              <a:t>To run the report using limited data, click Preview with Limited Data.</a:t>
            </a:r>
          </a:p>
          <a:p>
            <a:pPr marL="457200" indent="-457200">
              <a:buFont typeface="+mj-lt"/>
              <a:buAutoNum type="arabicPeriod"/>
            </a:pPr>
            <a:r>
              <a:rPr lang="en-US" altLang="en-US" dirty="0" smtClean="0"/>
              <a:t>Note: If the package that the report is based on contains a design filter, performance is improved.</a:t>
            </a:r>
          </a:p>
          <a:p>
            <a:pPr marL="457200" indent="-457200">
              <a:buFont typeface="+mj-lt"/>
              <a:buAutoNum type="arabicPeriod"/>
            </a:pPr>
            <a:r>
              <a:rPr lang="en-US" altLang="en-US" dirty="0" smtClean="0"/>
              <a:t>To run the report using no data, click Preview with No Data.</a:t>
            </a:r>
          </a:p>
          <a:p>
            <a:pPr marL="1252538" lvl="2" indent="-342900" algn="r" eaLnBrk="1" hangingPunct="1">
              <a:buFont typeface="Wingdings" pitchFamily="2" charset="2"/>
              <a:buNone/>
            </a:pPr>
            <a:endParaRPr lang="en-US" altLang="en-US" dirty="0" smtClean="0"/>
          </a:p>
        </p:txBody>
      </p:sp>
      <p:sp>
        <p:nvSpPr>
          <p:cNvPr id="76" name="Slide Number Placeholder 3"/>
          <p:cNvSpPr>
            <a:spLocks noGrp="1"/>
          </p:cNvSpPr>
          <p:nvPr>
            <p:ph type="sldNum" sz="quarter" idx="4294967295"/>
          </p:nvPr>
        </p:nvSpPr>
        <p:spPr>
          <a:xfrm>
            <a:off x="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B1A7F6C5-C919-452B-B8D5-29DBCCC4CD1F}" type="slidenum">
              <a:rPr lang="en-US" altLang="en-US"/>
              <a:pPr>
                <a:defRPr/>
              </a:pPr>
              <a:t>12</a:t>
            </a:fld>
            <a:endParaRPr lang="en-US" altLang="en-US"/>
          </a:p>
        </p:txBody>
      </p:sp>
      <p:grpSp>
        <p:nvGrpSpPr>
          <p:cNvPr id="2" name="Group 4"/>
          <p:cNvGrpSpPr>
            <a:grpSpLocks/>
          </p:cNvGrpSpPr>
          <p:nvPr/>
        </p:nvGrpSpPr>
        <p:grpSpPr bwMode="auto">
          <a:xfrm>
            <a:off x="5410200" y="1219200"/>
            <a:ext cx="4135569" cy="24384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17416"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17480"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17481"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82"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17483"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17484"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17469"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70"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71"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2"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3"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4"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5"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6"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7"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8"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79"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17460"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17464"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17465"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17466"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67"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68"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17463"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17453"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54"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17455"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7456"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17457"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17458"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17459"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17420"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21"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22"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17445"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46"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47"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48"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7449"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7450"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17443"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44"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17426"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17427"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28"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7429"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0"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1"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7432"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17433"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4"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5"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6"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7437"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8"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39"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40"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41"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7442"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17415"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overrideClrMapping bg1="lt1" tx1="dk1" bg2="lt2" tx2="dk2" accent1="accent1" accent2="accent2" accent3="accent3" accent4="accent4" accent5="accent5" accent6="accent6" hlink="hlink" folHlink="folHlink"/>
  </p:clrMapOvr>
  <p:transition advClick="0">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FA3651DC-16D9-453D-82DA-0EF6A4D53797}" type="slidenum">
              <a:rPr lang="en-US" altLang="en-US"/>
              <a:pPr>
                <a:defRPr/>
              </a:pPr>
              <a:t>13</a:t>
            </a:fld>
            <a:endParaRPr lang="en-US" altLang="en-US"/>
          </a:p>
        </p:txBody>
      </p:sp>
      <p:sp>
        <p:nvSpPr>
          <p:cNvPr id="18435" name="Rectangle 2"/>
          <p:cNvSpPr>
            <a:spLocks noGrp="1" noChangeArrowheads="1"/>
          </p:cNvSpPr>
          <p:nvPr>
            <p:ph type="title"/>
          </p:nvPr>
        </p:nvSpPr>
        <p:spPr/>
        <p:txBody>
          <a:bodyPr/>
          <a:lstStyle/>
          <a:p>
            <a:r>
              <a:rPr lang="en-US" altLang="en-US" dirty="0" smtClean="0">
                <a:solidFill>
                  <a:schemeClr val="tx1"/>
                </a:solidFill>
                <a:cs typeface="Arial" pitchFamily="34" charset="0"/>
              </a:rPr>
              <a:t>List Reports – Demonstration: Run Options </a:t>
            </a:r>
            <a:endParaRPr lang="en-US" altLang="en-US" dirty="0" smtClean="0">
              <a:solidFill>
                <a:schemeClr val="tx1"/>
              </a:solidFill>
              <a:ea typeface="+mn-ea"/>
              <a:cs typeface="Arial" pitchFamily="34" charset="0"/>
            </a:endParaRPr>
          </a:p>
        </p:txBody>
      </p:sp>
      <p:sp>
        <p:nvSpPr>
          <p:cNvPr id="18436" name="Rectangle 3"/>
          <p:cNvSpPr>
            <a:spLocks noGrp="1" noChangeArrowheads="1"/>
          </p:cNvSpPr>
          <p:nvPr>
            <p:ph type="body" idx="1"/>
          </p:nvPr>
        </p:nvSpPr>
        <p:spPr>
          <a:xfrm>
            <a:off x="495300" y="1676400"/>
            <a:ext cx="4787900" cy="4343400"/>
          </a:xfrm>
        </p:spPr>
        <p:txBody>
          <a:bodyPr/>
          <a:lstStyle/>
          <a:p>
            <a:pPr marL="457200" indent="-457200">
              <a:buNone/>
            </a:pPr>
            <a:r>
              <a:rPr lang="en-US" altLang="en-US" dirty="0" smtClean="0"/>
              <a:t>Steps</a:t>
            </a:r>
          </a:p>
          <a:p>
            <a:pPr marL="457200" indent="-457200">
              <a:buFont typeface="+mj-lt"/>
              <a:buAutoNum type="arabicPeriod" startAt="7"/>
            </a:pPr>
            <a:r>
              <a:rPr lang="en-US" altLang="en-US" dirty="0" smtClean="0"/>
              <a:t>To run the report using limited data, click Preview with Limited Data.</a:t>
            </a:r>
          </a:p>
          <a:p>
            <a:pPr marL="457200" indent="-457200">
              <a:buFont typeface="+mj-lt"/>
              <a:buAutoNum type="arabicPeriod" startAt="7"/>
            </a:pPr>
            <a:r>
              <a:rPr lang="en-US" altLang="en-US" dirty="0" smtClean="0"/>
              <a:t>Note: If the package that the report is based on contains a design filter, performance is improved.</a:t>
            </a:r>
          </a:p>
          <a:p>
            <a:pPr marL="457200" indent="-457200">
              <a:buFont typeface="+mj-lt"/>
              <a:buAutoNum type="arabicPeriod" startAt="7"/>
            </a:pPr>
            <a:r>
              <a:rPr lang="en-US" altLang="en-US" dirty="0" smtClean="0"/>
              <a:t>To run the report using no data, click Preview with No Data.</a:t>
            </a:r>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18440"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18504"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18505"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506"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18507"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18508"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18493"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94"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95"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496"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497"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498"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499"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500"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501"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502"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503"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18484"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18488"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18489"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18490"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91"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92"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18487"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18477"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78"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18479"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18480"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18481"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18482"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18483"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18444"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45"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46"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18469"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70"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71"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72"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8473"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8474"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18467"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68"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18450"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18451"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52"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8453"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54"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55"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18456"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18457"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58"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59"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60"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18461"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62"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63"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64"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65"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18466"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18439"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B8F9B23B-889B-4A23-8D28-944E5101633C}" type="slidenum">
              <a:rPr lang="en-US" altLang="en-US"/>
              <a:pPr>
                <a:defRPr/>
              </a:pPr>
              <a:t>14</a:t>
            </a:fld>
            <a:endParaRPr lang="en-US" altLang="en-US"/>
          </a:p>
        </p:txBody>
      </p:sp>
      <p:sp>
        <p:nvSpPr>
          <p:cNvPr id="19459" name="Rectangle 2"/>
          <p:cNvSpPr>
            <a:spLocks noGrp="1" noChangeArrowheads="1"/>
          </p:cNvSpPr>
          <p:nvPr>
            <p:ph type="title"/>
          </p:nvPr>
        </p:nvSpPr>
        <p:spPr/>
        <p:txBody>
          <a:bodyPr/>
          <a:lstStyle/>
          <a:p>
            <a:r>
              <a:rPr lang="en-US" altLang="en-US" dirty="0" smtClean="0">
                <a:ea typeface="+mn-ea"/>
                <a:cs typeface="Arial" pitchFamily="34" charset="0"/>
              </a:rPr>
              <a:t>List Reports - Filters</a:t>
            </a:r>
          </a:p>
        </p:txBody>
      </p:sp>
      <p:sp>
        <p:nvSpPr>
          <p:cNvPr id="19460" name="Rectangle 3"/>
          <p:cNvSpPr>
            <a:spLocks noGrp="1" noChangeArrowheads="1"/>
          </p:cNvSpPr>
          <p:nvPr>
            <p:ph type="body" sz="half" idx="1"/>
          </p:nvPr>
        </p:nvSpPr>
        <p:spPr>
          <a:xfrm>
            <a:off x="495300" y="1371600"/>
            <a:ext cx="5035550" cy="4648200"/>
          </a:xfrm>
        </p:spPr>
        <p:txBody>
          <a:bodyPr/>
          <a:lstStyle/>
          <a:p>
            <a:pPr eaLnBrk="1" hangingPunct="1"/>
            <a:r>
              <a:rPr lang="en-US" altLang="en-US" sz="2000" dirty="0" smtClean="0"/>
              <a:t>Filter is used to specify the subset of records that the report retrieves.</a:t>
            </a:r>
          </a:p>
          <a:p>
            <a:pPr eaLnBrk="1" hangingPunct="1"/>
            <a:r>
              <a:rPr lang="en-US" altLang="en-US" sz="2000" dirty="0" smtClean="0"/>
              <a:t>Textual, numeric, or date and time data  can be filtered.</a:t>
            </a:r>
          </a:p>
          <a:p>
            <a:pPr eaLnBrk="1" hangingPunct="1"/>
            <a:r>
              <a:rPr lang="en-US" altLang="en-US" sz="2000" dirty="0" smtClean="0"/>
              <a:t>While filtering measures, the filter can be applied to: </a:t>
            </a:r>
          </a:p>
          <a:p>
            <a:pPr marL="682625" lvl="1" indent="-225425" eaLnBrk="1" hangingPunct="1"/>
            <a:r>
              <a:rPr lang="en-US" altLang="en-US" sz="1800" dirty="0" smtClean="0"/>
              <a:t>details </a:t>
            </a:r>
          </a:p>
          <a:p>
            <a:pPr marL="682625" lvl="1" indent="-225425" eaLnBrk="1" hangingPunct="1"/>
            <a:r>
              <a:rPr lang="en-US" altLang="en-US" sz="1800" dirty="0" smtClean="0"/>
              <a:t>summaries in reports that contain summaries</a:t>
            </a:r>
          </a:p>
        </p:txBody>
      </p:sp>
      <p:pic>
        <p:nvPicPr>
          <p:cNvPr id="19461" name="Picture 5" descr="Filter1"/>
          <p:cNvPicPr>
            <a:picLocks noGrp="1" noChangeAspect="1" noChangeArrowheads="1"/>
          </p:cNvPicPr>
          <p:nvPr>
            <p:ph type="body" sz="half" idx="2"/>
          </p:nvPr>
        </p:nvPicPr>
        <p:blipFill>
          <a:blip r:embed="rId3"/>
          <a:srcRect/>
          <a:stretch>
            <a:fillRect/>
          </a:stretch>
        </p:blipFill>
        <p:spPr>
          <a:xfrm>
            <a:off x="5675312" y="1928814"/>
            <a:ext cx="3900488" cy="3373437"/>
          </a:xfrm>
          <a:noFill/>
          <a:ln>
            <a:solidFill>
              <a:schemeClr val="tx1"/>
            </a:solid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E37AC0B9-52F7-4004-A90A-26821747D9C5}" type="slidenum">
              <a:rPr lang="en-US" altLang="en-US"/>
              <a:pPr>
                <a:defRPr/>
              </a:pPr>
              <a:t>15</a:t>
            </a:fld>
            <a:endParaRPr lang="en-US" altLang="en-US"/>
          </a:p>
        </p:txBody>
      </p:sp>
      <p:sp>
        <p:nvSpPr>
          <p:cNvPr id="20483" name="Rectangle 2"/>
          <p:cNvSpPr>
            <a:spLocks noGrp="1" noChangeArrowheads="1"/>
          </p:cNvSpPr>
          <p:nvPr>
            <p:ph type="title"/>
          </p:nvPr>
        </p:nvSpPr>
        <p:spPr/>
        <p:txBody>
          <a:bodyPr/>
          <a:lstStyle/>
          <a:p>
            <a:r>
              <a:rPr lang="en-US" altLang="en-US" sz="1400" b="1" dirty="0" smtClean="0"/>
              <a:t/>
            </a:r>
            <a:br>
              <a:rPr lang="en-US" altLang="en-US" sz="1400" b="1" dirty="0" smtClean="0"/>
            </a:br>
            <a:r>
              <a:rPr lang="en-US" altLang="en-US" dirty="0" smtClean="0">
                <a:ea typeface="+mn-ea"/>
                <a:cs typeface="Arial" pitchFamily="34" charset="0"/>
              </a:rPr>
              <a:t>List Reports - Specifying Filter Criteria with Prompts</a:t>
            </a:r>
          </a:p>
        </p:txBody>
      </p:sp>
      <p:sp>
        <p:nvSpPr>
          <p:cNvPr id="20484" name="Rectangle 3"/>
          <p:cNvSpPr>
            <a:spLocks noGrp="1" noChangeArrowheads="1"/>
          </p:cNvSpPr>
          <p:nvPr>
            <p:ph type="body" sz="half" idx="1"/>
          </p:nvPr>
        </p:nvSpPr>
        <p:spPr/>
        <p:txBody>
          <a:bodyPr/>
          <a:lstStyle/>
          <a:p>
            <a:pPr eaLnBrk="1" hangingPunct="1"/>
            <a:r>
              <a:rPr lang="en-US" altLang="en-US" sz="2000" dirty="0" smtClean="0"/>
              <a:t>A “prompt” is used when you want to use different criteria for the same report item each time the report runs.</a:t>
            </a:r>
          </a:p>
          <a:p>
            <a:pPr eaLnBrk="1" hangingPunct="1"/>
            <a:r>
              <a:rPr lang="en-US" altLang="en-US" sz="2000" dirty="0" smtClean="0"/>
              <a:t>Using prompts is faster and easier than repeatedly changing the filter.</a:t>
            </a:r>
          </a:p>
        </p:txBody>
      </p:sp>
      <p:sp>
        <p:nvSpPr>
          <p:cNvPr id="20485" name="Rectangle 4"/>
          <p:cNvSpPr>
            <a:spLocks noGrp="1" noChangeArrowheads="1"/>
          </p:cNvSpPr>
          <p:nvPr>
            <p:ph type="body" sz="half" idx="2"/>
          </p:nvPr>
        </p:nvSpPr>
        <p:spPr/>
        <p:txBody>
          <a:bodyPr/>
          <a:lstStyle/>
          <a:p>
            <a:pPr eaLnBrk="1" hangingPunct="1"/>
            <a:endParaRPr lang="en-US" altLang="en-US" sz="2000" smtClean="0"/>
          </a:p>
        </p:txBody>
      </p:sp>
      <p:pic>
        <p:nvPicPr>
          <p:cNvPr id="20486" name="Picture 5" descr="Prompts"/>
          <p:cNvPicPr>
            <a:picLocks noChangeAspect="1" noChangeArrowheads="1"/>
          </p:cNvPicPr>
          <p:nvPr/>
        </p:nvPicPr>
        <p:blipFill>
          <a:blip r:embed="rId3"/>
          <a:srcRect/>
          <a:stretch>
            <a:fillRect/>
          </a:stretch>
        </p:blipFill>
        <p:spPr bwMode="auto">
          <a:xfrm>
            <a:off x="4953000" y="1454150"/>
            <a:ext cx="4720829" cy="3956050"/>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11BEDFE1-2036-4D3A-89D4-26FF6FFB31B6}" type="slidenum">
              <a:rPr lang="en-US" altLang="en-US"/>
              <a:pPr>
                <a:defRPr/>
              </a:pPr>
              <a:t>16</a:t>
            </a:fld>
            <a:endParaRPr lang="en-US" altLang="en-US"/>
          </a:p>
        </p:txBody>
      </p:sp>
      <p:sp>
        <p:nvSpPr>
          <p:cNvPr id="21507" name="Rectangle 2"/>
          <p:cNvSpPr>
            <a:spLocks noGrp="1" noChangeArrowheads="1"/>
          </p:cNvSpPr>
          <p:nvPr>
            <p:ph type="title"/>
          </p:nvPr>
        </p:nvSpPr>
        <p:spPr/>
        <p:txBody>
          <a:bodyPr/>
          <a:lstStyle/>
          <a:p>
            <a:r>
              <a:rPr lang="en-US" altLang="en-US" dirty="0" smtClean="0">
                <a:solidFill>
                  <a:schemeClr val="tx1"/>
                </a:solidFill>
                <a:ea typeface="+mn-ea"/>
                <a:cs typeface="Arial" pitchFamily="34" charset="0"/>
              </a:rPr>
              <a:t>List Reports – Demonstration: </a:t>
            </a:r>
            <a:r>
              <a:rPr lang="en-US" altLang="en-US" sz="2400" b="1" dirty="0" smtClean="0">
                <a:solidFill>
                  <a:schemeClr val="tx1"/>
                </a:solidFill>
                <a:ea typeface="+mn-ea"/>
                <a:cs typeface="Arial" pitchFamily="34" charset="0"/>
              </a:rPr>
              <a:t>Specifying Filter Criteria with Prompts</a:t>
            </a:r>
            <a:r>
              <a:rPr lang="en-US" altLang="en-US" dirty="0" smtClean="0">
                <a:solidFill>
                  <a:schemeClr val="tx1"/>
                </a:solidFill>
                <a:ea typeface="+mn-ea"/>
                <a:cs typeface="Arial" pitchFamily="34" charset="0"/>
              </a:rPr>
              <a:t> </a:t>
            </a:r>
          </a:p>
        </p:txBody>
      </p:sp>
      <p:sp>
        <p:nvSpPr>
          <p:cNvPr id="21508" name="Rectangle 3"/>
          <p:cNvSpPr>
            <a:spLocks noGrp="1" noChangeArrowheads="1"/>
          </p:cNvSpPr>
          <p:nvPr>
            <p:ph type="body" idx="1"/>
          </p:nvPr>
        </p:nvSpPr>
        <p:spPr>
          <a:xfrm>
            <a:off x="495300" y="1676400"/>
            <a:ext cx="4953000" cy="4343400"/>
          </a:xfrm>
        </p:spPr>
        <p:txBody>
          <a:bodyPr/>
          <a:lstStyle/>
          <a:p>
            <a:pPr marL="457200" indent="-457200" eaLnBrk="1" hangingPunct="1"/>
            <a:r>
              <a:rPr lang="en-US" altLang="en-US" dirty="0" smtClean="0"/>
              <a:t>Steps</a:t>
            </a:r>
          </a:p>
          <a:p>
            <a:pPr marL="838200" lvl="1" indent="-381000" eaLnBrk="1" hangingPunct="1">
              <a:buFont typeface="Wingdings" pitchFamily="2" charset="2"/>
              <a:buAutoNum type="arabicPeriod"/>
            </a:pPr>
            <a:r>
              <a:rPr lang="en-US" altLang="en-US" dirty="0" smtClean="0"/>
              <a:t>Open the </a:t>
            </a:r>
            <a:r>
              <a:rPr lang="en-US" altLang="en-US" b="1" dirty="0" smtClean="0"/>
              <a:t>Units Sold </a:t>
            </a:r>
            <a:r>
              <a:rPr lang="en-US" altLang="en-US" dirty="0" smtClean="0"/>
              <a:t>report.</a:t>
            </a:r>
          </a:p>
          <a:p>
            <a:pPr marL="838200" lvl="1" indent="-381000" eaLnBrk="1" hangingPunct="1">
              <a:buFont typeface="Wingdings" pitchFamily="2" charset="2"/>
              <a:buAutoNum type="arabicPeriod"/>
            </a:pPr>
            <a:r>
              <a:rPr lang="en-US" altLang="en-US" dirty="0" smtClean="0"/>
              <a:t>Click </a:t>
            </a:r>
            <a:r>
              <a:rPr lang="en-US" altLang="en-US" b="1" dirty="0" smtClean="0"/>
              <a:t>Product Line </a:t>
            </a:r>
            <a:r>
              <a:rPr lang="en-US" altLang="en-US" dirty="0" smtClean="0"/>
              <a:t>column.</a:t>
            </a:r>
          </a:p>
          <a:p>
            <a:pPr marL="838200" lvl="1" indent="-381000" eaLnBrk="1" hangingPunct="1">
              <a:buFont typeface="Wingdings" pitchFamily="2" charset="2"/>
              <a:buAutoNum type="arabicPeriod"/>
            </a:pPr>
            <a:r>
              <a:rPr lang="en-US" altLang="en-US" dirty="0" smtClean="0"/>
              <a:t>Click the </a:t>
            </a:r>
            <a:r>
              <a:rPr lang="en-US" altLang="en-US" b="1" dirty="0" smtClean="0"/>
              <a:t>Filter </a:t>
            </a:r>
            <a:r>
              <a:rPr lang="en-US" altLang="en-US" dirty="0" smtClean="0"/>
              <a:t>button on the toolbar.</a:t>
            </a:r>
          </a:p>
          <a:p>
            <a:pPr marL="838200" lvl="1" indent="-381000" eaLnBrk="1" hangingPunct="1">
              <a:buFont typeface="Wingdings" pitchFamily="2" charset="2"/>
              <a:buAutoNum type="arabicPeriod"/>
            </a:pPr>
            <a:r>
              <a:rPr lang="en-US" altLang="en-US" dirty="0" smtClean="0"/>
              <a:t>Select the </a:t>
            </a:r>
            <a:r>
              <a:rPr lang="en-US" altLang="en-US" b="1" dirty="0" smtClean="0"/>
              <a:t>Prompt every time the report runs</a:t>
            </a:r>
            <a:r>
              <a:rPr lang="en-US" altLang="en-US" dirty="0" smtClean="0"/>
              <a:t> check box.</a:t>
            </a:r>
          </a:p>
          <a:p>
            <a:pPr marL="838200" lvl="1" indent="-381000" eaLnBrk="1" hangingPunct="1">
              <a:buFont typeface="Wingdings" pitchFamily="2" charset="2"/>
              <a:buAutoNum type="arabicPeriod"/>
            </a:pPr>
            <a:r>
              <a:rPr lang="en-US" altLang="en-US" dirty="0" smtClean="0"/>
              <a:t>Click </a:t>
            </a:r>
            <a:r>
              <a:rPr lang="en-US" altLang="en-US" b="1" dirty="0" smtClean="0"/>
              <a:t>OK</a:t>
            </a:r>
            <a:r>
              <a:rPr lang="en-US" altLang="en-US" dirty="0" smtClean="0"/>
              <a:t>.</a:t>
            </a:r>
          </a:p>
          <a:p>
            <a:pPr marL="838200" lvl="1" indent="-381000" eaLnBrk="1" hangingPunct="1">
              <a:buFont typeface="Wingdings" pitchFamily="2" charset="2"/>
              <a:buAutoNum type="arabicPeriod"/>
            </a:pPr>
            <a:r>
              <a:rPr lang="en-US" altLang="en-US" dirty="0" smtClean="0"/>
              <a:t>Run the report.</a:t>
            </a:r>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21512"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21576"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21577"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78"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21579"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21580"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21565"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66"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67"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68"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69"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70"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71"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72"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73"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74"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75"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21556"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21560"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21561"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21562"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63"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64"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21559"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21549"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50"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21551"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1552"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21553"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21554"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21555"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21516"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17"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18"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21541"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42"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43"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44"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1545"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1546"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21539"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40"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21522"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21523"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24"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1525"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26"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27"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1528"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21529"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0"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1"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2"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1533"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4"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5"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6"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7"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1538"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21511"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3B6AD375-86FA-47D0-9287-912D5403B150}" type="slidenum">
              <a:rPr lang="en-US" altLang="en-US"/>
              <a:pPr>
                <a:defRPr/>
              </a:pPr>
              <a:t>17</a:t>
            </a:fld>
            <a:endParaRPr lang="en-US" altLang="en-US"/>
          </a:p>
        </p:txBody>
      </p:sp>
      <p:sp>
        <p:nvSpPr>
          <p:cNvPr id="22531" name="Rectangle 2"/>
          <p:cNvSpPr>
            <a:spLocks noGrp="1" noChangeArrowheads="1"/>
          </p:cNvSpPr>
          <p:nvPr>
            <p:ph type="title"/>
          </p:nvPr>
        </p:nvSpPr>
        <p:spPr/>
        <p:txBody>
          <a:bodyPr/>
          <a:lstStyle/>
          <a:p>
            <a:r>
              <a:rPr lang="en-US" altLang="en-US" dirty="0" smtClean="0">
                <a:solidFill>
                  <a:schemeClr val="tx1"/>
                </a:solidFill>
                <a:ea typeface="+mn-ea"/>
                <a:cs typeface="Arial" pitchFamily="34" charset="0"/>
              </a:rPr>
              <a:t>List Reports – Sort</a:t>
            </a:r>
            <a:br>
              <a:rPr lang="en-US" altLang="en-US" dirty="0" smtClean="0">
                <a:solidFill>
                  <a:schemeClr val="tx1"/>
                </a:solidFill>
                <a:ea typeface="+mn-ea"/>
                <a:cs typeface="Arial" pitchFamily="34" charset="0"/>
              </a:rPr>
            </a:br>
            <a:endParaRPr lang="en-US" altLang="en-US" dirty="0" smtClean="0">
              <a:solidFill>
                <a:schemeClr val="tx1"/>
              </a:solidFill>
              <a:ea typeface="+mn-ea"/>
              <a:cs typeface="Arial" pitchFamily="34" charset="0"/>
            </a:endParaRPr>
          </a:p>
        </p:txBody>
      </p:sp>
      <p:sp>
        <p:nvSpPr>
          <p:cNvPr id="22532" name="Rectangle 3"/>
          <p:cNvSpPr>
            <a:spLocks noGrp="1" noChangeArrowheads="1"/>
          </p:cNvSpPr>
          <p:nvPr>
            <p:ph type="body" idx="1"/>
          </p:nvPr>
        </p:nvSpPr>
        <p:spPr/>
        <p:txBody>
          <a:bodyPr/>
          <a:lstStyle/>
          <a:p>
            <a:pPr eaLnBrk="1" hangingPunct="1"/>
            <a:r>
              <a:rPr lang="en-US" altLang="en-US" dirty="0" smtClean="0"/>
              <a:t>Sorting organizes your data in ascending or descending: </a:t>
            </a:r>
          </a:p>
          <a:p>
            <a:pPr lvl="1" eaLnBrk="1" hangingPunct="1"/>
            <a:r>
              <a:rPr lang="en-US" altLang="en-US" dirty="0" smtClean="0"/>
              <a:t>alphabetical order, or </a:t>
            </a:r>
          </a:p>
          <a:p>
            <a:pPr lvl="1" eaLnBrk="1" hangingPunct="1"/>
            <a:r>
              <a:rPr lang="en-US" altLang="en-US" dirty="0" smtClean="0"/>
              <a:t>numeric order</a:t>
            </a:r>
          </a:p>
          <a:p>
            <a:pPr eaLnBrk="1" hangingPunct="1"/>
            <a:r>
              <a:rPr lang="en-US" altLang="en-US" dirty="0" smtClean="0"/>
              <a:t>For example: </a:t>
            </a:r>
          </a:p>
          <a:p>
            <a:pPr lvl="1" eaLnBrk="1" hangingPunct="1"/>
            <a:r>
              <a:rPr lang="en-US" altLang="en-US" dirty="0" smtClean="0"/>
              <a:t>You can sort on a column that lists product sales in a descending order in order to rank product sales from the highest to the lowest.</a:t>
            </a:r>
          </a:p>
          <a:p>
            <a:pPr eaLnBrk="1" hangingPunct="1"/>
            <a:r>
              <a:rPr lang="en-US" altLang="en-US" dirty="0" smtClean="0"/>
              <a:t>When sorting grouped data, you can choose to sort the “detail values” or the “summary values” in the footers.</a:t>
            </a:r>
          </a:p>
        </p:txBody>
      </p:sp>
    </p:spTree>
  </p:cSld>
  <p:clrMapOvr>
    <a:masterClrMapping/>
  </p:clrMapOvr>
  <p:transition advClick="0">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D7B6EC51-79CA-4DAC-9895-08A428589F7F}" type="slidenum">
              <a:rPr lang="en-US" altLang="en-US"/>
              <a:pPr>
                <a:defRPr/>
              </a:pPr>
              <a:t>18</a:t>
            </a:fld>
            <a:endParaRPr lang="en-US" altLang="en-US"/>
          </a:p>
        </p:txBody>
      </p:sp>
      <p:sp>
        <p:nvSpPr>
          <p:cNvPr id="23555" name="Rectangle 2"/>
          <p:cNvSpPr>
            <a:spLocks noGrp="1" noChangeArrowheads="1"/>
          </p:cNvSpPr>
          <p:nvPr>
            <p:ph type="title"/>
          </p:nvPr>
        </p:nvSpPr>
        <p:spPr/>
        <p:txBody>
          <a:bodyPr/>
          <a:lstStyle/>
          <a:p>
            <a:r>
              <a:rPr lang="en-US" altLang="en-US" sz="1400" b="1" dirty="0" smtClean="0"/>
              <a:t/>
            </a:r>
            <a:br>
              <a:rPr lang="en-US" altLang="en-US" sz="1400" b="1" dirty="0" smtClean="0"/>
            </a:br>
            <a:r>
              <a:rPr lang="en-US" altLang="en-US" sz="1400" b="1" dirty="0" smtClean="0"/>
              <a:t/>
            </a:r>
            <a:br>
              <a:rPr lang="en-US" altLang="en-US" sz="1400" b="1" dirty="0" smtClean="0"/>
            </a:br>
            <a:r>
              <a:rPr lang="en-US" altLang="en-US" dirty="0" smtClean="0">
                <a:ea typeface="+mn-ea"/>
                <a:cs typeface="Arial" pitchFamily="34" charset="0"/>
              </a:rPr>
              <a:t>List Reports – Calculate</a:t>
            </a:r>
            <a:r>
              <a:rPr lang="en-US" altLang="en-US" sz="1400" dirty="0" smtClean="0">
                <a:cs typeface="Arial" pitchFamily="34" charset="0"/>
              </a:rPr>
              <a:t/>
            </a:r>
            <a:br>
              <a:rPr lang="en-US" altLang="en-US" sz="1400" dirty="0" smtClean="0">
                <a:cs typeface="Arial" pitchFamily="34" charset="0"/>
              </a:rPr>
            </a:br>
            <a:r>
              <a:rPr lang="en-US" altLang="en-US" sz="1400" dirty="0" smtClean="0">
                <a:cs typeface="Arial" pitchFamily="34" charset="0"/>
              </a:rPr>
              <a:t/>
            </a:r>
            <a:br>
              <a:rPr lang="en-US" altLang="en-US" sz="1400" dirty="0" smtClean="0">
                <a:cs typeface="Arial" pitchFamily="34" charset="0"/>
              </a:rPr>
            </a:br>
            <a:endParaRPr lang="en-US" altLang="en-US" sz="3200" dirty="0" smtClean="0"/>
          </a:p>
        </p:txBody>
      </p:sp>
      <p:sp>
        <p:nvSpPr>
          <p:cNvPr id="23556" name="Rectangle 3"/>
          <p:cNvSpPr>
            <a:spLocks noGrp="1" noChangeArrowheads="1"/>
          </p:cNvSpPr>
          <p:nvPr>
            <p:ph type="body" sz="half" idx="1"/>
          </p:nvPr>
        </p:nvSpPr>
        <p:spPr/>
        <p:txBody>
          <a:bodyPr/>
          <a:lstStyle/>
          <a:p>
            <a:pPr eaLnBrk="1" hangingPunct="1"/>
            <a:r>
              <a:rPr lang="en-US" altLang="en-US" sz="2000" smtClean="0"/>
              <a:t>You can add value to reports by calculating the data in one or more columns. </a:t>
            </a:r>
          </a:p>
        </p:txBody>
      </p:sp>
      <p:sp>
        <p:nvSpPr>
          <p:cNvPr id="23557" name="Rectangle 4"/>
          <p:cNvSpPr>
            <a:spLocks noGrp="1" noChangeArrowheads="1"/>
          </p:cNvSpPr>
          <p:nvPr>
            <p:ph type="body" sz="half" idx="2"/>
          </p:nvPr>
        </p:nvSpPr>
        <p:spPr/>
        <p:txBody>
          <a:bodyPr/>
          <a:lstStyle/>
          <a:p>
            <a:pPr eaLnBrk="1" hangingPunct="1"/>
            <a:endParaRPr lang="en-US" altLang="en-US" sz="2000" smtClean="0"/>
          </a:p>
        </p:txBody>
      </p:sp>
      <p:pic>
        <p:nvPicPr>
          <p:cNvPr id="23558" name="Picture 5" descr="Percentage2"/>
          <p:cNvPicPr>
            <a:picLocks noChangeAspect="1" noChangeArrowheads="1"/>
          </p:cNvPicPr>
          <p:nvPr/>
        </p:nvPicPr>
        <p:blipFill>
          <a:blip r:embed="rId3"/>
          <a:srcRect l="3235" t="3683" r="3938" b="2379"/>
          <a:stretch>
            <a:fillRect/>
          </a:stretch>
        </p:blipFill>
        <p:spPr bwMode="auto">
          <a:xfrm>
            <a:off x="5035550" y="1524000"/>
            <a:ext cx="4540250" cy="3886200"/>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20836ADC-ED79-48CE-9A36-CA36B70C8A33}" type="slidenum">
              <a:rPr lang="en-US" altLang="en-US"/>
              <a:pPr>
                <a:defRPr/>
              </a:pPr>
              <a:t>19</a:t>
            </a:fld>
            <a:endParaRPr lang="en-US" altLang="en-US"/>
          </a:p>
        </p:txBody>
      </p:sp>
      <p:sp>
        <p:nvSpPr>
          <p:cNvPr id="24579" name="Rectangle 2"/>
          <p:cNvSpPr>
            <a:spLocks noGrp="1" noChangeArrowheads="1"/>
          </p:cNvSpPr>
          <p:nvPr>
            <p:ph type="title"/>
          </p:nvPr>
        </p:nvSpPr>
        <p:spPr/>
        <p:txBody>
          <a:bodyPr/>
          <a:lstStyle/>
          <a:p>
            <a:r>
              <a:rPr lang="en-US" altLang="en-US" dirty="0" smtClean="0">
                <a:ea typeface="+mn-ea"/>
                <a:cs typeface="Arial" pitchFamily="34" charset="0"/>
              </a:rPr>
              <a:t>List Reports – Format</a:t>
            </a:r>
          </a:p>
        </p:txBody>
      </p:sp>
      <p:sp>
        <p:nvSpPr>
          <p:cNvPr id="24580" name="Rectangle 3"/>
          <p:cNvSpPr>
            <a:spLocks noGrp="1" noChangeArrowheads="1"/>
          </p:cNvSpPr>
          <p:nvPr>
            <p:ph type="body" sz="half" idx="1"/>
          </p:nvPr>
        </p:nvSpPr>
        <p:spPr>
          <a:xfrm>
            <a:off x="495300" y="1371600"/>
            <a:ext cx="5613400" cy="4648200"/>
          </a:xfrm>
        </p:spPr>
        <p:txBody>
          <a:bodyPr/>
          <a:lstStyle/>
          <a:p>
            <a:pPr eaLnBrk="1" hangingPunct="1"/>
            <a:r>
              <a:rPr lang="en-US" altLang="en-US" sz="2000" dirty="0" smtClean="0"/>
              <a:t>Predefined formats are used to change the appearance of numbers, dates.</a:t>
            </a:r>
          </a:p>
          <a:p>
            <a:pPr eaLnBrk="1" hangingPunct="1"/>
            <a:r>
              <a:rPr lang="en-US" altLang="en-US" sz="2000" dirty="0" smtClean="0"/>
              <a:t>The various formats used are: </a:t>
            </a:r>
          </a:p>
          <a:p>
            <a:pPr marL="682625" lvl="1" indent="-225425" eaLnBrk="1" hangingPunct="1"/>
            <a:r>
              <a:rPr lang="en-US" altLang="en-US" sz="1800" dirty="0" smtClean="0"/>
              <a:t>Default</a:t>
            </a:r>
          </a:p>
          <a:p>
            <a:pPr marL="682625" lvl="1" indent="-225425" eaLnBrk="1" hangingPunct="1"/>
            <a:r>
              <a:rPr lang="en-US" altLang="en-US" sz="1800" dirty="0" smtClean="0"/>
              <a:t>Number</a:t>
            </a:r>
          </a:p>
          <a:p>
            <a:pPr marL="682625" lvl="1" indent="-225425" eaLnBrk="1" hangingPunct="1"/>
            <a:r>
              <a:rPr lang="en-US" altLang="en-US" sz="1800" dirty="0" smtClean="0"/>
              <a:t>Currency</a:t>
            </a:r>
          </a:p>
          <a:p>
            <a:pPr marL="682625" lvl="1" indent="-225425" eaLnBrk="1" hangingPunct="1"/>
            <a:r>
              <a:rPr lang="en-US" altLang="en-US" sz="1800" dirty="0" smtClean="0"/>
              <a:t>Percentage</a:t>
            </a:r>
          </a:p>
          <a:p>
            <a:pPr marL="682625" lvl="1" indent="-225425" eaLnBrk="1" hangingPunct="1"/>
            <a:r>
              <a:rPr lang="en-US" altLang="en-US" sz="1800" dirty="0" smtClean="0"/>
              <a:t>Scientific</a:t>
            </a:r>
          </a:p>
          <a:p>
            <a:pPr marL="682625" lvl="1" indent="-225425" eaLnBrk="1" hangingPunct="1"/>
            <a:r>
              <a:rPr lang="en-US" altLang="en-US" sz="1800" dirty="0" smtClean="0"/>
              <a:t>Date and Time</a:t>
            </a:r>
          </a:p>
        </p:txBody>
      </p:sp>
      <p:pic>
        <p:nvPicPr>
          <p:cNvPr id="24581" name="Picture 5" descr="Format"/>
          <p:cNvPicPr>
            <a:picLocks noChangeAspect="1" noChangeArrowheads="1"/>
          </p:cNvPicPr>
          <p:nvPr/>
        </p:nvPicPr>
        <p:blipFill>
          <a:blip r:embed="rId3"/>
          <a:srcRect/>
          <a:stretch>
            <a:fillRect/>
          </a:stretch>
        </p:blipFill>
        <p:spPr bwMode="auto">
          <a:xfrm>
            <a:off x="5878249" y="1600200"/>
            <a:ext cx="3945202" cy="3962400"/>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5D060D07-C239-47EA-B372-D0B889E90314}" type="slidenum">
              <a:rPr lang="en-US" altLang="en-US"/>
              <a:pPr>
                <a:defRPr/>
              </a:pPr>
              <a:t>20</a:t>
            </a:fld>
            <a:endParaRPr lang="en-US" altLang="en-US"/>
          </a:p>
        </p:txBody>
      </p:sp>
      <p:sp>
        <p:nvSpPr>
          <p:cNvPr id="25603" name="Rectangle 2"/>
          <p:cNvSpPr>
            <a:spLocks noGrp="1" noChangeArrowheads="1"/>
          </p:cNvSpPr>
          <p:nvPr>
            <p:ph type="title"/>
          </p:nvPr>
        </p:nvSpPr>
        <p:spPr/>
        <p:txBody>
          <a:bodyPr/>
          <a:lstStyle/>
          <a:p>
            <a:r>
              <a:rPr lang="en-US" altLang="en-US" sz="1400" dirty="0" smtClean="0">
                <a:cs typeface="Arial" pitchFamily="34" charset="0"/>
              </a:rPr>
              <a:t> </a:t>
            </a:r>
            <a:r>
              <a:rPr lang="en-US" altLang="en-US" dirty="0" smtClean="0">
                <a:ea typeface="+mn-ea"/>
                <a:cs typeface="Arial" pitchFamily="34" charset="0"/>
              </a:rPr>
              <a:t>List Reports – Grouping</a:t>
            </a:r>
          </a:p>
        </p:txBody>
      </p:sp>
      <p:sp>
        <p:nvSpPr>
          <p:cNvPr id="25604" name="Rectangle 3"/>
          <p:cNvSpPr>
            <a:spLocks noGrp="1" noChangeArrowheads="1"/>
          </p:cNvSpPr>
          <p:nvPr>
            <p:ph type="body" sz="half" idx="1"/>
          </p:nvPr>
        </p:nvSpPr>
        <p:spPr/>
        <p:txBody>
          <a:bodyPr/>
          <a:lstStyle/>
          <a:p>
            <a:pPr eaLnBrk="1" hangingPunct="1"/>
            <a:r>
              <a:rPr lang="en-US" altLang="en-US" sz="2000" dirty="0" smtClean="0"/>
              <a:t>Grouping a report sorts the data, and suppresses duplicate values in the grouped column.</a:t>
            </a:r>
          </a:p>
        </p:txBody>
      </p:sp>
      <p:pic>
        <p:nvPicPr>
          <p:cNvPr id="25605" name="Picture 5" descr="Grouped_List1"/>
          <p:cNvPicPr>
            <a:picLocks noChangeAspect="1" noChangeArrowheads="1"/>
          </p:cNvPicPr>
          <p:nvPr/>
        </p:nvPicPr>
        <p:blipFill>
          <a:blip r:embed="rId3"/>
          <a:srcRect/>
          <a:stretch>
            <a:fillRect/>
          </a:stretch>
        </p:blipFill>
        <p:spPr bwMode="auto">
          <a:xfrm>
            <a:off x="5283200" y="1447800"/>
            <a:ext cx="4375150" cy="24717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EE271C4C-F4C9-46F0-BB30-9C3E6C5721D7}" type="slidenum">
              <a:rPr lang="en-US" altLang="en-US"/>
              <a:pPr>
                <a:defRPr/>
              </a:pPr>
              <a:t>21</a:t>
            </a:fld>
            <a:endParaRPr lang="en-US" altLang="en-US"/>
          </a:p>
        </p:txBody>
      </p:sp>
      <p:sp>
        <p:nvSpPr>
          <p:cNvPr id="26627" name="Rectangle 2"/>
          <p:cNvSpPr>
            <a:spLocks noGrp="1" noChangeArrowheads="1"/>
          </p:cNvSpPr>
          <p:nvPr>
            <p:ph type="title"/>
          </p:nvPr>
        </p:nvSpPr>
        <p:spPr/>
        <p:txBody>
          <a:bodyPr/>
          <a:lstStyle/>
          <a:p>
            <a:r>
              <a:rPr lang="en-US" altLang="en-US" sz="900" dirty="0" smtClean="0">
                <a:cs typeface="Arial" pitchFamily="34" charset="0"/>
              </a:rPr>
              <a:t> </a:t>
            </a:r>
            <a:r>
              <a:rPr lang="en-US" altLang="en-US" dirty="0" smtClean="0">
                <a:ea typeface="+mn-ea"/>
                <a:cs typeface="Arial" pitchFamily="34" charset="0"/>
              </a:rPr>
              <a:t>List Reports – Sections</a:t>
            </a:r>
          </a:p>
        </p:txBody>
      </p:sp>
      <p:sp>
        <p:nvSpPr>
          <p:cNvPr id="26628" name="Rectangle 3"/>
          <p:cNvSpPr>
            <a:spLocks noGrp="1" noChangeArrowheads="1"/>
          </p:cNvSpPr>
          <p:nvPr>
            <p:ph type="body" sz="half" idx="1"/>
          </p:nvPr>
        </p:nvSpPr>
        <p:spPr/>
        <p:txBody>
          <a:bodyPr/>
          <a:lstStyle/>
          <a:p>
            <a:pPr eaLnBrk="1" hangingPunct="1"/>
            <a:r>
              <a:rPr lang="en-US" altLang="en-US" sz="2000" smtClean="0"/>
              <a:t>Creating sections shows the value of a selected report item as the heading of a section.</a:t>
            </a:r>
          </a:p>
        </p:txBody>
      </p:sp>
      <p:pic>
        <p:nvPicPr>
          <p:cNvPr id="26629" name="Picture 5" descr="Sections"/>
          <p:cNvPicPr>
            <a:picLocks noChangeAspect="1" noChangeArrowheads="1"/>
          </p:cNvPicPr>
          <p:nvPr/>
        </p:nvPicPr>
        <p:blipFill>
          <a:blip r:embed="rId3"/>
          <a:srcRect/>
          <a:stretch>
            <a:fillRect/>
          </a:stretch>
        </p:blipFill>
        <p:spPr bwMode="auto">
          <a:xfrm>
            <a:off x="5608241" y="1447800"/>
            <a:ext cx="3719909"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36394C57-350E-4E03-B99C-94C483DBD925}" type="slidenum">
              <a:rPr lang="en-US" altLang="en-US"/>
              <a:pPr>
                <a:defRPr/>
              </a:pPr>
              <a:t>22</a:t>
            </a:fld>
            <a:endParaRPr lang="en-US" altLang="en-US"/>
          </a:p>
        </p:txBody>
      </p:sp>
      <p:sp>
        <p:nvSpPr>
          <p:cNvPr id="27651" name="Rectangle 2"/>
          <p:cNvSpPr>
            <a:spLocks noGrp="1" noChangeArrowheads="1"/>
          </p:cNvSpPr>
          <p:nvPr>
            <p:ph type="title"/>
          </p:nvPr>
        </p:nvSpPr>
        <p:spPr/>
        <p:txBody>
          <a:bodyPr/>
          <a:lstStyle/>
          <a:p>
            <a:r>
              <a:rPr lang="en-US" altLang="en-US" sz="3200" dirty="0" smtClean="0">
                <a:solidFill>
                  <a:schemeClr val="tx1"/>
                </a:solidFill>
                <a:cs typeface="Arial" pitchFamily="34" charset="0"/>
              </a:rPr>
              <a:t>List Reports – Demonstration: </a:t>
            </a:r>
            <a:r>
              <a:rPr lang="en-US" altLang="en-US" sz="2400" b="1" dirty="0" smtClean="0">
                <a:solidFill>
                  <a:schemeClr val="tx1"/>
                </a:solidFill>
                <a:cs typeface="Arial" pitchFamily="34" charset="0"/>
              </a:rPr>
              <a:t>Create a Grouped List Report</a:t>
            </a:r>
            <a:r>
              <a:rPr lang="en-US" altLang="en-US" sz="3200" b="1" dirty="0" smtClean="0">
                <a:solidFill>
                  <a:schemeClr val="tx1"/>
                </a:solidFill>
                <a:cs typeface="Arial" pitchFamily="34" charset="0"/>
              </a:rPr>
              <a:t> </a:t>
            </a:r>
          </a:p>
        </p:txBody>
      </p:sp>
      <p:sp>
        <p:nvSpPr>
          <p:cNvPr id="27652" name="Rectangle 3"/>
          <p:cNvSpPr>
            <a:spLocks noGrp="1" noChangeArrowheads="1"/>
          </p:cNvSpPr>
          <p:nvPr>
            <p:ph type="body" idx="1"/>
          </p:nvPr>
        </p:nvSpPr>
        <p:spPr>
          <a:xfrm>
            <a:off x="495300" y="1676400"/>
            <a:ext cx="4540250" cy="4343400"/>
          </a:xfrm>
        </p:spPr>
        <p:txBody>
          <a:bodyPr/>
          <a:lstStyle/>
          <a:p>
            <a:pPr marL="457200" indent="-457200" eaLnBrk="1" hangingPunct="1"/>
            <a:r>
              <a:rPr lang="en-US" altLang="en-US" dirty="0" smtClean="0"/>
              <a:t>Steps:</a:t>
            </a:r>
          </a:p>
          <a:p>
            <a:pPr marL="952500" lvl="1" indent="-381000">
              <a:buFont typeface="Wingdings" pitchFamily="2" charset="2"/>
              <a:buAutoNum type="arabicPeriod"/>
            </a:pPr>
            <a:r>
              <a:rPr lang="en-US" altLang="en-US" dirty="0" smtClean="0"/>
              <a:t>Open the Units Sold report.</a:t>
            </a:r>
          </a:p>
          <a:p>
            <a:pPr marL="952500" lvl="1" indent="-381000">
              <a:buFont typeface="Wingdings" pitchFamily="2" charset="2"/>
              <a:buAutoNum type="arabicPeriod"/>
            </a:pPr>
            <a:r>
              <a:rPr lang="en-US" altLang="en-US" dirty="0" smtClean="0"/>
              <a:t>Click the heading of the Quantity column.</a:t>
            </a:r>
          </a:p>
          <a:p>
            <a:pPr marL="952500" lvl="1" indent="-381000">
              <a:buFont typeface="Wingdings" pitchFamily="2" charset="2"/>
              <a:buAutoNum type="arabicPeriod"/>
            </a:pPr>
            <a:r>
              <a:rPr lang="en-US" altLang="en-US" dirty="0" smtClean="0"/>
              <a:t>Click the Insert Data menu command.</a:t>
            </a:r>
          </a:p>
          <a:p>
            <a:pPr marL="952500" lvl="1" indent="-381000">
              <a:buFont typeface="Wingdings" pitchFamily="2" charset="2"/>
              <a:buAutoNum type="arabicPeriod"/>
            </a:pPr>
            <a:r>
              <a:rPr lang="en-US" altLang="en-US" dirty="0" smtClean="0"/>
              <a:t>Expand Countries.</a:t>
            </a:r>
          </a:p>
          <a:p>
            <a:pPr marL="952500" lvl="1" indent="-381000">
              <a:buFont typeface="Wingdings" pitchFamily="2" charset="2"/>
              <a:buAutoNum type="arabicPeriod"/>
            </a:pPr>
            <a:r>
              <a:rPr lang="en-US" altLang="en-US" dirty="0" smtClean="0"/>
              <a:t>Double-click the Country item.</a:t>
            </a:r>
          </a:p>
          <a:p>
            <a:pPr marL="952500" lvl="1" indent="-381000">
              <a:buFont typeface="Wingdings" pitchFamily="2" charset="2"/>
              <a:buAutoNum type="arabicPeriod"/>
            </a:pPr>
            <a:r>
              <a:rPr lang="en-US" altLang="en-US" dirty="0" smtClean="0"/>
              <a:t>Click the heading of the Country column.</a:t>
            </a:r>
          </a:p>
          <a:p>
            <a:pPr marL="952500" lvl="1" indent="-381000">
              <a:buFont typeface="Wingdings" pitchFamily="2" charset="2"/>
              <a:buAutoNum type="arabicPeriod"/>
            </a:pPr>
            <a:r>
              <a:rPr lang="en-US" altLang="en-US" dirty="0" smtClean="0"/>
              <a:t>Click the Filter button on the toolbar.</a:t>
            </a:r>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27656"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27720"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27721"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722"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27723"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27724"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27709"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710"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711"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2"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3"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4"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5"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6"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7"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8"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719"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27700"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27704"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27705"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27706"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707"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708"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27703"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27693"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94"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27695"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7696"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27697"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27698"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27699"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27660"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61"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62"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27685"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686"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687"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688"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7689"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7690"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27683"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684"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27666"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27667"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68"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7669"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0"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1"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7672"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27673"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4"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5"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6"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7677"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8"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79"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80"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81"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7682"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27655"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77977A8E-C966-4B67-812B-F57AECAC8E71}" type="slidenum">
              <a:rPr lang="en-US" altLang="en-US"/>
              <a:pPr>
                <a:defRPr/>
              </a:pPr>
              <a:t>23</a:t>
            </a:fld>
            <a:endParaRPr lang="en-US" altLang="en-US"/>
          </a:p>
        </p:txBody>
      </p:sp>
      <p:sp>
        <p:nvSpPr>
          <p:cNvPr id="28675" name="Rectangle 2"/>
          <p:cNvSpPr>
            <a:spLocks noGrp="1" noChangeArrowheads="1"/>
          </p:cNvSpPr>
          <p:nvPr>
            <p:ph type="title"/>
          </p:nvPr>
        </p:nvSpPr>
        <p:spPr/>
        <p:txBody>
          <a:bodyPr/>
          <a:lstStyle/>
          <a:p>
            <a:r>
              <a:rPr lang="en-US" altLang="en-US" sz="3200" dirty="0" smtClean="0">
                <a:solidFill>
                  <a:schemeClr val="tx1"/>
                </a:solidFill>
                <a:cs typeface="Arial" pitchFamily="34" charset="0"/>
              </a:rPr>
              <a:t>List Reports – Demonstration: </a:t>
            </a:r>
            <a:r>
              <a:rPr lang="en-US" altLang="en-US" sz="2400" b="1" dirty="0" smtClean="0">
                <a:solidFill>
                  <a:schemeClr val="tx1"/>
                </a:solidFill>
                <a:cs typeface="Arial" pitchFamily="34" charset="0"/>
              </a:rPr>
              <a:t>Create a Grouped List Report</a:t>
            </a:r>
            <a:r>
              <a:rPr lang="en-US" altLang="en-US" sz="3200" b="1" dirty="0" smtClean="0">
                <a:solidFill>
                  <a:schemeClr val="tx1"/>
                </a:solidFill>
                <a:cs typeface="Arial" pitchFamily="34" charset="0"/>
              </a:rPr>
              <a:t> </a:t>
            </a:r>
            <a:endParaRPr lang="en-US" altLang="en-US" sz="3200" dirty="0" smtClean="0"/>
          </a:p>
        </p:txBody>
      </p:sp>
      <p:sp>
        <p:nvSpPr>
          <p:cNvPr id="28676" name="Rectangle 3"/>
          <p:cNvSpPr>
            <a:spLocks noGrp="1" noChangeArrowheads="1"/>
          </p:cNvSpPr>
          <p:nvPr>
            <p:ph type="body" idx="1"/>
          </p:nvPr>
        </p:nvSpPr>
        <p:spPr>
          <a:xfrm>
            <a:off x="495300" y="1676400"/>
            <a:ext cx="4540250" cy="4343400"/>
          </a:xfrm>
        </p:spPr>
        <p:txBody>
          <a:bodyPr/>
          <a:lstStyle/>
          <a:p>
            <a:pPr marL="457200" indent="-457200" eaLnBrk="1" hangingPunct="1"/>
            <a:r>
              <a:rPr lang="en-US" altLang="en-US" dirty="0" smtClean="0"/>
              <a:t>Steps:</a:t>
            </a:r>
          </a:p>
          <a:p>
            <a:pPr marL="952500" lvl="1" indent="-381000">
              <a:buFont typeface="+mj-lt"/>
              <a:buAutoNum type="arabicPeriod" startAt="8"/>
            </a:pPr>
            <a:r>
              <a:rPr lang="en-US" altLang="en-US" dirty="0" smtClean="0"/>
              <a:t>In the Show only the following box, select Germany, Japan, and United States, and then click OK.</a:t>
            </a:r>
          </a:p>
          <a:p>
            <a:pPr marL="952500" lvl="1" indent="-381000">
              <a:buFont typeface="Wingdings" pitchFamily="2" charset="2"/>
              <a:buAutoNum type="arabicPeriod" startAt="8"/>
            </a:pPr>
            <a:r>
              <a:rPr lang="en-US" altLang="en-US" dirty="0" smtClean="0"/>
              <a:t>Click the heading of the Product line column.</a:t>
            </a:r>
          </a:p>
          <a:p>
            <a:pPr marL="952500" lvl="1" indent="-381000">
              <a:buFont typeface="Wingdings" pitchFamily="2" charset="2"/>
              <a:buAutoNum type="arabicPeriod" startAt="8"/>
            </a:pPr>
            <a:r>
              <a:rPr lang="en-US" altLang="en-US" dirty="0" smtClean="0"/>
              <a:t>Click the Group button on the toolbar.</a:t>
            </a:r>
          </a:p>
          <a:p>
            <a:pPr marL="952500" lvl="1" indent="-381000">
              <a:buFont typeface="Wingdings" pitchFamily="2" charset="2"/>
              <a:buAutoNum type="arabicPeriod" startAt="8"/>
            </a:pPr>
            <a:r>
              <a:rPr lang="en-US" altLang="en-US" dirty="0" smtClean="0"/>
              <a:t>Click the Save as button on the toolbar.</a:t>
            </a:r>
          </a:p>
          <a:p>
            <a:pPr marL="952500" lvl="1" indent="-381000">
              <a:buFont typeface="Wingdings" pitchFamily="2" charset="2"/>
              <a:buAutoNum type="arabicPeriod" startAt="8"/>
            </a:pPr>
            <a:r>
              <a:rPr lang="en-US" altLang="en-US" dirty="0" smtClean="0"/>
              <a:t>In the Name box, type Grouped Units Sold.</a:t>
            </a:r>
          </a:p>
          <a:p>
            <a:pPr marL="952500" lvl="1" indent="-381000">
              <a:buFont typeface="Wingdings" pitchFamily="2" charset="2"/>
              <a:buAutoNum type="arabicPeriod" startAt="8"/>
            </a:pPr>
            <a:r>
              <a:rPr lang="en-US" altLang="en-US" dirty="0" smtClean="0"/>
              <a:t>Leave the destination folder as Team Content, and click OK.</a:t>
            </a:r>
          </a:p>
          <a:p>
            <a:pPr marL="952500" lvl="1" indent="-381000" algn="r" eaLnBrk="1" hangingPunct="1">
              <a:buFont typeface="Wingdings" pitchFamily="2" charset="2"/>
              <a:buNone/>
            </a:pPr>
            <a:endParaRPr lang="en-US" altLang="en-US" dirty="0" smtClean="0"/>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28680"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28744"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28745"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46"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28747"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28748"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28733"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34"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35"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36"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37"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38"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39"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40"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41"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42"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43"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28724"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28728"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28729"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28730"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31"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32"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28727"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28717"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18"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28719"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28720"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28721"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28722"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28723"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28684"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85"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86"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28709"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10"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11"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12"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8713"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8714"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28707"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08"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28690"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28691"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92"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8693"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94"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95"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28696"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28697"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98"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699"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00"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28701"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02"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03"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04"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05"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28706"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28679"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9881A2CE-70EA-4B9D-8F80-5617661BEDAA}" type="slidenum">
              <a:rPr lang="en-US" altLang="en-US"/>
              <a:pPr>
                <a:defRPr/>
              </a:pPr>
              <a:t>24</a:t>
            </a:fld>
            <a:endParaRPr lang="en-US" altLang="en-US"/>
          </a:p>
        </p:txBody>
      </p:sp>
      <p:sp>
        <p:nvSpPr>
          <p:cNvPr id="32771" name="Rectangle 2"/>
          <p:cNvSpPr>
            <a:spLocks noGrp="1" noChangeArrowheads="1"/>
          </p:cNvSpPr>
          <p:nvPr>
            <p:ph type="title"/>
          </p:nvPr>
        </p:nvSpPr>
        <p:spPr/>
        <p:txBody>
          <a:bodyPr/>
          <a:lstStyle/>
          <a:p>
            <a:r>
              <a:rPr lang="en-US" altLang="en-US" sz="3200" dirty="0" smtClean="0">
                <a:cs typeface="Arial" pitchFamily="34" charset="0"/>
              </a:rPr>
              <a:t>List Reports – Add Summarized Data</a:t>
            </a:r>
          </a:p>
        </p:txBody>
      </p:sp>
      <p:sp>
        <p:nvSpPr>
          <p:cNvPr id="32772" name="Rectangle 3"/>
          <p:cNvSpPr>
            <a:spLocks noGrp="1" noChangeArrowheads="1"/>
          </p:cNvSpPr>
          <p:nvPr>
            <p:ph type="body" sz="half" idx="1"/>
          </p:nvPr>
        </p:nvSpPr>
        <p:spPr/>
        <p:txBody>
          <a:bodyPr/>
          <a:lstStyle/>
          <a:p>
            <a:pPr eaLnBrk="1" hangingPunct="1"/>
            <a:r>
              <a:rPr lang="en-US" altLang="en-US" sz="2000" dirty="0" smtClean="0"/>
              <a:t>Predefined summaries can be used to calculate the following for the values in individual report items: </a:t>
            </a:r>
          </a:p>
          <a:p>
            <a:pPr marL="685800" lvl="1" indent="-228600" eaLnBrk="1" hangingPunct="1"/>
            <a:r>
              <a:rPr lang="en-US" altLang="en-US" sz="1800" dirty="0" smtClean="0"/>
              <a:t>total</a:t>
            </a:r>
          </a:p>
          <a:p>
            <a:pPr marL="685800" lvl="1" indent="-228600" eaLnBrk="1" hangingPunct="1"/>
            <a:r>
              <a:rPr lang="en-US" altLang="en-US" sz="1800" dirty="0" smtClean="0"/>
              <a:t>count</a:t>
            </a:r>
          </a:p>
          <a:p>
            <a:pPr marL="685800" lvl="1" indent="-228600" eaLnBrk="1" hangingPunct="1"/>
            <a:r>
              <a:rPr lang="en-US" altLang="en-US" sz="1800" dirty="0" smtClean="0"/>
              <a:t>maximum</a:t>
            </a:r>
          </a:p>
          <a:p>
            <a:pPr marL="685800" lvl="1" indent="-228600" eaLnBrk="1" hangingPunct="1"/>
            <a:r>
              <a:rPr lang="en-US" altLang="en-US" sz="1800" dirty="0" smtClean="0"/>
              <a:t>minimum</a:t>
            </a:r>
          </a:p>
          <a:p>
            <a:pPr marL="685800" lvl="1" indent="-228600" eaLnBrk="1" hangingPunct="1"/>
            <a:r>
              <a:rPr lang="en-US" altLang="en-US" sz="1800" dirty="0" smtClean="0"/>
              <a:t>average</a:t>
            </a:r>
          </a:p>
        </p:txBody>
      </p:sp>
      <p:pic>
        <p:nvPicPr>
          <p:cNvPr id="32773" name="Picture 5" descr="Add Summarized data"/>
          <p:cNvPicPr>
            <a:picLocks noChangeAspect="1" noChangeArrowheads="1"/>
          </p:cNvPicPr>
          <p:nvPr/>
        </p:nvPicPr>
        <p:blipFill>
          <a:blip r:embed="rId3"/>
          <a:srcRect/>
          <a:stretch>
            <a:fillRect/>
          </a:stretch>
        </p:blipFill>
        <p:spPr bwMode="auto">
          <a:xfrm>
            <a:off x="5035550" y="1600201"/>
            <a:ext cx="4461140" cy="3832225"/>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70038827-930F-4851-A659-6571586D9379}" type="slidenum">
              <a:rPr lang="en-US" altLang="en-US"/>
              <a:pPr>
                <a:defRPr/>
              </a:pPr>
              <a:t>25</a:t>
            </a:fld>
            <a:endParaRPr lang="en-US" altLang="en-US"/>
          </a:p>
        </p:txBody>
      </p:sp>
      <p:sp>
        <p:nvSpPr>
          <p:cNvPr id="33795" name="Rectangle 2"/>
          <p:cNvSpPr>
            <a:spLocks noGrp="1" noChangeArrowheads="1"/>
          </p:cNvSpPr>
          <p:nvPr>
            <p:ph type="title"/>
          </p:nvPr>
        </p:nvSpPr>
        <p:spPr/>
        <p:txBody>
          <a:bodyPr/>
          <a:lstStyle/>
          <a:p>
            <a:pPr eaLnBrk="1" hangingPunct="1"/>
            <a:r>
              <a:rPr lang="en-US" altLang="en-US" sz="3200" dirty="0" smtClean="0">
                <a:cs typeface="Arial" pitchFamily="34" charset="0"/>
              </a:rPr>
              <a:t>Crosstab Reports</a:t>
            </a:r>
          </a:p>
        </p:txBody>
      </p:sp>
      <p:sp>
        <p:nvSpPr>
          <p:cNvPr id="33796" name="Rectangle 3"/>
          <p:cNvSpPr>
            <a:spLocks noGrp="1" noChangeArrowheads="1"/>
          </p:cNvSpPr>
          <p:nvPr>
            <p:ph type="body" sz="half" idx="1"/>
          </p:nvPr>
        </p:nvSpPr>
        <p:spPr/>
        <p:txBody>
          <a:bodyPr/>
          <a:lstStyle/>
          <a:p>
            <a:pPr eaLnBrk="1" hangingPunct="1"/>
            <a:r>
              <a:rPr lang="en-US" altLang="en-US" sz="2000" dirty="0" smtClean="0"/>
              <a:t>A Crosstab report shows a measure at the intersection of each row and column.</a:t>
            </a:r>
          </a:p>
        </p:txBody>
      </p:sp>
      <p:pic>
        <p:nvPicPr>
          <p:cNvPr id="33797" name="Picture 5" descr="Crosstab"/>
          <p:cNvPicPr>
            <a:picLocks noChangeAspect="1" noChangeArrowheads="1"/>
          </p:cNvPicPr>
          <p:nvPr/>
        </p:nvPicPr>
        <p:blipFill>
          <a:blip r:embed="rId3"/>
          <a:srcRect/>
          <a:stretch>
            <a:fillRect/>
          </a:stretch>
        </p:blipFill>
        <p:spPr bwMode="auto">
          <a:xfrm>
            <a:off x="5333074" y="1612901"/>
            <a:ext cx="4024313" cy="1692275"/>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444CAD8E-CC8C-4C39-83ED-6181EFF57BBC}" type="slidenum">
              <a:rPr lang="en-US" altLang="en-US"/>
              <a:pPr>
                <a:defRPr/>
              </a:pPr>
              <a:t>26</a:t>
            </a:fld>
            <a:endParaRPr lang="en-US" altLang="en-US"/>
          </a:p>
        </p:txBody>
      </p:sp>
      <p:sp>
        <p:nvSpPr>
          <p:cNvPr id="34819" name="Rectangle 2"/>
          <p:cNvSpPr>
            <a:spLocks noGrp="1" noChangeArrowheads="1"/>
          </p:cNvSpPr>
          <p:nvPr>
            <p:ph type="title"/>
          </p:nvPr>
        </p:nvSpPr>
        <p:spPr/>
        <p:txBody>
          <a:bodyPr/>
          <a:lstStyle/>
          <a:p>
            <a:pPr eaLnBrk="1" hangingPunct="1"/>
            <a:r>
              <a:rPr lang="en-US" altLang="en-US" sz="3200" dirty="0" smtClean="0">
                <a:solidFill>
                  <a:schemeClr val="tx1"/>
                </a:solidFill>
                <a:cs typeface="Arial" pitchFamily="34" charset="0"/>
              </a:rPr>
              <a:t>Crosstab Reports - Demonstration: </a:t>
            </a:r>
            <a:r>
              <a:rPr lang="en-US" altLang="en-US" dirty="0" smtClean="0">
                <a:solidFill>
                  <a:schemeClr val="tx1"/>
                </a:solidFill>
                <a:cs typeface="Arial" pitchFamily="34" charset="0"/>
              </a:rPr>
              <a:t>Create a Crosstab Report</a:t>
            </a:r>
            <a:r>
              <a:rPr lang="en-US" altLang="en-US" sz="3200" dirty="0" smtClean="0">
                <a:solidFill>
                  <a:schemeClr val="tx1"/>
                </a:solidFill>
                <a:cs typeface="Arial" pitchFamily="34" charset="0"/>
              </a:rPr>
              <a:t/>
            </a:r>
            <a:br>
              <a:rPr lang="en-US" altLang="en-US" sz="3200" dirty="0" smtClean="0">
                <a:solidFill>
                  <a:schemeClr val="tx1"/>
                </a:solidFill>
                <a:cs typeface="Arial" pitchFamily="34" charset="0"/>
              </a:rPr>
            </a:br>
            <a:endParaRPr lang="en-US" altLang="en-US" sz="3200" dirty="0" smtClean="0">
              <a:solidFill>
                <a:schemeClr val="tx1"/>
              </a:solidFill>
              <a:cs typeface="Arial" pitchFamily="34" charset="0"/>
            </a:endParaRPr>
          </a:p>
        </p:txBody>
      </p:sp>
      <p:sp>
        <p:nvSpPr>
          <p:cNvPr id="34820" name="Rectangle 3"/>
          <p:cNvSpPr>
            <a:spLocks noGrp="1" noChangeArrowheads="1"/>
          </p:cNvSpPr>
          <p:nvPr>
            <p:ph type="body" idx="1"/>
          </p:nvPr>
        </p:nvSpPr>
        <p:spPr>
          <a:xfrm>
            <a:off x="495300" y="1219200"/>
            <a:ext cx="4540250" cy="4953000"/>
          </a:xfrm>
        </p:spPr>
        <p:txBody>
          <a:bodyPr/>
          <a:lstStyle/>
          <a:p>
            <a:pPr marL="457200" indent="-457200" eaLnBrk="1" hangingPunct="1"/>
            <a:r>
              <a:rPr lang="en-US" altLang="en-US" dirty="0" smtClean="0"/>
              <a:t>Steps:</a:t>
            </a:r>
          </a:p>
          <a:p>
            <a:pPr marL="952500" lvl="1" indent="-381000">
              <a:buFont typeface="Wingdings" pitchFamily="2" charset="2"/>
              <a:buAutoNum type="arabicPeriod"/>
            </a:pPr>
            <a:r>
              <a:rPr lang="en-US" altLang="en-US" sz="1600" dirty="0" smtClean="0"/>
              <a:t>Open the Grouped Units Sold report.</a:t>
            </a:r>
          </a:p>
          <a:p>
            <a:pPr marL="952500" lvl="1" indent="-381000">
              <a:buFont typeface="Wingdings" pitchFamily="2" charset="2"/>
              <a:buAutoNum type="arabicPeriod"/>
            </a:pPr>
            <a:r>
              <a:rPr lang="en-US" altLang="en-US" sz="1600" dirty="0" smtClean="0"/>
              <a:t>Click the heading of the Country column.</a:t>
            </a:r>
          </a:p>
          <a:p>
            <a:pPr marL="952500" lvl="1" indent="-381000">
              <a:buFont typeface="Wingdings" pitchFamily="2" charset="2"/>
              <a:buAutoNum type="arabicPeriod"/>
            </a:pPr>
            <a:r>
              <a:rPr lang="en-US" altLang="en-US" sz="1600" dirty="0" smtClean="0"/>
              <a:t>Click the Pivot button on the toolbar.</a:t>
            </a:r>
          </a:p>
          <a:p>
            <a:pPr marL="952500" lvl="1" indent="-381000">
              <a:buFont typeface="Wingdings" pitchFamily="2" charset="2"/>
              <a:buAutoNum type="arabicPeriod"/>
            </a:pPr>
            <a:r>
              <a:rPr lang="en-US" altLang="en-US" sz="1600" dirty="0" smtClean="0"/>
              <a:t>Note: The values of the Country column are now column headings. The values of the Product line column become row headings. The measure is at the intersection of the two.</a:t>
            </a:r>
          </a:p>
          <a:p>
            <a:pPr marL="952500" lvl="1" indent="-381000">
              <a:buFont typeface="Wingdings" pitchFamily="2" charset="2"/>
              <a:buAutoNum type="arabicPeriod"/>
            </a:pPr>
            <a:r>
              <a:rPr lang="en-US" altLang="en-US" sz="1600" dirty="0" smtClean="0"/>
              <a:t>Click the Save as button on the toolbar.</a:t>
            </a:r>
          </a:p>
          <a:p>
            <a:pPr marL="952500" lvl="1" indent="-381000">
              <a:buFont typeface="Wingdings" pitchFamily="2" charset="2"/>
              <a:buAutoNum type="arabicPeriod"/>
            </a:pPr>
            <a:r>
              <a:rPr lang="en-US" altLang="en-US" sz="1600" dirty="0" smtClean="0"/>
              <a:t>In the Name box, type Crosstab Units Sold. Leave the destination folder as Team Content, and click OK</a:t>
            </a:r>
          </a:p>
          <a:p>
            <a:pPr marL="952500" lvl="1" indent="-381000">
              <a:buFont typeface="Wingdings" pitchFamily="2" charset="2"/>
              <a:buAutoNum type="arabicPeriod"/>
            </a:pPr>
            <a:endParaRPr lang="en-US" altLang="en-US" dirty="0" smtClean="0"/>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34824"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34888"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34889"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90"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34891"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34892"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34877"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78"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79"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0"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1"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2"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3"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4"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5"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6"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87"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34868"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34872"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34873"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34874"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75"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76"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34871"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34861"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62"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34863"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4864"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34865"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34866"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34867"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34828"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29"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30"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34853"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54"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55"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56"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4857"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4858"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34851"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52"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34834"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34835"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36"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4837"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38"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39"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4840"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34841"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2"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3"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4"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4845"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6"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7"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8"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49"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4850"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34823"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FA012182-483A-4F70-96DB-F7606D62538F}" type="slidenum">
              <a:rPr lang="en-US" altLang="en-US"/>
              <a:pPr>
                <a:defRPr/>
              </a:pPr>
              <a:t>27</a:t>
            </a:fld>
            <a:endParaRPr lang="en-US" altLang="en-US"/>
          </a:p>
        </p:txBody>
      </p:sp>
      <p:sp>
        <p:nvSpPr>
          <p:cNvPr id="37891" name="Rectangle 2"/>
          <p:cNvSpPr>
            <a:spLocks noGrp="1" noChangeArrowheads="1"/>
          </p:cNvSpPr>
          <p:nvPr>
            <p:ph type="title"/>
          </p:nvPr>
        </p:nvSpPr>
        <p:spPr/>
        <p:txBody>
          <a:bodyPr/>
          <a:lstStyle/>
          <a:p>
            <a:pPr lvl="1" algn="l" defTabSz="914342" rtl="0">
              <a:lnSpc>
                <a:spcPct val="85000"/>
              </a:lnSpc>
              <a:spcBef>
                <a:spcPct val="0"/>
              </a:spcBef>
            </a:pPr>
            <a:r>
              <a:rPr lang="en-US" altLang="en-US" sz="1400" b="1" dirty="0" smtClean="0"/>
              <a:t/>
            </a:r>
            <a:br>
              <a:rPr lang="en-US" altLang="en-US" sz="1400" b="1" dirty="0" smtClean="0"/>
            </a:br>
            <a:r>
              <a:rPr lang="en-US" altLang="en-US" sz="1400" b="1" dirty="0" smtClean="0"/>
              <a:t/>
            </a:r>
            <a:br>
              <a:rPr lang="en-US" altLang="en-US" sz="1400" b="1" dirty="0" smtClean="0"/>
            </a:br>
            <a:r>
              <a:rPr lang="en-US" altLang="en-US" sz="3200" kern="1200" dirty="0">
                <a:solidFill>
                  <a:schemeClr val="tx1"/>
                </a:solidFill>
                <a:latin typeface="Arial Narrow" pitchFamily="34" charset="0"/>
                <a:ea typeface="+mj-ea"/>
                <a:cs typeface="Arial" pitchFamily="34" charset="0"/>
              </a:rPr>
              <a:t>Display Data Graphically with Charts</a:t>
            </a:r>
            <a:br>
              <a:rPr lang="en-US" altLang="en-US" sz="3200" kern="1200" dirty="0">
                <a:solidFill>
                  <a:schemeClr val="tx1"/>
                </a:solidFill>
                <a:latin typeface="Arial Narrow" pitchFamily="34" charset="0"/>
                <a:ea typeface="+mj-ea"/>
                <a:cs typeface="Arial" pitchFamily="34" charset="0"/>
              </a:rPr>
            </a:br>
            <a:endParaRPr lang="en-US" altLang="en-US" sz="3200" kern="1200" dirty="0">
              <a:solidFill>
                <a:schemeClr val="tx1"/>
              </a:solidFill>
              <a:latin typeface="Arial Narrow" pitchFamily="34" charset="0"/>
              <a:ea typeface="+mj-ea"/>
              <a:cs typeface="Arial" pitchFamily="34" charset="0"/>
            </a:endParaRPr>
          </a:p>
        </p:txBody>
      </p:sp>
      <p:sp>
        <p:nvSpPr>
          <p:cNvPr id="37892" name="Rectangle 4"/>
          <p:cNvSpPr>
            <a:spLocks noGrp="1" noChangeArrowheads="1"/>
          </p:cNvSpPr>
          <p:nvPr>
            <p:ph type="body" sz="half" idx="1"/>
          </p:nvPr>
        </p:nvSpPr>
        <p:spPr/>
        <p:txBody>
          <a:bodyPr/>
          <a:lstStyle/>
          <a:p>
            <a:pPr eaLnBrk="1" hangingPunct="1"/>
            <a:r>
              <a:rPr lang="en-US" altLang="en-US" sz="2000" dirty="0" smtClean="0"/>
              <a:t>Business authors can create a chart to graphically present the information. </a:t>
            </a:r>
          </a:p>
          <a:p>
            <a:pPr eaLnBrk="1" hangingPunct="1"/>
            <a:r>
              <a:rPr lang="en-US" altLang="en-US" sz="2000" dirty="0" smtClean="0"/>
              <a:t>Charts are useful for displaying patterns and trends in data.</a:t>
            </a:r>
          </a:p>
        </p:txBody>
      </p:sp>
      <p:sp>
        <p:nvSpPr>
          <p:cNvPr id="37893" name="Rectangle 5"/>
          <p:cNvSpPr>
            <a:spLocks noGrp="1" noChangeArrowheads="1"/>
          </p:cNvSpPr>
          <p:nvPr>
            <p:ph type="body" sz="half" idx="2"/>
          </p:nvPr>
        </p:nvSpPr>
        <p:spPr/>
        <p:txBody>
          <a:bodyPr/>
          <a:lstStyle/>
          <a:p>
            <a:pPr eaLnBrk="1" hangingPunct="1"/>
            <a:endParaRPr lang="en-US" altLang="en-US" sz="2000" smtClean="0"/>
          </a:p>
        </p:txBody>
      </p:sp>
      <p:pic>
        <p:nvPicPr>
          <p:cNvPr id="37894" name="Picture 6" descr="Chart"/>
          <p:cNvPicPr>
            <a:picLocks noChangeAspect="1" noChangeArrowheads="1"/>
          </p:cNvPicPr>
          <p:nvPr/>
        </p:nvPicPr>
        <p:blipFill>
          <a:blip r:embed="rId3"/>
          <a:srcRect/>
          <a:stretch>
            <a:fillRect/>
          </a:stretch>
        </p:blipFill>
        <p:spPr bwMode="auto">
          <a:xfrm>
            <a:off x="4973637" y="1366838"/>
            <a:ext cx="4767263" cy="4411662"/>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67DB6A01-D0BD-402D-9305-775CEFC126F4}" type="slidenum">
              <a:rPr lang="en-US" altLang="en-US"/>
              <a:pPr>
                <a:defRPr/>
              </a:pPr>
              <a:t>28</a:t>
            </a:fld>
            <a:endParaRPr lang="en-US" altLang="en-US"/>
          </a:p>
        </p:txBody>
      </p:sp>
      <p:sp>
        <p:nvSpPr>
          <p:cNvPr id="38915" name="Rectangle 2"/>
          <p:cNvSpPr>
            <a:spLocks noGrp="1" noChangeArrowheads="1"/>
          </p:cNvSpPr>
          <p:nvPr>
            <p:ph type="title"/>
          </p:nvPr>
        </p:nvSpPr>
        <p:spPr/>
        <p:txBody>
          <a:bodyPr/>
          <a:lstStyle/>
          <a:p>
            <a:r>
              <a:rPr lang="en-US" altLang="en-US" sz="3200" dirty="0" smtClean="0">
                <a:solidFill>
                  <a:schemeClr val="tx1"/>
                </a:solidFill>
                <a:cs typeface="Arial" pitchFamily="34" charset="0"/>
              </a:rPr>
              <a:t>Display Data Graphically with Charts -</a:t>
            </a:r>
            <a:r>
              <a:rPr lang="en-US" altLang="en-US" sz="3200" b="1" dirty="0" smtClean="0"/>
              <a:t> </a:t>
            </a:r>
            <a:r>
              <a:rPr lang="en-US" altLang="en-US" sz="3200" dirty="0" smtClean="0">
                <a:solidFill>
                  <a:schemeClr val="tx1"/>
                </a:solidFill>
                <a:cs typeface="Arial" pitchFamily="34" charset="0"/>
              </a:rPr>
              <a:t>Chart Types </a:t>
            </a:r>
            <a:br>
              <a:rPr lang="en-US" altLang="en-US" sz="3200" dirty="0" smtClean="0">
                <a:solidFill>
                  <a:schemeClr val="tx1"/>
                </a:solidFill>
                <a:cs typeface="Arial" pitchFamily="34" charset="0"/>
              </a:rPr>
            </a:br>
            <a:endParaRPr lang="en-US" altLang="en-US" sz="3200" dirty="0" smtClean="0"/>
          </a:p>
        </p:txBody>
      </p:sp>
      <p:pic>
        <p:nvPicPr>
          <p:cNvPr id="38917" name="Picture 4" descr="Chart_Types"/>
          <p:cNvPicPr>
            <a:picLocks noChangeAspect="1" noChangeArrowheads="1"/>
          </p:cNvPicPr>
          <p:nvPr/>
        </p:nvPicPr>
        <p:blipFill>
          <a:blip r:embed="rId3"/>
          <a:srcRect/>
          <a:stretch>
            <a:fillRect/>
          </a:stretch>
        </p:blipFill>
        <p:spPr bwMode="auto">
          <a:xfrm>
            <a:off x="73953" y="1377951"/>
            <a:ext cx="4731414" cy="3422649"/>
          </a:xfrm>
          <a:prstGeom prst="rect">
            <a:avLst/>
          </a:prstGeom>
          <a:noFill/>
          <a:ln w="9525">
            <a:solidFill>
              <a:schemeClr val="tx1"/>
            </a:solidFill>
            <a:miter lim="800000"/>
            <a:headEnd/>
            <a:tailEnd/>
          </a:ln>
        </p:spPr>
      </p:pic>
      <p:pic>
        <p:nvPicPr>
          <p:cNvPr id="38918" name="Picture 5" descr="Chart_Types1"/>
          <p:cNvPicPr>
            <a:picLocks noChangeAspect="1" noChangeArrowheads="1"/>
          </p:cNvPicPr>
          <p:nvPr/>
        </p:nvPicPr>
        <p:blipFill>
          <a:blip r:embed="rId4"/>
          <a:srcRect/>
          <a:stretch>
            <a:fillRect/>
          </a:stretch>
        </p:blipFill>
        <p:spPr bwMode="auto">
          <a:xfrm>
            <a:off x="4876800" y="1676400"/>
            <a:ext cx="4767263" cy="3124200"/>
          </a:xfrm>
          <a:prstGeom prst="rect">
            <a:avLst/>
          </a:prstGeom>
          <a:noFill/>
          <a:ln w="9525">
            <a:solidFill>
              <a:schemeClr val="tx1"/>
            </a:solidFill>
            <a:miter lim="800000"/>
            <a:headEnd/>
            <a:tailEnd/>
          </a:ln>
        </p:spPr>
      </p:pic>
    </p:spTree>
  </p:cSld>
  <p:clrMapOvr>
    <a:masterClrMapping/>
  </p:clrMapOvr>
  <p:transition advClick="0">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363F4D16-8278-4C87-9581-F127705C5779}" type="slidenum">
              <a:rPr lang="en-US" altLang="en-US"/>
              <a:pPr>
                <a:defRPr/>
              </a:pPr>
              <a:t>29</a:t>
            </a:fld>
            <a:endParaRPr lang="en-US" altLang="en-US"/>
          </a:p>
        </p:txBody>
      </p:sp>
      <p:sp>
        <p:nvSpPr>
          <p:cNvPr id="39939" name="Rectangle 2"/>
          <p:cNvSpPr>
            <a:spLocks noGrp="1" noChangeArrowheads="1"/>
          </p:cNvSpPr>
          <p:nvPr>
            <p:ph type="title"/>
          </p:nvPr>
        </p:nvSpPr>
        <p:spPr>
          <a:xfrm>
            <a:off x="228600" y="304800"/>
            <a:ext cx="9126000" cy="369332"/>
          </a:xfrm>
        </p:spPr>
        <p:txBody>
          <a:bodyPr/>
          <a:lstStyle/>
          <a:p>
            <a:r>
              <a:rPr lang="en-US" altLang="en-US" sz="3200" dirty="0" smtClean="0">
                <a:solidFill>
                  <a:schemeClr val="tx1"/>
                </a:solidFill>
                <a:cs typeface="Arial" pitchFamily="34" charset="0"/>
              </a:rPr>
              <a:t>Data Graphically with Charts -</a:t>
            </a:r>
            <a:r>
              <a:rPr lang="en-US" altLang="en-US" sz="3200" b="1" dirty="0" smtClean="0"/>
              <a:t> </a:t>
            </a:r>
            <a:r>
              <a:rPr lang="en-US" altLang="en-US" sz="3200" dirty="0" smtClean="0">
                <a:solidFill>
                  <a:schemeClr val="tx1"/>
                </a:solidFill>
                <a:cs typeface="Arial" pitchFamily="34" charset="0"/>
              </a:rPr>
              <a:t>Chart Types </a:t>
            </a:r>
            <a:br>
              <a:rPr lang="en-US" altLang="en-US" sz="3200" dirty="0" smtClean="0">
                <a:solidFill>
                  <a:schemeClr val="tx1"/>
                </a:solidFill>
                <a:cs typeface="Arial" pitchFamily="34" charset="0"/>
              </a:rPr>
            </a:br>
            <a:endParaRPr lang="en-US" altLang="en-US" sz="3200" dirty="0" smtClean="0"/>
          </a:p>
        </p:txBody>
      </p:sp>
      <p:sp>
        <p:nvSpPr>
          <p:cNvPr id="39940" name="Rectangle 3"/>
          <p:cNvSpPr>
            <a:spLocks noGrp="1" noChangeArrowheads="1"/>
          </p:cNvSpPr>
          <p:nvPr>
            <p:ph type="body" idx="1"/>
          </p:nvPr>
        </p:nvSpPr>
        <p:spPr>
          <a:xfrm>
            <a:off x="495300" y="1295400"/>
            <a:ext cx="4540250" cy="4724400"/>
          </a:xfrm>
        </p:spPr>
        <p:txBody>
          <a:bodyPr/>
          <a:lstStyle/>
          <a:p>
            <a:pPr marL="457200" indent="-457200" eaLnBrk="1" hangingPunct="1"/>
            <a:r>
              <a:rPr lang="en-US" altLang="en-US" dirty="0" smtClean="0"/>
              <a:t>Steps</a:t>
            </a:r>
          </a:p>
          <a:p>
            <a:pPr marL="952500" lvl="1" indent="-381000">
              <a:buFont typeface="Wingdings" pitchFamily="2" charset="2"/>
              <a:buAutoNum type="arabicPeriod"/>
            </a:pPr>
            <a:r>
              <a:rPr lang="en-US" altLang="en-US" sz="1600" dirty="0" smtClean="0"/>
              <a:t>Open the Units Sold report.</a:t>
            </a:r>
          </a:p>
          <a:p>
            <a:pPr marL="952500" lvl="1" indent="-381000">
              <a:buFont typeface="Wingdings" pitchFamily="2" charset="2"/>
              <a:buAutoNum type="arabicPeriod"/>
            </a:pPr>
            <a:r>
              <a:rPr lang="en-US" altLang="en-US" sz="1600" dirty="0" smtClean="0"/>
              <a:t>Click the Chart button on the toolbar.</a:t>
            </a:r>
          </a:p>
          <a:p>
            <a:pPr marL="952500" lvl="1" indent="-381000">
              <a:buFont typeface="Wingdings" pitchFamily="2" charset="2"/>
              <a:buAutoNum type="arabicPeriod"/>
            </a:pPr>
            <a:r>
              <a:rPr lang="en-US" altLang="en-US" sz="1600" dirty="0" smtClean="0"/>
              <a:t>In the Chart type box, click Pie.</a:t>
            </a:r>
          </a:p>
          <a:p>
            <a:pPr marL="952500" lvl="1" indent="-381000">
              <a:buFont typeface="Wingdings" pitchFamily="2" charset="2"/>
              <a:buAutoNum type="arabicPeriod"/>
            </a:pPr>
            <a:r>
              <a:rPr lang="en-US" altLang="en-US" sz="1600" dirty="0" smtClean="0"/>
              <a:t>Click 100% Stacked.</a:t>
            </a:r>
          </a:p>
          <a:p>
            <a:pPr marL="952500" lvl="1" indent="-381000">
              <a:buFont typeface="Wingdings" pitchFamily="2" charset="2"/>
              <a:buAutoNum type="arabicPeriod"/>
            </a:pPr>
            <a:r>
              <a:rPr lang="en-US" altLang="en-US" sz="1600" dirty="0" smtClean="0"/>
              <a:t>Select the Show the values on the chart check box.</a:t>
            </a:r>
          </a:p>
          <a:p>
            <a:pPr marL="952500" lvl="1" indent="-381000">
              <a:buFont typeface="Wingdings" pitchFamily="2" charset="2"/>
              <a:buAutoNum type="arabicPeriod"/>
            </a:pPr>
            <a:r>
              <a:rPr lang="en-US" altLang="en-US" sz="1600" dirty="0" smtClean="0"/>
              <a:t>In Show the following in the report, click Chart only, and then click OK</a:t>
            </a:r>
          </a:p>
          <a:p>
            <a:pPr marL="952500" lvl="1" indent="-381000">
              <a:buFont typeface="Wingdings" pitchFamily="2" charset="2"/>
              <a:buAutoNum type="arabicPeriod"/>
            </a:pPr>
            <a:r>
              <a:rPr lang="en-US" altLang="en-US" sz="1600" dirty="0" smtClean="0"/>
              <a:t>Click the save as button on the toolbar.</a:t>
            </a:r>
          </a:p>
          <a:p>
            <a:pPr marL="952500" lvl="1" indent="-381000">
              <a:buFont typeface="Wingdings" pitchFamily="2" charset="2"/>
              <a:buAutoNum type="arabicPeriod"/>
            </a:pPr>
            <a:r>
              <a:rPr lang="en-US" altLang="en-US" sz="1600" dirty="0" smtClean="0"/>
              <a:t>In the Name box, type Units Sold Pie.</a:t>
            </a:r>
          </a:p>
          <a:p>
            <a:pPr marL="952500" lvl="1" indent="-381000">
              <a:buFont typeface="Wingdings" pitchFamily="2" charset="2"/>
              <a:buAutoNum type="arabicPeriod"/>
            </a:pPr>
            <a:r>
              <a:rPr lang="en-US" altLang="en-US" sz="1600" dirty="0" smtClean="0"/>
              <a:t>Leave the destination folder as Team Content, and then click OK.</a:t>
            </a:r>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39944"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40008"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40009"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0010"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40011"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40012"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39997"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98"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99"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0"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1"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2"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3"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4"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5"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6"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0007"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39988"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39992"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39993"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39994"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95"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96"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39991"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39981"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82"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39983"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39984"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39985"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39986"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39987"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39948"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49"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50"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39973"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74"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75"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76"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9977"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9978"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39971"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72"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39954"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39955"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56"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9957"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58"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59"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39960"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39961"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2"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3"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4"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39965"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6"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7"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8"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69"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39970"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39943"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8FB10799-1948-4651-BF70-69CC279DF143}" type="slidenum">
              <a:rPr lang="en-US" altLang="en-US"/>
              <a:pPr>
                <a:defRPr/>
              </a:pPr>
              <a:t>30</a:t>
            </a:fld>
            <a:endParaRPr lang="en-US" altLang="en-US"/>
          </a:p>
        </p:txBody>
      </p:sp>
      <p:sp>
        <p:nvSpPr>
          <p:cNvPr id="43011" name="Rectangle 2"/>
          <p:cNvSpPr>
            <a:spLocks noGrp="1" noChangeArrowheads="1"/>
          </p:cNvSpPr>
          <p:nvPr>
            <p:ph type="title"/>
          </p:nvPr>
        </p:nvSpPr>
        <p:spPr/>
        <p:txBody>
          <a:bodyPr/>
          <a:lstStyle/>
          <a:p>
            <a:pPr eaLnBrk="1" hangingPunct="1"/>
            <a:r>
              <a:rPr lang="en-US" altLang="en-US" sz="3200" dirty="0" smtClean="0">
                <a:cs typeface="Arial" pitchFamily="34" charset="0"/>
              </a:rPr>
              <a:t>Custom Groups</a:t>
            </a:r>
          </a:p>
        </p:txBody>
      </p:sp>
      <p:sp>
        <p:nvSpPr>
          <p:cNvPr id="43012" name="Rectangle 3"/>
          <p:cNvSpPr>
            <a:spLocks noGrp="1" noChangeArrowheads="1"/>
          </p:cNvSpPr>
          <p:nvPr>
            <p:ph type="body" sz="half" idx="1"/>
          </p:nvPr>
        </p:nvSpPr>
        <p:spPr>
          <a:xfrm>
            <a:off x="495300" y="1371600"/>
            <a:ext cx="5035550" cy="4648200"/>
          </a:xfrm>
        </p:spPr>
        <p:txBody>
          <a:bodyPr/>
          <a:lstStyle/>
          <a:p>
            <a:pPr eaLnBrk="1" hangingPunct="1"/>
            <a:r>
              <a:rPr lang="en-US" altLang="en-US" sz="2000" dirty="0" smtClean="0"/>
              <a:t>Custom Groups are created to produce a new report item containing values that are meaningful to you. </a:t>
            </a:r>
          </a:p>
          <a:p>
            <a:pPr eaLnBrk="1" hangingPunct="1"/>
            <a:r>
              <a:rPr lang="en-US" altLang="en-US" sz="2000" dirty="0" smtClean="0"/>
              <a:t>Use Custom Groups to convert a list of numeric results into broader categories.</a:t>
            </a:r>
          </a:p>
          <a:p>
            <a:pPr eaLnBrk="1" hangingPunct="1">
              <a:buFontTx/>
              <a:buNone/>
            </a:pPr>
            <a:r>
              <a:rPr lang="en-US" altLang="en-US" sz="2000" dirty="0" smtClean="0"/>
              <a:t>	</a:t>
            </a:r>
            <a:r>
              <a:rPr lang="en-US" altLang="en-US" sz="2000" b="1" dirty="0" smtClean="0"/>
              <a:t>For example:</a:t>
            </a:r>
            <a:r>
              <a:rPr lang="en-US" altLang="en-US" sz="2000" dirty="0" smtClean="0"/>
              <a:t> Break down sales results into Low, Medium, and High.</a:t>
            </a:r>
          </a:p>
        </p:txBody>
      </p:sp>
      <p:pic>
        <p:nvPicPr>
          <p:cNvPr id="43013" name="Picture 5" descr="Custom_Group"/>
          <p:cNvPicPr>
            <a:picLocks noGrp="1" noChangeAspect="1" noChangeArrowheads="1"/>
          </p:cNvPicPr>
          <p:nvPr>
            <p:ph type="body" sz="half" idx="2"/>
          </p:nvPr>
        </p:nvPicPr>
        <p:blipFill>
          <a:blip r:embed="rId3"/>
          <a:srcRect/>
          <a:stretch>
            <a:fillRect/>
          </a:stretch>
        </p:blipFill>
        <p:spPr>
          <a:xfrm>
            <a:off x="5881687" y="1571626"/>
            <a:ext cx="3694113" cy="2009775"/>
          </a:xfr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47433D99-366C-4976-B093-70D494825900}" type="slidenum">
              <a:rPr lang="en-US" altLang="en-US"/>
              <a:pPr>
                <a:defRPr/>
              </a:pPr>
              <a:t>31</a:t>
            </a:fld>
            <a:endParaRPr lang="en-US" altLang="en-US"/>
          </a:p>
        </p:txBody>
      </p:sp>
      <p:sp>
        <p:nvSpPr>
          <p:cNvPr id="44035" name="Rectangle 2"/>
          <p:cNvSpPr>
            <a:spLocks noGrp="1" noChangeArrowheads="1"/>
          </p:cNvSpPr>
          <p:nvPr>
            <p:ph type="title"/>
          </p:nvPr>
        </p:nvSpPr>
        <p:spPr/>
        <p:txBody>
          <a:bodyPr/>
          <a:lstStyle/>
          <a:p>
            <a:pPr eaLnBrk="1" hangingPunct="1"/>
            <a:r>
              <a:rPr lang="en-US" altLang="en-US" sz="3200" dirty="0" smtClean="0">
                <a:solidFill>
                  <a:schemeClr val="tx1"/>
                </a:solidFill>
                <a:cs typeface="Arial" pitchFamily="34" charset="0"/>
              </a:rPr>
              <a:t>Custom Groups -Demonstration: Create a Custom Group</a:t>
            </a:r>
            <a:br>
              <a:rPr lang="en-US" altLang="en-US" sz="3200" dirty="0" smtClean="0">
                <a:solidFill>
                  <a:schemeClr val="tx1"/>
                </a:solidFill>
                <a:cs typeface="Arial" pitchFamily="34" charset="0"/>
              </a:rPr>
            </a:br>
            <a:endParaRPr lang="en-US" altLang="en-US" sz="3200" dirty="0" smtClean="0">
              <a:solidFill>
                <a:schemeClr val="tx1"/>
              </a:solidFill>
              <a:cs typeface="Arial" pitchFamily="34" charset="0"/>
            </a:endParaRPr>
          </a:p>
        </p:txBody>
      </p:sp>
      <p:sp>
        <p:nvSpPr>
          <p:cNvPr id="44036" name="Rectangle 3"/>
          <p:cNvSpPr>
            <a:spLocks noGrp="1" noChangeArrowheads="1"/>
          </p:cNvSpPr>
          <p:nvPr>
            <p:ph type="body" idx="1"/>
          </p:nvPr>
        </p:nvSpPr>
        <p:spPr>
          <a:xfrm>
            <a:off x="533400" y="1371600"/>
            <a:ext cx="4540250" cy="4343400"/>
          </a:xfrm>
        </p:spPr>
        <p:txBody>
          <a:bodyPr/>
          <a:lstStyle/>
          <a:p>
            <a:pPr marL="457200" indent="-457200" eaLnBrk="1" hangingPunct="1"/>
            <a:r>
              <a:rPr lang="en-US" altLang="en-US" dirty="0" smtClean="0"/>
              <a:t>Steps:</a:t>
            </a:r>
          </a:p>
          <a:p>
            <a:pPr marL="952500" lvl="1" indent="-381000">
              <a:buFont typeface="Wingdings" pitchFamily="2" charset="2"/>
              <a:buAutoNum type="arabicPeriod"/>
            </a:pPr>
            <a:r>
              <a:rPr lang="en-US" altLang="en-US" dirty="0" smtClean="0"/>
              <a:t>Open the Grouped Units Sold report.</a:t>
            </a:r>
          </a:p>
          <a:p>
            <a:pPr marL="952500" lvl="1" indent="-381000">
              <a:buFont typeface="Wingdings" pitchFamily="2" charset="2"/>
              <a:buAutoNum type="arabicPeriod"/>
            </a:pPr>
            <a:r>
              <a:rPr lang="en-US" altLang="en-US" dirty="0" smtClean="0"/>
              <a:t>Click the heading of the Country column.</a:t>
            </a:r>
          </a:p>
          <a:p>
            <a:pPr marL="952500" lvl="1" indent="-381000">
              <a:buFont typeface="Wingdings" pitchFamily="2" charset="2"/>
              <a:buAutoNum type="arabicPeriod"/>
            </a:pPr>
            <a:r>
              <a:rPr lang="en-US" altLang="en-US" dirty="0" smtClean="0"/>
              <a:t>From the Edit Data menu, click Define Custom Groups.</a:t>
            </a:r>
          </a:p>
          <a:p>
            <a:pPr marL="952500" lvl="1" indent="-381000">
              <a:buFont typeface="Wingdings" pitchFamily="2" charset="2"/>
              <a:buAutoNum type="arabicPeriod"/>
            </a:pPr>
            <a:r>
              <a:rPr lang="en-US" altLang="en-US" dirty="0" smtClean="0"/>
              <a:t>In the New group name box, type North America.</a:t>
            </a:r>
          </a:p>
          <a:p>
            <a:pPr marL="952500" lvl="1" indent="-381000">
              <a:buFont typeface="Wingdings" pitchFamily="2" charset="2"/>
              <a:buAutoNum type="arabicPeriod"/>
            </a:pPr>
            <a:r>
              <a:rPr lang="en-US" altLang="en-US" dirty="0" smtClean="0"/>
              <a:t>Click the down arrow link to add it to the Custom groups box.</a:t>
            </a:r>
          </a:p>
          <a:p>
            <a:pPr marL="952500" lvl="1" indent="-381000">
              <a:buFont typeface="Wingdings" pitchFamily="2" charset="2"/>
              <a:buAutoNum type="arabicPeriod"/>
            </a:pPr>
            <a:r>
              <a:rPr lang="en-US" altLang="en-US" dirty="0" smtClean="0"/>
              <a:t>In the Available values box, click Canada.</a:t>
            </a:r>
          </a:p>
          <a:p>
            <a:pPr marL="952500" lvl="1" indent="-381000">
              <a:buFont typeface="Wingdings" pitchFamily="2" charset="2"/>
              <a:buAutoNum type="arabicPeriod"/>
            </a:pPr>
            <a:endParaRPr lang="en-US" altLang="en-US" dirty="0" smtClean="0"/>
          </a:p>
          <a:p>
            <a:pPr marL="952500" lvl="1" indent="-381000">
              <a:buFont typeface="Wingdings" pitchFamily="2" charset="2"/>
              <a:buAutoNum type="arabicPeriod"/>
            </a:pPr>
            <a:endParaRPr lang="en-US" altLang="en-US" dirty="0" smtClean="0"/>
          </a:p>
          <a:p>
            <a:pPr marL="952500" lvl="1" indent="-381000">
              <a:buFont typeface="Wingdings" pitchFamily="2" charset="2"/>
              <a:buAutoNum type="arabicPeriod"/>
            </a:pPr>
            <a:endParaRPr lang="en-US" altLang="en-US" dirty="0" smtClean="0"/>
          </a:p>
          <a:p>
            <a:pPr marL="952500" lvl="1" indent="-381000">
              <a:buFont typeface="Wingdings" pitchFamily="2" charset="2"/>
              <a:buAutoNum type="arabicPeriod"/>
            </a:pPr>
            <a:endParaRPr lang="en-US" altLang="en-US" dirty="0" smtClean="0"/>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44040"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44104"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44105"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106"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44107"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44108"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44093"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94"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95"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096"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097"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098"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099"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100"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101"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102"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103"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44084"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44088"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44089"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44090"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91"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92"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44087"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44077"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78"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44079"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4080"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44081"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44082"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44083"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44044"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45"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46"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44069"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70"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71"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72"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4073"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4074"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44067"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68"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44050"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44051"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52"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4053"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54"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55"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4056"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44057"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58"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59"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60"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4061"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62"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63"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64"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65"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4066"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44039"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256A60B8-5BB3-4078-8119-2B0E306989F8}" type="slidenum">
              <a:rPr lang="en-US" altLang="en-US"/>
              <a:pPr>
                <a:defRPr/>
              </a:pPr>
              <a:t>32</a:t>
            </a:fld>
            <a:endParaRPr lang="en-US" altLang="en-US"/>
          </a:p>
        </p:txBody>
      </p:sp>
      <p:sp>
        <p:nvSpPr>
          <p:cNvPr id="46083" name="Rectangle 2"/>
          <p:cNvSpPr>
            <a:spLocks noGrp="1" noChangeArrowheads="1"/>
          </p:cNvSpPr>
          <p:nvPr>
            <p:ph type="title"/>
          </p:nvPr>
        </p:nvSpPr>
        <p:spPr/>
        <p:txBody>
          <a:bodyPr/>
          <a:lstStyle/>
          <a:p>
            <a:r>
              <a:rPr lang="en-US" altLang="en-US" sz="3200" dirty="0" smtClean="0">
                <a:solidFill>
                  <a:schemeClr val="tx1"/>
                </a:solidFill>
                <a:cs typeface="Arial" pitchFamily="34" charset="0"/>
              </a:rPr>
              <a:t>Custom Groups -Demonstration: Create a Custom Group</a:t>
            </a:r>
            <a:br>
              <a:rPr lang="en-US" altLang="en-US" sz="3200" dirty="0" smtClean="0">
                <a:solidFill>
                  <a:schemeClr val="tx1"/>
                </a:solidFill>
                <a:cs typeface="Arial" pitchFamily="34" charset="0"/>
              </a:rPr>
            </a:br>
            <a:endParaRPr lang="en-US" altLang="en-US" sz="3200" dirty="0" smtClean="0"/>
          </a:p>
        </p:txBody>
      </p:sp>
      <p:sp>
        <p:nvSpPr>
          <p:cNvPr id="46084" name="Rectangle 3"/>
          <p:cNvSpPr>
            <a:spLocks noGrp="1" noChangeArrowheads="1"/>
          </p:cNvSpPr>
          <p:nvPr>
            <p:ph type="body" idx="1"/>
          </p:nvPr>
        </p:nvSpPr>
        <p:spPr>
          <a:xfrm>
            <a:off x="495300" y="1295400"/>
            <a:ext cx="4540250" cy="4724400"/>
          </a:xfrm>
        </p:spPr>
        <p:txBody>
          <a:bodyPr/>
          <a:lstStyle/>
          <a:p>
            <a:pPr marL="457200" indent="-457200" eaLnBrk="1" hangingPunct="1"/>
            <a:r>
              <a:rPr lang="en-US" altLang="en-US" dirty="0" smtClean="0"/>
              <a:t>Steps:</a:t>
            </a:r>
          </a:p>
          <a:p>
            <a:pPr marL="952500" lvl="1" indent="-381000">
              <a:buFont typeface="Wingdings" pitchFamily="2" charset="2"/>
              <a:buAutoNum type="arabicPeriod" startAt="7"/>
            </a:pPr>
            <a:r>
              <a:rPr lang="en-US" altLang="en-US" dirty="0" smtClean="0"/>
              <a:t>Click the left arrow link to add it to the Custom group values box.  This creates a new custom group named Others that includes all values that do not belong to the custom group North America.</a:t>
            </a:r>
          </a:p>
          <a:p>
            <a:pPr marL="952500" lvl="1" indent="-381000">
              <a:buFont typeface="Wingdings" pitchFamily="2" charset="2"/>
              <a:buAutoNum type="arabicPeriod" startAt="7"/>
            </a:pPr>
            <a:r>
              <a:rPr lang="en-US" altLang="en-US" dirty="0" smtClean="0"/>
              <a:t>Click Insert. A new column Country (Custom) is displayed, containing the value North America.</a:t>
            </a:r>
          </a:p>
          <a:p>
            <a:pPr marL="952500" lvl="1" indent="-381000">
              <a:buFont typeface="Wingdings" pitchFamily="2" charset="2"/>
              <a:buAutoNum type="arabicPeriod" startAt="7"/>
            </a:pPr>
            <a:r>
              <a:rPr lang="en-US" altLang="en-US" dirty="0" smtClean="0"/>
              <a:t>Click the Save as button on the toolbar.</a:t>
            </a:r>
          </a:p>
          <a:p>
            <a:pPr marL="952500" lvl="1" indent="-381000">
              <a:buFont typeface="Wingdings" pitchFamily="2" charset="2"/>
              <a:buAutoNum type="arabicPeriod" startAt="7"/>
            </a:pPr>
            <a:r>
              <a:rPr lang="en-US" altLang="en-US" dirty="0" smtClean="0"/>
              <a:t>In the Name box, type Custom Group Example.</a:t>
            </a:r>
          </a:p>
          <a:p>
            <a:pPr marL="952500" lvl="1" indent="-381000">
              <a:buFont typeface="Wingdings" pitchFamily="2" charset="2"/>
              <a:buAutoNum type="arabicPeriod" startAt="7"/>
            </a:pPr>
            <a:r>
              <a:rPr lang="en-US" altLang="en-US" dirty="0" smtClean="0"/>
              <a:t>Leave the destination folder as Team Content, and click OK.</a:t>
            </a:r>
          </a:p>
        </p:txBody>
      </p:sp>
      <p:grpSp>
        <p:nvGrpSpPr>
          <p:cNvPr id="2" name="Group 4"/>
          <p:cNvGrpSpPr>
            <a:grpSpLocks/>
          </p:cNvGrpSpPr>
          <p:nvPr/>
        </p:nvGrpSpPr>
        <p:grpSpPr bwMode="auto">
          <a:xfrm>
            <a:off x="5364031" y="1485900"/>
            <a:ext cx="4211769" cy="2552700"/>
            <a:chOff x="456" y="888"/>
            <a:chExt cx="4233" cy="2617"/>
          </a:xfrm>
        </p:grpSpPr>
        <p:grpSp>
          <p:nvGrpSpPr>
            <p:cNvPr id="3" name="Group 5"/>
            <p:cNvGrpSpPr>
              <a:grpSpLocks/>
            </p:cNvGrpSpPr>
            <p:nvPr/>
          </p:nvGrpSpPr>
          <p:grpSpPr bwMode="auto">
            <a:xfrm>
              <a:off x="515" y="1017"/>
              <a:ext cx="4049" cy="2402"/>
              <a:chOff x="781" y="1008"/>
              <a:chExt cx="4107" cy="2525"/>
            </a:xfrm>
          </p:grpSpPr>
          <p:sp>
            <p:nvSpPr>
              <p:cNvPr id="46088" name="Rectangle 6"/>
              <p:cNvSpPr>
                <a:spLocks noChangeArrowheads="1"/>
              </p:cNvSpPr>
              <p:nvPr/>
            </p:nvSpPr>
            <p:spPr bwMode="auto">
              <a:xfrm>
                <a:off x="864" y="1008"/>
                <a:ext cx="4024" cy="2525"/>
              </a:xfrm>
              <a:prstGeom prst="rect">
                <a:avLst/>
              </a:prstGeom>
              <a:solidFill>
                <a:srgbClr val="8CF4EA"/>
              </a:solidFill>
              <a:ln w="12700">
                <a:solidFill>
                  <a:srgbClr val="408585"/>
                </a:solidFill>
                <a:miter lim="800000"/>
                <a:headEnd/>
                <a:tailEnd/>
              </a:ln>
              <a:effectLst/>
            </p:spPr>
            <p:txBody>
              <a:bodyPr wrap="none" anchor="ctr"/>
              <a:lstStyle/>
              <a:p>
                <a:endParaRPr lang="en-US"/>
              </a:p>
            </p:txBody>
          </p:sp>
          <p:grpSp>
            <p:nvGrpSpPr>
              <p:cNvPr id="4" name="Group 7"/>
              <p:cNvGrpSpPr>
                <a:grpSpLocks/>
              </p:cNvGrpSpPr>
              <p:nvPr/>
            </p:nvGrpSpPr>
            <p:grpSpPr bwMode="auto">
              <a:xfrm>
                <a:off x="2641" y="1963"/>
                <a:ext cx="796" cy="355"/>
                <a:chOff x="2624" y="1896"/>
                <a:chExt cx="796" cy="355"/>
              </a:xfrm>
            </p:grpSpPr>
            <p:sp>
              <p:nvSpPr>
                <p:cNvPr id="46152" name="Freeform 8"/>
                <p:cNvSpPr>
                  <a:spLocks/>
                </p:cNvSpPr>
                <p:nvPr/>
              </p:nvSpPr>
              <p:spPr bwMode="auto">
                <a:xfrm>
                  <a:off x="2624" y="1896"/>
                  <a:ext cx="466" cy="267"/>
                </a:xfrm>
                <a:custGeom>
                  <a:avLst/>
                  <a:gdLst>
                    <a:gd name="T0" fmla="*/ 0 w 466"/>
                    <a:gd name="T1" fmla="*/ 120 h 267"/>
                    <a:gd name="T2" fmla="*/ 202 w 466"/>
                    <a:gd name="T3" fmla="*/ 24 h 267"/>
                    <a:gd name="T4" fmla="*/ 364 w 466"/>
                    <a:gd name="T5" fmla="*/ 30 h 267"/>
                    <a:gd name="T6" fmla="*/ 280 w 466"/>
                    <a:gd name="T7" fmla="*/ 204 h 267"/>
                    <a:gd name="T8" fmla="*/ 400 w 466"/>
                    <a:gd name="T9" fmla="*/ 234 h 267"/>
                    <a:gd name="T10" fmla="*/ 466 w 466"/>
                    <a:gd name="T11" fmla="*/ 210 h 2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6" h="267">
                      <a:moveTo>
                        <a:pt x="0" y="120"/>
                      </a:moveTo>
                      <a:cubicBezTo>
                        <a:pt x="29" y="108"/>
                        <a:pt x="144" y="40"/>
                        <a:pt x="202" y="24"/>
                      </a:cubicBezTo>
                      <a:cubicBezTo>
                        <a:pt x="260" y="8"/>
                        <a:pt x="351" y="0"/>
                        <a:pt x="364" y="30"/>
                      </a:cubicBezTo>
                      <a:cubicBezTo>
                        <a:pt x="377" y="60"/>
                        <a:pt x="274" y="170"/>
                        <a:pt x="280" y="204"/>
                      </a:cubicBezTo>
                      <a:cubicBezTo>
                        <a:pt x="293" y="267"/>
                        <a:pt x="330" y="238"/>
                        <a:pt x="400" y="234"/>
                      </a:cubicBezTo>
                      <a:cubicBezTo>
                        <a:pt x="426" y="229"/>
                        <a:pt x="447" y="229"/>
                        <a:pt x="466" y="210"/>
                      </a:cubicBezTo>
                    </a:path>
                  </a:pathLst>
                </a:custGeom>
                <a:no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46153" name="Freeform 9"/>
                <p:cNvSpPr>
                  <a:spLocks/>
                </p:cNvSpPr>
                <p:nvPr/>
              </p:nvSpPr>
              <p:spPr bwMode="auto">
                <a:xfrm>
                  <a:off x="3044" y="2040"/>
                  <a:ext cx="376" cy="211"/>
                </a:xfrm>
                <a:custGeom>
                  <a:avLst/>
                  <a:gdLst>
                    <a:gd name="T0" fmla="*/ 10 w 376"/>
                    <a:gd name="T1" fmla="*/ 138 h 211"/>
                    <a:gd name="T2" fmla="*/ 46 w 376"/>
                    <a:gd name="T3" fmla="*/ 30 h 211"/>
                    <a:gd name="T4" fmla="*/ 286 w 376"/>
                    <a:gd name="T5" fmla="*/ 0 h 211"/>
                    <a:gd name="T6" fmla="*/ 364 w 376"/>
                    <a:gd name="T7" fmla="*/ 24 h 211"/>
                    <a:gd name="T8" fmla="*/ 376 w 376"/>
                    <a:gd name="T9" fmla="*/ 84 h 211"/>
                    <a:gd name="T10" fmla="*/ 328 w 376"/>
                    <a:gd name="T11" fmla="*/ 192 h 211"/>
                    <a:gd name="T12" fmla="*/ 208 w 376"/>
                    <a:gd name="T13" fmla="*/ 198 h 211"/>
                    <a:gd name="T14" fmla="*/ 118 w 376"/>
                    <a:gd name="T15" fmla="*/ 168 h 211"/>
                    <a:gd name="T16" fmla="*/ 34 w 376"/>
                    <a:gd name="T17" fmla="*/ 180 h 211"/>
                    <a:gd name="T18" fmla="*/ 10 w 376"/>
                    <a:gd name="T19" fmla="*/ 138 h 2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6" h="211">
                      <a:moveTo>
                        <a:pt x="10" y="138"/>
                      </a:moveTo>
                      <a:cubicBezTo>
                        <a:pt x="12" y="113"/>
                        <a:pt x="0" y="53"/>
                        <a:pt x="46" y="30"/>
                      </a:cubicBezTo>
                      <a:cubicBezTo>
                        <a:pt x="92" y="7"/>
                        <a:pt x="233" y="1"/>
                        <a:pt x="286" y="0"/>
                      </a:cubicBezTo>
                      <a:lnTo>
                        <a:pt x="364" y="24"/>
                      </a:lnTo>
                      <a:lnTo>
                        <a:pt x="376" y="84"/>
                      </a:lnTo>
                      <a:cubicBezTo>
                        <a:pt x="370" y="112"/>
                        <a:pt x="356" y="173"/>
                        <a:pt x="328" y="192"/>
                      </a:cubicBezTo>
                      <a:cubicBezTo>
                        <a:pt x="300" y="211"/>
                        <a:pt x="243" y="202"/>
                        <a:pt x="208" y="198"/>
                      </a:cubicBezTo>
                      <a:cubicBezTo>
                        <a:pt x="173" y="194"/>
                        <a:pt x="147" y="171"/>
                        <a:pt x="118" y="168"/>
                      </a:cubicBezTo>
                      <a:cubicBezTo>
                        <a:pt x="89" y="165"/>
                        <a:pt x="52" y="185"/>
                        <a:pt x="34" y="180"/>
                      </a:cubicBezTo>
                      <a:cubicBezTo>
                        <a:pt x="16" y="175"/>
                        <a:pt x="8" y="163"/>
                        <a:pt x="10" y="138"/>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54" name="Line 10"/>
                <p:cNvSpPr>
                  <a:spLocks noChangeShapeType="1"/>
                </p:cNvSpPr>
                <p:nvPr/>
              </p:nvSpPr>
              <p:spPr bwMode="auto">
                <a:xfrm flipH="1">
                  <a:off x="3138" y="2094"/>
                  <a:ext cx="72" cy="108"/>
                </a:xfrm>
                <a:prstGeom prst="line">
                  <a:avLst/>
                </a:prstGeom>
                <a:noFill/>
                <a:ln w="38100">
                  <a:solidFill>
                    <a:schemeClr val="tx1"/>
                  </a:solidFill>
                  <a:round/>
                  <a:headEnd/>
                  <a:tailEnd/>
                </a:ln>
                <a:effectLst/>
              </p:spPr>
              <p:txBody>
                <a:bodyPr wrap="none" anchor="ctr"/>
                <a:lstStyle/>
                <a:p>
                  <a:endParaRPr lang="en-US"/>
                </a:p>
              </p:txBody>
            </p:sp>
            <p:sp>
              <p:nvSpPr>
                <p:cNvPr id="46155" name="Line 11"/>
                <p:cNvSpPr>
                  <a:spLocks noChangeShapeType="1"/>
                </p:cNvSpPr>
                <p:nvPr/>
              </p:nvSpPr>
              <p:spPr bwMode="auto">
                <a:xfrm flipH="1" flipV="1">
                  <a:off x="3114" y="2130"/>
                  <a:ext cx="66" cy="6"/>
                </a:xfrm>
                <a:prstGeom prst="line">
                  <a:avLst/>
                </a:prstGeom>
                <a:noFill/>
                <a:ln w="38100">
                  <a:solidFill>
                    <a:schemeClr val="tx1"/>
                  </a:solidFill>
                  <a:round/>
                  <a:headEnd/>
                  <a:tailEnd/>
                </a:ln>
                <a:effectLst/>
              </p:spPr>
              <p:txBody>
                <a:bodyPr wrap="none" anchor="ctr"/>
                <a:lstStyle/>
                <a:p>
                  <a:endParaRPr lang="en-US"/>
                </a:p>
              </p:txBody>
            </p:sp>
            <p:sp>
              <p:nvSpPr>
                <p:cNvPr id="46156" name="Freeform 12"/>
                <p:cNvSpPr>
                  <a:spLocks/>
                </p:cNvSpPr>
                <p:nvPr/>
              </p:nvSpPr>
              <p:spPr bwMode="auto">
                <a:xfrm>
                  <a:off x="3224" y="2120"/>
                  <a:ext cx="152" cy="96"/>
                </a:xfrm>
                <a:custGeom>
                  <a:avLst/>
                  <a:gdLst>
                    <a:gd name="T0" fmla="*/ 0 w 152"/>
                    <a:gd name="T1" fmla="*/ 28 h 96"/>
                    <a:gd name="T2" fmla="*/ 100 w 152"/>
                    <a:gd name="T3" fmla="*/ 40 h 96"/>
                    <a:gd name="T4" fmla="*/ 140 w 152"/>
                    <a:gd name="T5" fmla="*/ 0 h 96"/>
                    <a:gd name="T6" fmla="*/ 152 w 152"/>
                    <a:gd name="T7" fmla="*/ 44 h 96"/>
                    <a:gd name="T8" fmla="*/ 112 w 152"/>
                    <a:gd name="T9" fmla="*/ 96 h 96"/>
                    <a:gd name="T10" fmla="*/ 24 w 152"/>
                    <a:gd name="T11" fmla="*/ 80 h 96"/>
                    <a:gd name="T12" fmla="*/ 0 w 152"/>
                    <a:gd name="T13" fmla="*/ 28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96">
                      <a:moveTo>
                        <a:pt x="0" y="28"/>
                      </a:moveTo>
                      <a:lnTo>
                        <a:pt x="100" y="40"/>
                      </a:lnTo>
                      <a:lnTo>
                        <a:pt x="140" y="0"/>
                      </a:lnTo>
                      <a:lnTo>
                        <a:pt x="152" y="44"/>
                      </a:lnTo>
                      <a:lnTo>
                        <a:pt x="112" y="96"/>
                      </a:lnTo>
                      <a:lnTo>
                        <a:pt x="24" y="80"/>
                      </a:lnTo>
                      <a:lnTo>
                        <a:pt x="0" y="28"/>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grpSp>
          <p:grpSp>
            <p:nvGrpSpPr>
              <p:cNvPr id="5" name="Group 13"/>
              <p:cNvGrpSpPr>
                <a:grpSpLocks/>
              </p:cNvGrpSpPr>
              <p:nvPr/>
            </p:nvGrpSpPr>
            <p:grpSpPr bwMode="auto">
              <a:xfrm>
                <a:off x="2196" y="2406"/>
                <a:ext cx="996" cy="690"/>
                <a:chOff x="2074" y="2432"/>
                <a:chExt cx="996" cy="690"/>
              </a:xfrm>
            </p:grpSpPr>
            <p:sp>
              <p:nvSpPr>
                <p:cNvPr id="46141" name="Freeform 14"/>
                <p:cNvSpPr>
                  <a:spLocks/>
                </p:cNvSpPr>
                <p:nvPr/>
              </p:nvSpPr>
              <p:spPr bwMode="auto">
                <a:xfrm>
                  <a:off x="2074" y="2432"/>
                  <a:ext cx="996" cy="690"/>
                </a:xfrm>
                <a:custGeom>
                  <a:avLst/>
                  <a:gdLst>
                    <a:gd name="T0" fmla="*/ 12 w 996"/>
                    <a:gd name="T1" fmla="*/ 246 h 690"/>
                    <a:gd name="T2" fmla="*/ 720 w 996"/>
                    <a:gd name="T3" fmla="*/ 0 h 690"/>
                    <a:gd name="T4" fmla="*/ 996 w 996"/>
                    <a:gd name="T5" fmla="*/ 168 h 690"/>
                    <a:gd name="T6" fmla="*/ 972 w 996"/>
                    <a:gd name="T7" fmla="*/ 300 h 690"/>
                    <a:gd name="T8" fmla="*/ 126 w 996"/>
                    <a:gd name="T9" fmla="*/ 690 h 690"/>
                    <a:gd name="T10" fmla="*/ 0 w 996"/>
                    <a:gd name="T11" fmla="*/ 594 h 690"/>
                    <a:gd name="T12" fmla="*/ 12 w 996"/>
                    <a:gd name="T13" fmla="*/ 246 h 6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6" h="690">
                      <a:moveTo>
                        <a:pt x="12" y="246"/>
                      </a:moveTo>
                      <a:lnTo>
                        <a:pt x="720" y="0"/>
                      </a:lnTo>
                      <a:lnTo>
                        <a:pt x="996" y="168"/>
                      </a:lnTo>
                      <a:lnTo>
                        <a:pt x="972" y="300"/>
                      </a:lnTo>
                      <a:lnTo>
                        <a:pt x="126" y="690"/>
                      </a:lnTo>
                      <a:lnTo>
                        <a:pt x="0" y="594"/>
                      </a:lnTo>
                      <a:lnTo>
                        <a:pt x="12" y="246"/>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42" name="Freeform 15"/>
                <p:cNvSpPr>
                  <a:spLocks/>
                </p:cNvSpPr>
                <p:nvPr/>
              </p:nvSpPr>
              <p:spPr bwMode="auto">
                <a:xfrm>
                  <a:off x="2076" y="2606"/>
                  <a:ext cx="976" cy="414"/>
                </a:xfrm>
                <a:custGeom>
                  <a:avLst/>
                  <a:gdLst>
                    <a:gd name="T0" fmla="*/ 976 w 976"/>
                    <a:gd name="T1" fmla="*/ 0 h 414"/>
                    <a:gd name="T2" fmla="*/ 0 w 976"/>
                    <a:gd name="T3" fmla="*/ 414 h 414"/>
                    <a:gd name="T4" fmla="*/ 0 60000 65536"/>
                    <a:gd name="T5" fmla="*/ 0 60000 65536"/>
                  </a:gdLst>
                  <a:ahLst/>
                  <a:cxnLst>
                    <a:cxn ang="T4">
                      <a:pos x="T0" y="T1"/>
                    </a:cxn>
                    <a:cxn ang="T5">
                      <a:pos x="T2" y="T3"/>
                    </a:cxn>
                  </a:cxnLst>
                  <a:rect l="0" t="0" r="r" b="b"/>
                  <a:pathLst>
                    <a:path w="976" h="414">
                      <a:moveTo>
                        <a:pt x="976" y="0"/>
                      </a:moveTo>
                      <a:lnTo>
                        <a:pt x="0" y="414"/>
                      </a:lnTo>
                    </a:path>
                  </a:pathLst>
                </a:custGeom>
                <a:no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43" name="Freeform 16"/>
                <p:cNvSpPr>
                  <a:spLocks/>
                </p:cNvSpPr>
                <p:nvPr/>
              </p:nvSpPr>
              <p:spPr bwMode="auto">
                <a:xfrm>
                  <a:off x="2146" y="2690"/>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44" name="Freeform 17"/>
                <p:cNvSpPr>
                  <a:spLocks/>
                </p:cNvSpPr>
                <p:nvPr/>
              </p:nvSpPr>
              <p:spPr bwMode="auto">
                <a:xfrm>
                  <a:off x="2344" y="2618"/>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45" name="Freeform 18"/>
                <p:cNvSpPr>
                  <a:spLocks/>
                </p:cNvSpPr>
                <p:nvPr/>
              </p:nvSpPr>
              <p:spPr bwMode="auto">
                <a:xfrm>
                  <a:off x="2542" y="254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46" name="Freeform 19"/>
                <p:cNvSpPr>
                  <a:spLocks/>
                </p:cNvSpPr>
                <p:nvPr/>
              </p:nvSpPr>
              <p:spPr bwMode="auto">
                <a:xfrm>
                  <a:off x="2170" y="278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47" name="Freeform 20"/>
                <p:cNvSpPr>
                  <a:spLocks/>
                </p:cNvSpPr>
                <p:nvPr/>
              </p:nvSpPr>
              <p:spPr bwMode="auto">
                <a:xfrm>
                  <a:off x="2380" y="269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48" name="Freeform 21"/>
                <p:cNvSpPr>
                  <a:spLocks/>
                </p:cNvSpPr>
                <p:nvPr/>
              </p:nvSpPr>
              <p:spPr bwMode="auto">
                <a:xfrm>
                  <a:off x="2590" y="2606"/>
                  <a:ext cx="180" cy="108"/>
                </a:xfrm>
                <a:custGeom>
                  <a:avLst/>
                  <a:gdLst>
                    <a:gd name="T0" fmla="*/ 6 w 180"/>
                    <a:gd name="T1" fmla="*/ 48 h 108"/>
                    <a:gd name="T2" fmla="*/ 156 w 180"/>
                    <a:gd name="T3" fmla="*/ 0 h 108"/>
                    <a:gd name="T4" fmla="*/ 180 w 180"/>
                    <a:gd name="T5" fmla="*/ 36 h 108"/>
                    <a:gd name="T6" fmla="*/ 0 w 180"/>
                    <a:gd name="T7" fmla="*/ 108 h 108"/>
                    <a:gd name="T8" fmla="*/ 6 w 180"/>
                    <a:gd name="T9" fmla="*/ 48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0" h="108">
                      <a:moveTo>
                        <a:pt x="6" y="48"/>
                      </a:moveTo>
                      <a:lnTo>
                        <a:pt x="156" y="0"/>
                      </a:lnTo>
                      <a:lnTo>
                        <a:pt x="180" y="36"/>
                      </a:lnTo>
                      <a:lnTo>
                        <a:pt x="0" y="108"/>
                      </a:lnTo>
                      <a:lnTo>
                        <a:pt x="6" y="48"/>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49" name="Freeform 22"/>
                <p:cNvSpPr>
                  <a:spLocks/>
                </p:cNvSpPr>
                <p:nvPr/>
              </p:nvSpPr>
              <p:spPr bwMode="auto">
                <a:xfrm>
                  <a:off x="2806" y="2534"/>
                  <a:ext cx="92" cy="60"/>
                </a:xfrm>
                <a:custGeom>
                  <a:avLst/>
                  <a:gdLst>
                    <a:gd name="T0" fmla="*/ 0 w 120"/>
                    <a:gd name="T1" fmla="*/ 23 h 78"/>
                    <a:gd name="T2" fmla="*/ 55 w 120"/>
                    <a:gd name="T3" fmla="*/ 0 h 78"/>
                    <a:gd name="T4" fmla="*/ 92 w 120"/>
                    <a:gd name="T5" fmla="*/ 32 h 78"/>
                    <a:gd name="T6" fmla="*/ 46 w 120"/>
                    <a:gd name="T7" fmla="*/ 60 h 78"/>
                    <a:gd name="T8" fmla="*/ 0 w 120"/>
                    <a:gd name="T9" fmla="*/ 23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50" name="Freeform 23"/>
                <p:cNvSpPr>
                  <a:spLocks/>
                </p:cNvSpPr>
                <p:nvPr/>
              </p:nvSpPr>
              <p:spPr bwMode="auto">
                <a:xfrm>
                  <a:off x="2740" y="2486"/>
                  <a:ext cx="102" cy="66"/>
                </a:xfrm>
                <a:custGeom>
                  <a:avLst/>
                  <a:gdLst>
                    <a:gd name="T0" fmla="*/ 0 w 120"/>
                    <a:gd name="T1" fmla="*/ 25 h 78"/>
                    <a:gd name="T2" fmla="*/ 61 w 120"/>
                    <a:gd name="T3" fmla="*/ 0 h 78"/>
                    <a:gd name="T4" fmla="*/ 102 w 120"/>
                    <a:gd name="T5" fmla="*/ 36 h 78"/>
                    <a:gd name="T6" fmla="*/ 51 w 120"/>
                    <a:gd name="T7" fmla="*/ 66 h 78"/>
                    <a:gd name="T8" fmla="*/ 0 w 120"/>
                    <a:gd name="T9" fmla="*/ 25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 h="78">
                      <a:moveTo>
                        <a:pt x="0" y="30"/>
                      </a:moveTo>
                      <a:lnTo>
                        <a:pt x="72" y="0"/>
                      </a:lnTo>
                      <a:lnTo>
                        <a:pt x="120" y="42"/>
                      </a:lnTo>
                      <a:lnTo>
                        <a:pt x="60" y="78"/>
                      </a:lnTo>
                      <a:lnTo>
                        <a:pt x="0" y="3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51" name="Freeform 24"/>
                <p:cNvSpPr>
                  <a:spLocks/>
                </p:cNvSpPr>
                <p:nvPr/>
              </p:nvSpPr>
              <p:spPr bwMode="auto">
                <a:xfrm>
                  <a:off x="2424" y="2628"/>
                  <a:ext cx="628" cy="300"/>
                </a:xfrm>
                <a:custGeom>
                  <a:avLst/>
                  <a:gdLst>
                    <a:gd name="T0" fmla="*/ 0 w 628"/>
                    <a:gd name="T1" fmla="*/ 300 h 300"/>
                    <a:gd name="T2" fmla="*/ 628 w 628"/>
                    <a:gd name="T3" fmla="*/ 0 h 300"/>
                    <a:gd name="T4" fmla="*/ 620 w 628"/>
                    <a:gd name="T5" fmla="*/ 68 h 300"/>
                    <a:gd name="T6" fmla="*/ 0 w 628"/>
                    <a:gd name="T7" fmla="*/ 300 h 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8" h="300">
                      <a:moveTo>
                        <a:pt x="0" y="300"/>
                      </a:moveTo>
                      <a:lnTo>
                        <a:pt x="628" y="0"/>
                      </a:lnTo>
                      <a:lnTo>
                        <a:pt x="620" y="68"/>
                      </a:lnTo>
                      <a:lnTo>
                        <a:pt x="0" y="30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6" name="Group 25"/>
              <p:cNvGrpSpPr>
                <a:grpSpLocks/>
              </p:cNvGrpSpPr>
              <p:nvPr/>
            </p:nvGrpSpPr>
            <p:grpSpPr bwMode="auto">
              <a:xfrm>
                <a:off x="1547" y="1137"/>
                <a:ext cx="1302" cy="1554"/>
                <a:chOff x="1458" y="1110"/>
                <a:chExt cx="1302" cy="1554"/>
              </a:xfrm>
            </p:grpSpPr>
            <p:grpSp>
              <p:nvGrpSpPr>
                <p:cNvPr id="7" name="Group 26"/>
                <p:cNvGrpSpPr>
                  <a:grpSpLocks/>
                </p:cNvGrpSpPr>
                <p:nvPr/>
              </p:nvGrpSpPr>
              <p:grpSpPr bwMode="auto">
                <a:xfrm>
                  <a:off x="1464" y="1968"/>
                  <a:ext cx="1296" cy="696"/>
                  <a:chOff x="1464" y="1968"/>
                  <a:chExt cx="1296" cy="696"/>
                </a:xfrm>
              </p:grpSpPr>
              <p:sp>
                <p:nvSpPr>
                  <p:cNvPr id="46132" name="Freeform 27"/>
                  <p:cNvSpPr>
                    <a:spLocks/>
                  </p:cNvSpPr>
                  <p:nvPr/>
                </p:nvSpPr>
                <p:spPr bwMode="auto">
                  <a:xfrm>
                    <a:off x="1470" y="2016"/>
                    <a:ext cx="1290" cy="648"/>
                  </a:xfrm>
                  <a:custGeom>
                    <a:avLst/>
                    <a:gdLst>
                      <a:gd name="T0" fmla="*/ 1290 w 1290"/>
                      <a:gd name="T1" fmla="*/ 0 h 648"/>
                      <a:gd name="T2" fmla="*/ 474 w 1290"/>
                      <a:gd name="T3" fmla="*/ 252 h 648"/>
                      <a:gd name="T4" fmla="*/ 0 w 1290"/>
                      <a:gd name="T5" fmla="*/ 102 h 648"/>
                      <a:gd name="T6" fmla="*/ 24 w 1290"/>
                      <a:gd name="T7" fmla="*/ 342 h 648"/>
                      <a:gd name="T8" fmla="*/ 402 w 1290"/>
                      <a:gd name="T9" fmla="*/ 648 h 648"/>
                      <a:gd name="T10" fmla="*/ 1242 w 1290"/>
                      <a:gd name="T11" fmla="*/ 240 h 648"/>
                      <a:gd name="T12" fmla="*/ 1290 w 1290"/>
                      <a:gd name="T13" fmla="*/ 0 h 6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90" h="648">
                        <a:moveTo>
                          <a:pt x="1290" y="0"/>
                        </a:moveTo>
                        <a:lnTo>
                          <a:pt x="474" y="252"/>
                        </a:lnTo>
                        <a:lnTo>
                          <a:pt x="0" y="102"/>
                        </a:lnTo>
                        <a:lnTo>
                          <a:pt x="24" y="342"/>
                        </a:lnTo>
                        <a:lnTo>
                          <a:pt x="402" y="648"/>
                        </a:lnTo>
                        <a:lnTo>
                          <a:pt x="1242" y="240"/>
                        </a:lnTo>
                        <a:lnTo>
                          <a:pt x="1290" y="0"/>
                        </a:lnTo>
                        <a:close/>
                      </a:path>
                    </a:pathLst>
                  </a:custGeom>
                  <a:solidFill>
                    <a:schemeClr val="bg2"/>
                  </a:solidFill>
                  <a:ln w="57150" cap="flat" cmpd="sng">
                    <a:solidFill>
                      <a:schemeClr val="tx1"/>
                    </a:solidFill>
                    <a:prstDash val="solid"/>
                    <a:round/>
                    <a:headEnd type="none" w="med" len="med"/>
                    <a:tailEnd type="none" w="med" len="med"/>
                  </a:ln>
                  <a:effectLst/>
                </p:spPr>
                <p:txBody>
                  <a:bodyPr wrap="none" anchor="ctr"/>
                  <a:lstStyle/>
                  <a:p>
                    <a:endParaRPr lang="en-US"/>
                  </a:p>
                </p:txBody>
              </p:sp>
              <p:grpSp>
                <p:nvGrpSpPr>
                  <p:cNvPr id="8" name="Group 28"/>
                  <p:cNvGrpSpPr>
                    <a:grpSpLocks/>
                  </p:cNvGrpSpPr>
                  <p:nvPr/>
                </p:nvGrpSpPr>
                <p:grpSpPr bwMode="auto">
                  <a:xfrm>
                    <a:off x="1464" y="1968"/>
                    <a:ext cx="1296" cy="690"/>
                    <a:chOff x="1464" y="1968"/>
                    <a:chExt cx="1296" cy="690"/>
                  </a:xfrm>
                </p:grpSpPr>
                <p:grpSp>
                  <p:nvGrpSpPr>
                    <p:cNvPr id="9" name="Group 29"/>
                    <p:cNvGrpSpPr>
                      <a:grpSpLocks/>
                    </p:cNvGrpSpPr>
                    <p:nvPr/>
                  </p:nvGrpSpPr>
                  <p:grpSpPr bwMode="auto">
                    <a:xfrm>
                      <a:off x="1464" y="1968"/>
                      <a:ext cx="1296" cy="690"/>
                      <a:chOff x="1200" y="2160"/>
                      <a:chExt cx="1296" cy="690"/>
                    </a:xfrm>
                  </p:grpSpPr>
                  <p:sp>
                    <p:nvSpPr>
                      <p:cNvPr id="46136" name="Freeform 30"/>
                      <p:cNvSpPr>
                        <a:spLocks/>
                      </p:cNvSpPr>
                      <p:nvPr/>
                    </p:nvSpPr>
                    <p:spPr bwMode="auto">
                      <a:xfrm>
                        <a:off x="1704" y="2304"/>
                        <a:ext cx="720" cy="432"/>
                      </a:xfrm>
                      <a:custGeom>
                        <a:avLst/>
                        <a:gdLst>
                          <a:gd name="T0" fmla="*/ 48 w 720"/>
                          <a:gd name="T1" fmla="*/ 192 h 432"/>
                          <a:gd name="T2" fmla="*/ 0 w 720"/>
                          <a:gd name="T3" fmla="*/ 432 h 432"/>
                          <a:gd name="T4" fmla="*/ 720 w 720"/>
                          <a:gd name="T5" fmla="*/ 48 h 432"/>
                          <a:gd name="T6" fmla="*/ 720 w 720"/>
                          <a:gd name="T7" fmla="*/ 0 h 432"/>
                          <a:gd name="T8" fmla="*/ 48 w 720"/>
                          <a:gd name="T9" fmla="*/ 19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432">
                            <a:moveTo>
                              <a:pt x="48" y="192"/>
                            </a:moveTo>
                            <a:lnTo>
                              <a:pt x="0" y="432"/>
                            </a:lnTo>
                            <a:lnTo>
                              <a:pt x="720" y="48"/>
                            </a:lnTo>
                            <a:lnTo>
                              <a:pt x="720" y="0"/>
                            </a:lnTo>
                            <a:lnTo>
                              <a:pt x="48" y="192"/>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46137" name="Freeform 31"/>
                      <p:cNvSpPr>
                        <a:spLocks/>
                      </p:cNvSpPr>
                      <p:nvPr/>
                    </p:nvSpPr>
                    <p:spPr bwMode="auto">
                      <a:xfrm>
                        <a:off x="1344" y="2448"/>
                        <a:ext cx="288" cy="288"/>
                      </a:xfrm>
                      <a:custGeom>
                        <a:avLst/>
                        <a:gdLst>
                          <a:gd name="T0" fmla="*/ 0 w 288"/>
                          <a:gd name="T1" fmla="*/ 0 h 288"/>
                          <a:gd name="T2" fmla="*/ 288 w 288"/>
                          <a:gd name="T3" fmla="*/ 48 h 288"/>
                          <a:gd name="T4" fmla="*/ 240 w 288"/>
                          <a:gd name="T5" fmla="*/ 288 h 288"/>
                          <a:gd name="T6" fmla="*/ 48 w 288"/>
                          <a:gd name="T7" fmla="*/ 144 h 288"/>
                          <a:gd name="T8" fmla="*/ 0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288" y="48"/>
                            </a:lnTo>
                            <a:lnTo>
                              <a:pt x="240" y="288"/>
                            </a:lnTo>
                            <a:lnTo>
                              <a:pt x="48" y="144"/>
                            </a:lnTo>
                            <a:lnTo>
                              <a:pt x="0" y="0"/>
                            </a:lnTo>
                            <a:close/>
                          </a:path>
                        </a:pathLst>
                      </a:custGeom>
                      <a:solidFill>
                        <a:srgbClr val="C0C0C0"/>
                      </a:solidFill>
                      <a:ln w="9525" cap="flat" cmpd="sng">
                        <a:noFill/>
                        <a:prstDash val="solid"/>
                        <a:round/>
                        <a:headEnd type="none" w="med" len="med"/>
                        <a:tailEnd type="none" w="med" len="med"/>
                      </a:ln>
                      <a:effectLst/>
                    </p:spPr>
                    <p:txBody>
                      <a:bodyPr wrap="none" anchor="ctr"/>
                      <a:lstStyle/>
                      <a:p>
                        <a:endParaRPr lang="en-US"/>
                      </a:p>
                    </p:txBody>
                  </p:sp>
                  <p:sp>
                    <p:nvSpPr>
                      <p:cNvPr id="46138" name="Freeform 32"/>
                      <p:cNvSpPr>
                        <a:spLocks/>
                      </p:cNvSpPr>
                      <p:nvPr/>
                    </p:nvSpPr>
                    <p:spPr bwMode="auto">
                      <a:xfrm>
                        <a:off x="1794" y="2460"/>
                        <a:ext cx="240" cy="144"/>
                      </a:xfrm>
                      <a:custGeom>
                        <a:avLst/>
                        <a:gdLst>
                          <a:gd name="T0" fmla="*/ 0 w 240"/>
                          <a:gd name="T1" fmla="*/ 96 h 144"/>
                          <a:gd name="T2" fmla="*/ 240 w 240"/>
                          <a:gd name="T3" fmla="*/ 0 h 144"/>
                          <a:gd name="T4" fmla="*/ 240 w 240"/>
                          <a:gd name="T5" fmla="*/ 48 h 144"/>
                          <a:gd name="T6" fmla="*/ 0 w 240"/>
                          <a:gd name="T7" fmla="*/ 144 h 144"/>
                          <a:gd name="T8" fmla="*/ 0 w 240"/>
                          <a:gd name="T9" fmla="*/ 96 h 1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44">
                            <a:moveTo>
                              <a:pt x="0" y="96"/>
                            </a:moveTo>
                            <a:lnTo>
                              <a:pt x="240" y="0"/>
                            </a:lnTo>
                            <a:lnTo>
                              <a:pt x="240" y="48"/>
                            </a:lnTo>
                            <a:lnTo>
                              <a:pt x="0" y="144"/>
                            </a:lnTo>
                            <a:lnTo>
                              <a:pt x="0" y="9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39" name="Freeform 33"/>
                      <p:cNvSpPr>
                        <a:spLocks/>
                      </p:cNvSpPr>
                      <p:nvPr/>
                    </p:nvSpPr>
                    <p:spPr bwMode="auto">
                      <a:xfrm>
                        <a:off x="1200" y="2160"/>
                        <a:ext cx="1296" cy="312"/>
                      </a:xfrm>
                      <a:custGeom>
                        <a:avLst/>
                        <a:gdLst>
                          <a:gd name="T0" fmla="*/ 0 w 1296"/>
                          <a:gd name="T1" fmla="*/ 144 h 312"/>
                          <a:gd name="T2" fmla="*/ 510 w 1296"/>
                          <a:gd name="T3" fmla="*/ 312 h 312"/>
                          <a:gd name="T4" fmla="*/ 1296 w 1296"/>
                          <a:gd name="T5" fmla="*/ 48 h 312"/>
                          <a:gd name="T6" fmla="*/ 720 w 1296"/>
                          <a:gd name="T7" fmla="*/ 0 h 312"/>
                          <a:gd name="T8" fmla="*/ 0 w 1296"/>
                          <a:gd name="T9" fmla="*/ 144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312">
                            <a:moveTo>
                              <a:pt x="0" y="144"/>
                            </a:moveTo>
                            <a:lnTo>
                              <a:pt x="510" y="312"/>
                            </a:lnTo>
                            <a:lnTo>
                              <a:pt x="1296" y="48"/>
                            </a:lnTo>
                            <a:lnTo>
                              <a:pt x="720" y="0"/>
                            </a:lnTo>
                            <a:lnTo>
                              <a:pt x="0" y="144"/>
                            </a:lnTo>
                            <a:close/>
                          </a:path>
                        </a:pathLst>
                      </a:custGeom>
                      <a:solidFill>
                        <a:schemeClr val="folHlink"/>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40" name="Line 34"/>
                      <p:cNvSpPr>
                        <a:spLocks noChangeShapeType="1"/>
                      </p:cNvSpPr>
                      <p:nvPr/>
                    </p:nvSpPr>
                    <p:spPr bwMode="auto">
                      <a:xfrm flipH="1">
                        <a:off x="1608" y="2472"/>
                        <a:ext cx="96" cy="378"/>
                      </a:xfrm>
                      <a:prstGeom prst="line">
                        <a:avLst/>
                      </a:prstGeom>
                      <a:noFill/>
                      <a:ln w="57150">
                        <a:solidFill>
                          <a:schemeClr val="tx1"/>
                        </a:solidFill>
                        <a:round/>
                        <a:headEnd/>
                        <a:tailEnd/>
                      </a:ln>
                      <a:effectLst/>
                    </p:spPr>
                    <p:txBody>
                      <a:bodyPr wrap="none" anchor="ctr"/>
                      <a:lstStyle/>
                      <a:p>
                        <a:endParaRPr lang="en-US"/>
                      </a:p>
                    </p:txBody>
                  </p:sp>
                </p:grpSp>
                <p:sp>
                  <p:nvSpPr>
                    <p:cNvPr id="46135" name="Freeform 35"/>
                    <p:cNvSpPr>
                      <a:spLocks/>
                    </p:cNvSpPr>
                    <p:nvPr/>
                  </p:nvSpPr>
                  <p:spPr bwMode="auto">
                    <a:xfrm>
                      <a:off x="1480" y="2124"/>
                      <a:ext cx="280" cy="244"/>
                    </a:xfrm>
                    <a:custGeom>
                      <a:avLst/>
                      <a:gdLst>
                        <a:gd name="T0" fmla="*/ 280 w 280"/>
                        <a:gd name="T1" fmla="*/ 84 h 244"/>
                        <a:gd name="T2" fmla="*/ 60 w 280"/>
                        <a:gd name="T3" fmla="*/ 76 h 244"/>
                        <a:gd name="T4" fmla="*/ 36 w 280"/>
                        <a:gd name="T5" fmla="*/ 244 h 244"/>
                        <a:gd name="T6" fmla="*/ 8 w 280"/>
                        <a:gd name="T7" fmla="*/ 180 h 244"/>
                        <a:gd name="T8" fmla="*/ 0 w 280"/>
                        <a:gd name="T9" fmla="*/ 0 h 244"/>
                        <a:gd name="T10" fmla="*/ 280 w 280"/>
                        <a:gd name="T11" fmla="*/ 84 h 2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0" h="244">
                          <a:moveTo>
                            <a:pt x="280" y="84"/>
                          </a:moveTo>
                          <a:lnTo>
                            <a:pt x="60" y="76"/>
                          </a:lnTo>
                          <a:lnTo>
                            <a:pt x="36" y="244"/>
                          </a:lnTo>
                          <a:lnTo>
                            <a:pt x="8" y="180"/>
                          </a:lnTo>
                          <a:lnTo>
                            <a:pt x="0" y="0"/>
                          </a:lnTo>
                          <a:lnTo>
                            <a:pt x="280" y="8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grpSp>
              <p:nvGrpSpPr>
                <p:cNvPr id="10" name="Group 36"/>
                <p:cNvGrpSpPr>
                  <a:grpSpLocks/>
                </p:cNvGrpSpPr>
                <p:nvPr/>
              </p:nvGrpSpPr>
              <p:grpSpPr bwMode="auto">
                <a:xfrm>
                  <a:off x="1458" y="1110"/>
                  <a:ext cx="1125" cy="1098"/>
                  <a:chOff x="1458" y="1110"/>
                  <a:chExt cx="1125" cy="1098"/>
                </a:xfrm>
              </p:grpSpPr>
              <p:sp>
                <p:nvSpPr>
                  <p:cNvPr id="46125" name="Freeform 37"/>
                  <p:cNvSpPr>
                    <a:spLocks/>
                  </p:cNvSpPr>
                  <p:nvPr/>
                </p:nvSpPr>
                <p:spPr bwMode="auto">
                  <a:xfrm>
                    <a:off x="1896" y="1944"/>
                    <a:ext cx="552" cy="264"/>
                  </a:xfrm>
                  <a:custGeom>
                    <a:avLst/>
                    <a:gdLst>
                      <a:gd name="T0" fmla="*/ 552 w 552"/>
                      <a:gd name="T1" fmla="*/ 0 h 264"/>
                      <a:gd name="T2" fmla="*/ 444 w 552"/>
                      <a:gd name="T3" fmla="*/ 162 h 264"/>
                      <a:gd name="T4" fmla="*/ 0 w 552"/>
                      <a:gd name="T5" fmla="*/ 264 h 264"/>
                      <a:gd name="T6" fmla="*/ 0 w 552"/>
                      <a:gd name="T7" fmla="*/ 168 h 264"/>
                      <a:gd name="T8" fmla="*/ 552 w 552"/>
                      <a:gd name="T9" fmla="*/ 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264">
                        <a:moveTo>
                          <a:pt x="552" y="0"/>
                        </a:moveTo>
                        <a:lnTo>
                          <a:pt x="444" y="162"/>
                        </a:lnTo>
                        <a:lnTo>
                          <a:pt x="0" y="264"/>
                        </a:lnTo>
                        <a:lnTo>
                          <a:pt x="0" y="168"/>
                        </a:lnTo>
                        <a:lnTo>
                          <a:pt x="55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26" name="Freeform 38"/>
                  <p:cNvSpPr>
                    <a:spLocks/>
                  </p:cNvSpPr>
                  <p:nvPr/>
                </p:nvSpPr>
                <p:spPr bwMode="auto">
                  <a:xfrm>
                    <a:off x="1458" y="1110"/>
                    <a:ext cx="1125" cy="1079"/>
                  </a:xfrm>
                  <a:custGeom>
                    <a:avLst/>
                    <a:gdLst>
                      <a:gd name="T0" fmla="*/ 1069 w 1125"/>
                      <a:gd name="T1" fmla="*/ 208 h 1079"/>
                      <a:gd name="T2" fmla="*/ 274 w 1125"/>
                      <a:gd name="T3" fmla="*/ 0 h 1079"/>
                      <a:gd name="T4" fmla="*/ 0 w 1125"/>
                      <a:gd name="T5" fmla="*/ 186 h 1079"/>
                      <a:gd name="T6" fmla="*/ 53 w 1125"/>
                      <a:gd name="T7" fmla="*/ 890 h 1079"/>
                      <a:gd name="T8" fmla="*/ 365 w 1125"/>
                      <a:gd name="T9" fmla="*/ 1079 h 1079"/>
                      <a:gd name="T10" fmla="*/ 1125 w 1125"/>
                      <a:gd name="T11" fmla="*/ 846 h 1079"/>
                      <a:gd name="T12" fmla="*/ 1069 w 1125"/>
                      <a:gd name="T13" fmla="*/ 208 h 10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5" h="1079">
                        <a:moveTo>
                          <a:pt x="1069" y="208"/>
                        </a:moveTo>
                        <a:lnTo>
                          <a:pt x="274" y="0"/>
                        </a:lnTo>
                        <a:lnTo>
                          <a:pt x="0" y="186"/>
                        </a:lnTo>
                        <a:lnTo>
                          <a:pt x="53" y="890"/>
                        </a:lnTo>
                        <a:lnTo>
                          <a:pt x="365" y="1079"/>
                        </a:lnTo>
                        <a:lnTo>
                          <a:pt x="1125" y="846"/>
                        </a:lnTo>
                        <a:lnTo>
                          <a:pt x="1069" y="208"/>
                        </a:lnTo>
                        <a:close/>
                      </a:path>
                    </a:pathLst>
                  </a:custGeom>
                  <a:solidFill>
                    <a:schemeClr val="bg2"/>
                  </a:solidFill>
                  <a:ln w="38100" cap="flat" cmpd="sng">
                    <a:solidFill>
                      <a:schemeClr val="tx1"/>
                    </a:solidFill>
                    <a:prstDash val="solid"/>
                    <a:round/>
                    <a:headEnd type="none" w="med" len="med"/>
                    <a:tailEnd type="none" w="med" len="med"/>
                  </a:ln>
                  <a:effectLst/>
                </p:spPr>
                <p:txBody>
                  <a:bodyPr wrap="none" anchor="ctr"/>
                  <a:lstStyle/>
                  <a:p>
                    <a:endParaRPr lang="en-US"/>
                  </a:p>
                </p:txBody>
              </p:sp>
              <p:sp>
                <p:nvSpPr>
                  <p:cNvPr id="46127" name="Freeform 39"/>
                  <p:cNvSpPr>
                    <a:spLocks/>
                  </p:cNvSpPr>
                  <p:nvPr/>
                </p:nvSpPr>
                <p:spPr bwMode="auto">
                  <a:xfrm>
                    <a:off x="1896" y="1278"/>
                    <a:ext cx="576" cy="725"/>
                  </a:xfrm>
                  <a:custGeom>
                    <a:avLst/>
                    <a:gdLst>
                      <a:gd name="T0" fmla="*/ 0 w 576"/>
                      <a:gd name="T1" fmla="*/ 0 h 725"/>
                      <a:gd name="T2" fmla="*/ 534 w 576"/>
                      <a:gd name="T3" fmla="*/ 84 h 725"/>
                      <a:gd name="T4" fmla="*/ 576 w 576"/>
                      <a:gd name="T5" fmla="*/ 594 h 725"/>
                      <a:gd name="T6" fmla="*/ 20 w 576"/>
                      <a:gd name="T7" fmla="*/ 725 h 725"/>
                      <a:gd name="T8" fmla="*/ 0 w 576"/>
                      <a:gd name="T9" fmla="*/ 0 h 7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 h="725">
                        <a:moveTo>
                          <a:pt x="0" y="0"/>
                        </a:moveTo>
                        <a:lnTo>
                          <a:pt x="534" y="84"/>
                        </a:lnTo>
                        <a:lnTo>
                          <a:pt x="576" y="594"/>
                        </a:lnTo>
                        <a:lnTo>
                          <a:pt x="20" y="725"/>
                        </a:lnTo>
                        <a:lnTo>
                          <a:pt x="0" y="0"/>
                        </a:lnTo>
                        <a:close/>
                      </a:path>
                    </a:pathLst>
                  </a:custGeom>
                  <a:solidFill>
                    <a:schemeClr val="bg1"/>
                  </a:solidFill>
                  <a:ln w="9525" cap="flat" cmpd="sng">
                    <a:noFill/>
                    <a:prstDash val="solid"/>
                    <a:round/>
                    <a:headEnd type="none" w="med" len="med"/>
                    <a:tailEnd type="none" w="med" len="med"/>
                  </a:ln>
                  <a:effectLst/>
                </p:spPr>
                <p:txBody>
                  <a:bodyPr wrap="none" anchor="ctr"/>
                  <a:lstStyle/>
                  <a:p>
                    <a:endParaRPr lang="en-US"/>
                  </a:p>
                </p:txBody>
              </p:sp>
              <p:sp>
                <p:nvSpPr>
                  <p:cNvPr id="46128" name="Freeform 40"/>
                  <p:cNvSpPr>
                    <a:spLocks/>
                  </p:cNvSpPr>
                  <p:nvPr/>
                </p:nvSpPr>
                <p:spPr bwMode="auto">
                  <a:xfrm>
                    <a:off x="1576" y="1212"/>
                    <a:ext cx="170" cy="870"/>
                  </a:xfrm>
                  <a:custGeom>
                    <a:avLst/>
                    <a:gdLst>
                      <a:gd name="T0" fmla="*/ 4 w 170"/>
                      <a:gd name="T1" fmla="*/ 136 h 870"/>
                      <a:gd name="T2" fmla="*/ 0 w 170"/>
                      <a:gd name="T3" fmla="*/ 684 h 870"/>
                      <a:gd name="T4" fmla="*/ 170 w 170"/>
                      <a:gd name="T5" fmla="*/ 870 h 870"/>
                      <a:gd name="T6" fmla="*/ 98 w 170"/>
                      <a:gd name="T7" fmla="*/ 0 h 870"/>
                      <a:gd name="T8" fmla="*/ 4 w 170"/>
                      <a:gd name="T9" fmla="*/ 136 h 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870">
                        <a:moveTo>
                          <a:pt x="4" y="136"/>
                        </a:moveTo>
                        <a:lnTo>
                          <a:pt x="0" y="684"/>
                        </a:lnTo>
                        <a:lnTo>
                          <a:pt x="170" y="870"/>
                        </a:lnTo>
                        <a:lnTo>
                          <a:pt x="98" y="0"/>
                        </a:lnTo>
                        <a:lnTo>
                          <a:pt x="4" y="136"/>
                        </a:lnTo>
                        <a:close/>
                      </a:path>
                    </a:pathLst>
                  </a:custGeom>
                  <a:solidFill>
                    <a:schemeClr val="folHlink"/>
                  </a:solidFill>
                  <a:ln w="9525" cap="flat" cmpd="sng">
                    <a:noFill/>
                    <a:prstDash val="solid"/>
                    <a:round/>
                    <a:headEnd/>
                    <a:tailEnd/>
                  </a:ln>
                  <a:effectLst/>
                </p:spPr>
                <p:txBody>
                  <a:bodyPr wrap="none" anchor="ctr"/>
                  <a:lstStyle/>
                  <a:p>
                    <a:endParaRPr lang="en-US"/>
                  </a:p>
                </p:txBody>
              </p:sp>
              <p:sp>
                <p:nvSpPr>
                  <p:cNvPr id="46129" name="Freeform 41"/>
                  <p:cNvSpPr>
                    <a:spLocks/>
                  </p:cNvSpPr>
                  <p:nvPr/>
                </p:nvSpPr>
                <p:spPr bwMode="auto">
                  <a:xfrm>
                    <a:off x="1866" y="1284"/>
                    <a:ext cx="528" cy="732"/>
                  </a:xfrm>
                  <a:custGeom>
                    <a:avLst/>
                    <a:gdLst>
                      <a:gd name="T0" fmla="*/ 0 w 528"/>
                      <a:gd name="T1" fmla="*/ 0 h 732"/>
                      <a:gd name="T2" fmla="*/ 510 w 528"/>
                      <a:gd name="T3" fmla="*/ 114 h 732"/>
                      <a:gd name="T4" fmla="*/ 528 w 528"/>
                      <a:gd name="T5" fmla="*/ 528 h 732"/>
                      <a:gd name="T6" fmla="*/ 30 w 528"/>
                      <a:gd name="T7" fmla="*/ 732 h 732"/>
                      <a:gd name="T8" fmla="*/ 0 w 528"/>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8" h="732">
                        <a:moveTo>
                          <a:pt x="0" y="0"/>
                        </a:moveTo>
                        <a:lnTo>
                          <a:pt x="510" y="114"/>
                        </a:lnTo>
                        <a:lnTo>
                          <a:pt x="528" y="528"/>
                        </a:lnTo>
                        <a:lnTo>
                          <a:pt x="30" y="732"/>
                        </a:lnTo>
                        <a:lnTo>
                          <a:pt x="0" y="0"/>
                        </a:lnTo>
                        <a:close/>
                      </a:path>
                    </a:pathLst>
                  </a:custGeom>
                  <a:solidFill>
                    <a:schemeClr val="hlink"/>
                  </a:solidFill>
                  <a:ln w="9525" cap="flat" cmpd="sng">
                    <a:noFill/>
                    <a:prstDash val="solid"/>
                    <a:round/>
                    <a:headEnd/>
                    <a:tailEnd/>
                  </a:ln>
                  <a:effectLst/>
                </p:spPr>
                <p:txBody>
                  <a:bodyPr wrap="none" anchor="ctr"/>
                  <a:lstStyle/>
                  <a:p>
                    <a:endParaRPr lang="en-US"/>
                  </a:p>
                </p:txBody>
              </p:sp>
              <p:sp>
                <p:nvSpPr>
                  <p:cNvPr id="46130" name="Line 42"/>
                  <p:cNvSpPr>
                    <a:spLocks noChangeShapeType="1"/>
                  </p:cNvSpPr>
                  <p:nvPr/>
                </p:nvSpPr>
                <p:spPr bwMode="auto">
                  <a:xfrm>
                    <a:off x="1740" y="1116"/>
                    <a:ext cx="78" cy="1074"/>
                  </a:xfrm>
                  <a:prstGeom prst="line">
                    <a:avLst/>
                  </a:prstGeom>
                  <a:noFill/>
                  <a:ln w="57150">
                    <a:solidFill>
                      <a:schemeClr val="tx1"/>
                    </a:solidFill>
                    <a:round/>
                    <a:headEnd/>
                    <a:tailEnd/>
                  </a:ln>
                  <a:effectLst/>
                </p:spPr>
                <p:txBody>
                  <a:bodyPr wrap="none" anchor="ctr"/>
                  <a:lstStyle/>
                  <a:p>
                    <a:endParaRPr lang="en-US"/>
                  </a:p>
                </p:txBody>
              </p:sp>
              <p:sp>
                <p:nvSpPr>
                  <p:cNvPr id="46131" name="Freeform 43"/>
                  <p:cNvSpPr>
                    <a:spLocks/>
                  </p:cNvSpPr>
                  <p:nvPr/>
                </p:nvSpPr>
                <p:spPr bwMode="auto">
                  <a:xfrm>
                    <a:off x="1464" y="1276"/>
                    <a:ext cx="348" cy="904"/>
                  </a:xfrm>
                  <a:custGeom>
                    <a:avLst/>
                    <a:gdLst>
                      <a:gd name="T0" fmla="*/ 0 w 348"/>
                      <a:gd name="T1" fmla="*/ 12 h 904"/>
                      <a:gd name="T2" fmla="*/ 24 w 348"/>
                      <a:gd name="T3" fmla="*/ 0 h 904"/>
                      <a:gd name="T4" fmla="*/ 80 w 348"/>
                      <a:gd name="T5" fmla="*/ 612 h 904"/>
                      <a:gd name="T6" fmla="*/ 348 w 348"/>
                      <a:gd name="T7" fmla="*/ 904 h 904"/>
                      <a:gd name="T8" fmla="*/ 44 w 348"/>
                      <a:gd name="T9" fmla="*/ 708 h 904"/>
                      <a:gd name="T10" fmla="*/ 0 w 348"/>
                      <a:gd name="T11" fmla="*/ 12 h 90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8" h="904">
                        <a:moveTo>
                          <a:pt x="0" y="12"/>
                        </a:moveTo>
                        <a:lnTo>
                          <a:pt x="24" y="0"/>
                        </a:lnTo>
                        <a:lnTo>
                          <a:pt x="80" y="612"/>
                        </a:lnTo>
                        <a:lnTo>
                          <a:pt x="348" y="904"/>
                        </a:lnTo>
                        <a:lnTo>
                          <a:pt x="44" y="70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46092" name="Freeform 44"/>
              <p:cNvSpPr>
                <a:spLocks/>
              </p:cNvSpPr>
              <p:nvPr/>
            </p:nvSpPr>
            <p:spPr bwMode="auto">
              <a:xfrm>
                <a:off x="2669" y="1333"/>
                <a:ext cx="240" cy="144"/>
              </a:xfrm>
              <a:custGeom>
                <a:avLst/>
                <a:gdLst>
                  <a:gd name="T0" fmla="*/ 0 w 240"/>
                  <a:gd name="T1" fmla="*/ 144 h 144"/>
                  <a:gd name="T2" fmla="*/ 210 w 240"/>
                  <a:gd name="T3" fmla="*/ 0 h 144"/>
                  <a:gd name="T4" fmla="*/ 240 w 240"/>
                  <a:gd name="T5" fmla="*/ 54 h 144"/>
                  <a:gd name="T6" fmla="*/ 0 w 240"/>
                  <a:gd name="T7" fmla="*/ 144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144">
                    <a:moveTo>
                      <a:pt x="0" y="144"/>
                    </a:moveTo>
                    <a:lnTo>
                      <a:pt x="210" y="0"/>
                    </a:lnTo>
                    <a:lnTo>
                      <a:pt x="240" y="54"/>
                    </a:lnTo>
                    <a:lnTo>
                      <a:pt x="0" y="14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093" name="Freeform 45"/>
              <p:cNvSpPr>
                <a:spLocks/>
              </p:cNvSpPr>
              <p:nvPr/>
            </p:nvSpPr>
            <p:spPr bwMode="auto">
              <a:xfrm>
                <a:off x="2771" y="1537"/>
                <a:ext cx="258" cy="54"/>
              </a:xfrm>
              <a:custGeom>
                <a:avLst/>
                <a:gdLst>
                  <a:gd name="T0" fmla="*/ 0 w 258"/>
                  <a:gd name="T1" fmla="*/ 54 h 54"/>
                  <a:gd name="T2" fmla="*/ 258 w 258"/>
                  <a:gd name="T3" fmla="*/ 0 h 54"/>
                  <a:gd name="T4" fmla="*/ 246 w 258"/>
                  <a:gd name="T5" fmla="*/ 54 h 54"/>
                  <a:gd name="T6" fmla="*/ 0 w 258"/>
                  <a:gd name="T7" fmla="*/ 54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8" h="54">
                    <a:moveTo>
                      <a:pt x="0" y="54"/>
                    </a:moveTo>
                    <a:lnTo>
                      <a:pt x="258" y="0"/>
                    </a:lnTo>
                    <a:lnTo>
                      <a:pt x="246" y="54"/>
                    </a:lnTo>
                    <a:lnTo>
                      <a:pt x="0" y="54"/>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094" name="Freeform 46"/>
              <p:cNvSpPr>
                <a:spLocks/>
              </p:cNvSpPr>
              <p:nvPr/>
            </p:nvSpPr>
            <p:spPr bwMode="auto">
              <a:xfrm>
                <a:off x="2759" y="1753"/>
                <a:ext cx="162" cy="102"/>
              </a:xfrm>
              <a:custGeom>
                <a:avLst/>
                <a:gdLst>
                  <a:gd name="T0" fmla="*/ 0 w 162"/>
                  <a:gd name="T1" fmla="*/ 0 h 102"/>
                  <a:gd name="T2" fmla="*/ 162 w 162"/>
                  <a:gd name="T3" fmla="*/ 60 h 102"/>
                  <a:gd name="T4" fmla="*/ 126 w 162"/>
                  <a:gd name="T5" fmla="*/ 102 h 102"/>
                  <a:gd name="T6" fmla="*/ 0 w 162"/>
                  <a:gd name="T7" fmla="*/ 0 h 1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02">
                    <a:moveTo>
                      <a:pt x="0" y="0"/>
                    </a:moveTo>
                    <a:lnTo>
                      <a:pt x="162" y="60"/>
                    </a:lnTo>
                    <a:lnTo>
                      <a:pt x="126" y="102"/>
                    </a:lnTo>
                    <a:lnTo>
                      <a:pt x="0"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nvGrpSpPr>
              <p:cNvPr id="11" name="Group 47"/>
              <p:cNvGrpSpPr>
                <a:grpSpLocks/>
              </p:cNvGrpSpPr>
              <p:nvPr/>
            </p:nvGrpSpPr>
            <p:grpSpPr bwMode="auto">
              <a:xfrm>
                <a:off x="781" y="2595"/>
                <a:ext cx="1304" cy="752"/>
                <a:chOff x="781" y="2595"/>
                <a:chExt cx="1304" cy="752"/>
              </a:xfrm>
            </p:grpSpPr>
            <p:sp>
              <p:nvSpPr>
                <p:cNvPr id="46117" name="Freeform 48"/>
                <p:cNvSpPr>
                  <a:spLocks/>
                </p:cNvSpPr>
                <p:nvPr/>
              </p:nvSpPr>
              <p:spPr bwMode="auto">
                <a:xfrm>
                  <a:off x="781" y="2735"/>
                  <a:ext cx="1304" cy="612"/>
                </a:xfrm>
                <a:custGeom>
                  <a:avLst/>
                  <a:gdLst>
                    <a:gd name="T0" fmla="*/ 0 w 1304"/>
                    <a:gd name="T1" fmla="*/ 208 h 612"/>
                    <a:gd name="T2" fmla="*/ 348 w 1304"/>
                    <a:gd name="T3" fmla="*/ 612 h 612"/>
                    <a:gd name="T4" fmla="*/ 696 w 1304"/>
                    <a:gd name="T5" fmla="*/ 460 h 612"/>
                    <a:gd name="T6" fmla="*/ 796 w 1304"/>
                    <a:gd name="T7" fmla="*/ 436 h 612"/>
                    <a:gd name="T8" fmla="*/ 832 w 1304"/>
                    <a:gd name="T9" fmla="*/ 444 h 612"/>
                    <a:gd name="T10" fmla="*/ 904 w 1304"/>
                    <a:gd name="T11" fmla="*/ 388 h 612"/>
                    <a:gd name="T12" fmla="*/ 1304 w 1304"/>
                    <a:gd name="T13" fmla="*/ 336 h 612"/>
                    <a:gd name="T14" fmla="*/ 936 w 1304"/>
                    <a:gd name="T15" fmla="*/ 0 h 612"/>
                    <a:gd name="T16" fmla="*/ 0 w 1304"/>
                    <a:gd name="T17" fmla="*/ 208 h 6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4" h="612">
                      <a:moveTo>
                        <a:pt x="0" y="208"/>
                      </a:moveTo>
                      <a:lnTo>
                        <a:pt x="348" y="612"/>
                      </a:lnTo>
                      <a:lnTo>
                        <a:pt x="696" y="460"/>
                      </a:lnTo>
                      <a:lnTo>
                        <a:pt x="796" y="436"/>
                      </a:lnTo>
                      <a:lnTo>
                        <a:pt x="832" y="444"/>
                      </a:lnTo>
                      <a:lnTo>
                        <a:pt x="904" y="388"/>
                      </a:lnTo>
                      <a:lnTo>
                        <a:pt x="1304" y="336"/>
                      </a:lnTo>
                      <a:lnTo>
                        <a:pt x="936" y="0"/>
                      </a:lnTo>
                      <a:lnTo>
                        <a:pt x="0" y="208"/>
                      </a:lnTo>
                      <a:close/>
                    </a:path>
                  </a:pathLst>
                </a:custGeom>
                <a:solidFill>
                  <a:srgbClr val="008080"/>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18" name="Freeform 49"/>
                <p:cNvSpPr>
                  <a:spLocks/>
                </p:cNvSpPr>
                <p:nvPr/>
              </p:nvSpPr>
              <p:spPr bwMode="auto">
                <a:xfrm>
                  <a:off x="1269" y="2595"/>
                  <a:ext cx="809" cy="504"/>
                </a:xfrm>
                <a:custGeom>
                  <a:avLst/>
                  <a:gdLst>
                    <a:gd name="T0" fmla="*/ 16 w 809"/>
                    <a:gd name="T1" fmla="*/ 124 h 504"/>
                    <a:gd name="T2" fmla="*/ 56 w 809"/>
                    <a:gd name="T3" fmla="*/ 136 h 504"/>
                    <a:gd name="T4" fmla="*/ 80 w 809"/>
                    <a:gd name="T5" fmla="*/ 152 h 504"/>
                    <a:gd name="T6" fmla="*/ 100 w 809"/>
                    <a:gd name="T7" fmla="*/ 168 h 504"/>
                    <a:gd name="T8" fmla="*/ 132 w 809"/>
                    <a:gd name="T9" fmla="*/ 188 h 504"/>
                    <a:gd name="T10" fmla="*/ 176 w 809"/>
                    <a:gd name="T11" fmla="*/ 232 h 504"/>
                    <a:gd name="T12" fmla="*/ 244 w 809"/>
                    <a:gd name="T13" fmla="*/ 328 h 504"/>
                    <a:gd name="T14" fmla="*/ 288 w 809"/>
                    <a:gd name="T15" fmla="*/ 396 h 504"/>
                    <a:gd name="T16" fmla="*/ 328 w 809"/>
                    <a:gd name="T17" fmla="*/ 504 h 504"/>
                    <a:gd name="T18" fmla="*/ 412 w 809"/>
                    <a:gd name="T19" fmla="*/ 464 h 504"/>
                    <a:gd name="T20" fmla="*/ 488 w 809"/>
                    <a:gd name="T21" fmla="*/ 452 h 504"/>
                    <a:gd name="T22" fmla="*/ 788 w 809"/>
                    <a:gd name="T23" fmla="*/ 416 h 504"/>
                    <a:gd name="T24" fmla="*/ 808 w 809"/>
                    <a:gd name="T25" fmla="*/ 412 h 504"/>
                    <a:gd name="T26" fmla="*/ 788 w 809"/>
                    <a:gd name="T27" fmla="*/ 384 h 504"/>
                    <a:gd name="T28" fmla="*/ 748 w 809"/>
                    <a:gd name="T29" fmla="*/ 328 h 504"/>
                    <a:gd name="T30" fmla="*/ 672 w 809"/>
                    <a:gd name="T31" fmla="*/ 244 h 504"/>
                    <a:gd name="T32" fmla="*/ 624 w 809"/>
                    <a:gd name="T33" fmla="*/ 204 h 504"/>
                    <a:gd name="T34" fmla="*/ 568 w 809"/>
                    <a:gd name="T35" fmla="*/ 168 h 504"/>
                    <a:gd name="T36" fmla="*/ 492 w 809"/>
                    <a:gd name="T37" fmla="*/ 100 h 504"/>
                    <a:gd name="T38" fmla="*/ 360 w 809"/>
                    <a:gd name="T39" fmla="*/ 68 h 504"/>
                    <a:gd name="T40" fmla="*/ 84 w 809"/>
                    <a:gd name="T41" fmla="*/ 48 h 504"/>
                    <a:gd name="T42" fmla="*/ 20 w 809"/>
                    <a:gd name="T43" fmla="*/ 108 h 504"/>
                    <a:gd name="T44" fmla="*/ 16 w 809"/>
                    <a:gd name="T45" fmla="*/ 124 h 50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9" h="504">
                      <a:moveTo>
                        <a:pt x="16" y="124"/>
                      </a:moveTo>
                      <a:cubicBezTo>
                        <a:pt x="45" y="134"/>
                        <a:pt x="32" y="130"/>
                        <a:pt x="56" y="136"/>
                      </a:cubicBezTo>
                      <a:cubicBezTo>
                        <a:pt x="64" y="141"/>
                        <a:pt x="72" y="146"/>
                        <a:pt x="80" y="152"/>
                      </a:cubicBezTo>
                      <a:cubicBezTo>
                        <a:pt x="87" y="157"/>
                        <a:pt x="93" y="163"/>
                        <a:pt x="100" y="168"/>
                      </a:cubicBezTo>
                      <a:cubicBezTo>
                        <a:pt x="110" y="175"/>
                        <a:pt x="132" y="188"/>
                        <a:pt x="132" y="188"/>
                      </a:cubicBezTo>
                      <a:cubicBezTo>
                        <a:pt x="146" y="206"/>
                        <a:pt x="161" y="215"/>
                        <a:pt x="176" y="232"/>
                      </a:cubicBezTo>
                      <a:cubicBezTo>
                        <a:pt x="201" y="262"/>
                        <a:pt x="222" y="296"/>
                        <a:pt x="244" y="328"/>
                      </a:cubicBezTo>
                      <a:cubicBezTo>
                        <a:pt x="257" y="348"/>
                        <a:pt x="280" y="373"/>
                        <a:pt x="288" y="396"/>
                      </a:cubicBezTo>
                      <a:cubicBezTo>
                        <a:pt x="300" y="431"/>
                        <a:pt x="308" y="474"/>
                        <a:pt x="328" y="504"/>
                      </a:cubicBezTo>
                      <a:cubicBezTo>
                        <a:pt x="357" y="494"/>
                        <a:pt x="381" y="473"/>
                        <a:pt x="412" y="464"/>
                      </a:cubicBezTo>
                      <a:cubicBezTo>
                        <a:pt x="436" y="457"/>
                        <a:pt x="463" y="456"/>
                        <a:pt x="488" y="452"/>
                      </a:cubicBezTo>
                      <a:cubicBezTo>
                        <a:pt x="588" y="437"/>
                        <a:pt x="686" y="424"/>
                        <a:pt x="788" y="416"/>
                      </a:cubicBezTo>
                      <a:cubicBezTo>
                        <a:pt x="795" y="415"/>
                        <a:pt x="804" y="417"/>
                        <a:pt x="808" y="412"/>
                      </a:cubicBezTo>
                      <a:cubicBezTo>
                        <a:pt x="809" y="411"/>
                        <a:pt x="796" y="395"/>
                        <a:pt x="788" y="384"/>
                      </a:cubicBezTo>
                      <a:cubicBezTo>
                        <a:pt x="775" y="366"/>
                        <a:pt x="763" y="345"/>
                        <a:pt x="748" y="328"/>
                      </a:cubicBezTo>
                      <a:cubicBezTo>
                        <a:pt x="745" y="325"/>
                        <a:pt x="676" y="247"/>
                        <a:pt x="672" y="244"/>
                      </a:cubicBezTo>
                      <a:cubicBezTo>
                        <a:pt x="656" y="231"/>
                        <a:pt x="641" y="216"/>
                        <a:pt x="624" y="204"/>
                      </a:cubicBezTo>
                      <a:cubicBezTo>
                        <a:pt x="606" y="191"/>
                        <a:pt x="585" y="183"/>
                        <a:pt x="568" y="168"/>
                      </a:cubicBezTo>
                      <a:cubicBezTo>
                        <a:pt x="544" y="147"/>
                        <a:pt x="518" y="117"/>
                        <a:pt x="492" y="100"/>
                      </a:cubicBezTo>
                      <a:cubicBezTo>
                        <a:pt x="460" y="52"/>
                        <a:pt x="418" y="71"/>
                        <a:pt x="360" y="68"/>
                      </a:cubicBezTo>
                      <a:cubicBezTo>
                        <a:pt x="292" y="64"/>
                        <a:pt x="168" y="0"/>
                        <a:pt x="84" y="48"/>
                      </a:cubicBezTo>
                      <a:cubicBezTo>
                        <a:pt x="0" y="96"/>
                        <a:pt x="44" y="100"/>
                        <a:pt x="20" y="108"/>
                      </a:cubicBezTo>
                      <a:cubicBezTo>
                        <a:pt x="16" y="121"/>
                        <a:pt x="16" y="116"/>
                        <a:pt x="16" y="124"/>
                      </a:cubicBezTo>
                      <a:close/>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19" name="Freeform 50"/>
                <p:cNvSpPr>
                  <a:spLocks/>
                </p:cNvSpPr>
                <p:nvPr/>
              </p:nvSpPr>
              <p:spPr bwMode="auto">
                <a:xfrm>
                  <a:off x="833" y="2677"/>
                  <a:ext cx="768" cy="602"/>
                </a:xfrm>
                <a:custGeom>
                  <a:avLst/>
                  <a:gdLst>
                    <a:gd name="T0" fmla="*/ 768 w 768"/>
                    <a:gd name="T1" fmla="*/ 446 h 602"/>
                    <a:gd name="T2" fmla="*/ 648 w 768"/>
                    <a:gd name="T3" fmla="*/ 210 h 602"/>
                    <a:gd name="T4" fmla="*/ 488 w 768"/>
                    <a:gd name="T5" fmla="*/ 62 h 602"/>
                    <a:gd name="T6" fmla="*/ 408 w 768"/>
                    <a:gd name="T7" fmla="*/ 22 h 602"/>
                    <a:gd name="T8" fmla="*/ 368 w 768"/>
                    <a:gd name="T9" fmla="*/ 10 h 602"/>
                    <a:gd name="T10" fmla="*/ 356 w 768"/>
                    <a:gd name="T11" fmla="*/ 6 h 602"/>
                    <a:gd name="T12" fmla="*/ 236 w 768"/>
                    <a:gd name="T13" fmla="*/ 14 h 602"/>
                    <a:gd name="T14" fmla="*/ 8 w 768"/>
                    <a:gd name="T15" fmla="*/ 178 h 602"/>
                    <a:gd name="T16" fmla="*/ 36 w 768"/>
                    <a:gd name="T17" fmla="*/ 226 h 602"/>
                    <a:gd name="T18" fmla="*/ 168 w 768"/>
                    <a:gd name="T19" fmla="*/ 394 h 602"/>
                    <a:gd name="T20" fmla="*/ 276 w 768"/>
                    <a:gd name="T21" fmla="*/ 562 h 602"/>
                    <a:gd name="T22" fmla="*/ 300 w 768"/>
                    <a:gd name="T23" fmla="*/ 602 h 602"/>
                    <a:gd name="T24" fmla="*/ 400 w 768"/>
                    <a:gd name="T25" fmla="*/ 518 h 602"/>
                    <a:gd name="T26" fmla="*/ 736 w 768"/>
                    <a:gd name="T27" fmla="*/ 446 h 602"/>
                    <a:gd name="T28" fmla="*/ 764 w 768"/>
                    <a:gd name="T29" fmla="*/ 434 h 6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8" h="602">
                      <a:moveTo>
                        <a:pt x="768" y="446"/>
                      </a:moveTo>
                      <a:cubicBezTo>
                        <a:pt x="752" y="425"/>
                        <a:pt x="695" y="274"/>
                        <a:pt x="648" y="210"/>
                      </a:cubicBezTo>
                      <a:cubicBezTo>
                        <a:pt x="601" y="146"/>
                        <a:pt x="528" y="93"/>
                        <a:pt x="488" y="62"/>
                      </a:cubicBezTo>
                      <a:cubicBezTo>
                        <a:pt x="448" y="31"/>
                        <a:pt x="428" y="31"/>
                        <a:pt x="408" y="22"/>
                      </a:cubicBezTo>
                      <a:cubicBezTo>
                        <a:pt x="395" y="17"/>
                        <a:pt x="381" y="14"/>
                        <a:pt x="368" y="10"/>
                      </a:cubicBezTo>
                      <a:cubicBezTo>
                        <a:pt x="364" y="9"/>
                        <a:pt x="356" y="6"/>
                        <a:pt x="356" y="6"/>
                      </a:cubicBezTo>
                      <a:cubicBezTo>
                        <a:pt x="316" y="8"/>
                        <a:pt x="274" y="0"/>
                        <a:pt x="236" y="14"/>
                      </a:cubicBezTo>
                      <a:cubicBezTo>
                        <a:pt x="178" y="43"/>
                        <a:pt x="41" y="143"/>
                        <a:pt x="8" y="178"/>
                      </a:cubicBezTo>
                      <a:cubicBezTo>
                        <a:pt x="0" y="202"/>
                        <a:pt x="21" y="207"/>
                        <a:pt x="36" y="226"/>
                      </a:cubicBezTo>
                      <a:cubicBezTo>
                        <a:pt x="63" y="262"/>
                        <a:pt x="128" y="338"/>
                        <a:pt x="168" y="394"/>
                      </a:cubicBezTo>
                      <a:cubicBezTo>
                        <a:pt x="191" y="429"/>
                        <a:pt x="257" y="531"/>
                        <a:pt x="276" y="562"/>
                      </a:cubicBezTo>
                      <a:cubicBezTo>
                        <a:pt x="298" y="597"/>
                        <a:pt x="295" y="593"/>
                        <a:pt x="300" y="602"/>
                      </a:cubicBezTo>
                      <a:cubicBezTo>
                        <a:pt x="311" y="599"/>
                        <a:pt x="327" y="544"/>
                        <a:pt x="400" y="518"/>
                      </a:cubicBezTo>
                      <a:cubicBezTo>
                        <a:pt x="473" y="492"/>
                        <a:pt x="675" y="460"/>
                        <a:pt x="736" y="446"/>
                      </a:cubicBezTo>
                      <a:cubicBezTo>
                        <a:pt x="760" y="441"/>
                        <a:pt x="751" y="447"/>
                        <a:pt x="764" y="434"/>
                      </a:cubicBezTo>
                    </a:path>
                  </a:pathLst>
                </a:custGeom>
                <a:solidFill>
                  <a:schemeClr val="bg1"/>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20" name="Freeform 51"/>
                <p:cNvSpPr>
                  <a:spLocks/>
                </p:cNvSpPr>
                <p:nvPr/>
              </p:nvSpPr>
              <p:spPr bwMode="auto">
                <a:xfrm>
                  <a:off x="1429" y="2763"/>
                  <a:ext cx="332" cy="312"/>
                </a:xfrm>
                <a:custGeom>
                  <a:avLst/>
                  <a:gdLst>
                    <a:gd name="T0" fmla="*/ 0 w 332"/>
                    <a:gd name="T1" fmla="*/ 0 h 312"/>
                    <a:gd name="T2" fmla="*/ 108 w 332"/>
                    <a:gd name="T3" fmla="*/ 116 h 312"/>
                    <a:gd name="T4" fmla="*/ 180 w 332"/>
                    <a:gd name="T5" fmla="*/ 312 h 312"/>
                    <a:gd name="T6" fmla="*/ 248 w 332"/>
                    <a:gd name="T7" fmla="*/ 284 h 312"/>
                    <a:gd name="T8" fmla="*/ 332 w 332"/>
                    <a:gd name="T9" fmla="*/ 264 h 312"/>
                    <a:gd name="T10" fmla="*/ 248 w 332"/>
                    <a:gd name="T11" fmla="*/ 128 h 312"/>
                    <a:gd name="T12" fmla="*/ 200 w 332"/>
                    <a:gd name="T13" fmla="*/ 172 h 312"/>
                    <a:gd name="T14" fmla="*/ 144 w 332"/>
                    <a:gd name="T15" fmla="*/ 76 h 312"/>
                    <a:gd name="T16" fmla="*/ 0 w 332"/>
                    <a:gd name="T17" fmla="*/ 0 h 3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2" h="312">
                      <a:moveTo>
                        <a:pt x="0" y="0"/>
                      </a:moveTo>
                      <a:lnTo>
                        <a:pt x="108" y="116"/>
                      </a:lnTo>
                      <a:lnTo>
                        <a:pt x="180" y="312"/>
                      </a:lnTo>
                      <a:lnTo>
                        <a:pt x="248" y="284"/>
                      </a:lnTo>
                      <a:lnTo>
                        <a:pt x="332" y="264"/>
                      </a:lnTo>
                      <a:lnTo>
                        <a:pt x="248" y="128"/>
                      </a:lnTo>
                      <a:lnTo>
                        <a:pt x="200" y="172"/>
                      </a:lnTo>
                      <a:lnTo>
                        <a:pt x="144" y="76"/>
                      </a:lnTo>
                      <a:lnTo>
                        <a:pt x="0" y="0"/>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6121" name="Freeform 52"/>
                <p:cNvSpPr>
                  <a:spLocks/>
                </p:cNvSpPr>
                <p:nvPr/>
              </p:nvSpPr>
              <p:spPr bwMode="auto">
                <a:xfrm>
                  <a:off x="1021" y="2719"/>
                  <a:ext cx="544" cy="400"/>
                </a:xfrm>
                <a:custGeom>
                  <a:avLst/>
                  <a:gdLst>
                    <a:gd name="T0" fmla="*/ 0 w 544"/>
                    <a:gd name="T1" fmla="*/ 32 h 400"/>
                    <a:gd name="T2" fmla="*/ 228 w 544"/>
                    <a:gd name="T3" fmla="*/ 136 h 400"/>
                    <a:gd name="T4" fmla="*/ 376 w 544"/>
                    <a:gd name="T5" fmla="*/ 300 h 400"/>
                    <a:gd name="T6" fmla="*/ 424 w 544"/>
                    <a:gd name="T7" fmla="*/ 400 h 400"/>
                    <a:gd name="T8" fmla="*/ 468 w 544"/>
                    <a:gd name="T9" fmla="*/ 388 h 400"/>
                    <a:gd name="T10" fmla="*/ 388 w 544"/>
                    <a:gd name="T11" fmla="*/ 228 h 400"/>
                    <a:gd name="T12" fmla="*/ 508 w 544"/>
                    <a:gd name="T13" fmla="*/ 388 h 400"/>
                    <a:gd name="T14" fmla="*/ 544 w 544"/>
                    <a:gd name="T15" fmla="*/ 380 h 400"/>
                    <a:gd name="T16" fmla="*/ 372 w 544"/>
                    <a:gd name="T17" fmla="*/ 156 h 400"/>
                    <a:gd name="T18" fmla="*/ 260 w 544"/>
                    <a:gd name="T19" fmla="*/ 76 h 400"/>
                    <a:gd name="T20" fmla="*/ 212 w 544"/>
                    <a:gd name="T21" fmla="*/ 28 h 400"/>
                    <a:gd name="T22" fmla="*/ 164 w 544"/>
                    <a:gd name="T23" fmla="*/ 48 h 400"/>
                    <a:gd name="T24" fmla="*/ 116 w 544"/>
                    <a:gd name="T25" fmla="*/ 40 h 400"/>
                    <a:gd name="T26" fmla="*/ 44 w 544"/>
                    <a:gd name="T27" fmla="*/ 0 h 400"/>
                    <a:gd name="T28" fmla="*/ 0 w 544"/>
                    <a:gd name="T29" fmla="*/ 32 h 4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4" h="400">
                      <a:moveTo>
                        <a:pt x="0" y="32"/>
                      </a:moveTo>
                      <a:lnTo>
                        <a:pt x="228" y="136"/>
                      </a:lnTo>
                      <a:lnTo>
                        <a:pt x="376" y="300"/>
                      </a:lnTo>
                      <a:lnTo>
                        <a:pt x="424" y="400"/>
                      </a:lnTo>
                      <a:lnTo>
                        <a:pt x="468" y="388"/>
                      </a:lnTo>
                      <a:lnTo>
                        <a:pt x="388" y="228"/>
                      </a:lnTo>
                      <a:lnTo>
                        <a:pt x="508" y="388"/>
                      </a:lnTo>
                      <a:lnTo>
                        <a:pt x="544" y="380"/>
                      </a:lnTo>
                      <a:lnTo>
                        <a:pt x="372" y="156"/>
                      </a:lnTo>
                      <a:lnTo>
                        <a:pt x="260" y="76"/>
                      </a:lnTo>
                      <a:lnTo>
                        <a:pt x="212" y="28"/>
                      </a:lnTo>
                      <a:lnTo>
                        <a:pt x="164" y="48"/>
                      </a:lnTo>
                      <a:lnTo>
                        <a:pt x="116" y="40"/>
                      </a:lnTo>
                      <a:lnTo>
                        <a:pt x="44" y="0"/>
                      </a:lnTo>
                      <a:lnTo>
                        <a:pt x="0"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6122" name="Freeform 53"/>
                <p:cNvSpPr>
                  <a:spLocks/>
                </p:cNvSpPr>
                <p:nvPr/>
              </p:nvSpPr>
              <p:spPr bwMode="auto">
                <a:xfrm>
                  <a:off x="785" y="2839"/>
                  <a:ext cx="496" cy="460"/>
                </a:xfrm>
                <a:custGeom>
                  <a:avLst/>
                  <a:gdLst>
                    <a:gd name="T0" fmla="*/ 0 w 496"/>
                    <a:gd name="T1" fmla="*/ 12 h 460"/>
                    <a:gd name="T2" fmla="*/ 56 w 496"/>
                    <a:gd name="T3" fmla="*/ 0 h 460"/>
                    <a:gd name="T4" fmla="*/ 64 w 496"/>
                    <a:gd name="T5" fmla="*/ 4 h 460"/>
                    <a:gd name="T6" fmla="*/ 212 w 496"/>
                    <a:gd name="T7" fmla="*/ 88 h 460"/>
                    <a:gd name="T8" fmla="*/ 328 w 496"/>
                    <a:gd name="T9" fmla="*/ 300 h 460"/>
                    <a:gd name="T10" fmla="*/ 496 w 496"/>
                    <a:gd name="T11" fmla="*/ 332 h 460"/>
                    <a:gd name="T12" fmla="*/ 392 w 496"/>
                    <a:gd name="T13" fmla="*/ 380 h 460"/>
                    <a:gd name="T14" fmla="*/ 336 w 496"/>
                    <a:gd name="T15" fmla="*/ 460 h 460"/>
                    <a:gd name="T16" fmla="*/ 200 w 496"/>
                    <a:gd name="T17" fmla="*/ 204 h 460"/>
                    <a:gd name="T18" fmla="*/ 56 w 496"/>
                    <a:gd name="T19" fmla="*/ 68 h 460"/>
                    <a:gd name="T20" fmla="*/ 0 w 496"/>
                    <a:gd name="T21" fmla="*/ 12 h 4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6" h="460">
                      <a:moveTo>
                        <a:pt x="0" y="12"/>
                      </a:moveTo>
                      <a:lnTo>
                        <a:pt x="56" y="0"/>
                      </a:lnTo>
                      <a:lnTo>
                        <a:pt x="64" y="4"/>
                      </a:lnTo>
                      <a:lnTo>
                        <a:pt x="212" y="88"/>
                      </a:lnTo>
                      <a:lnTo>
                        <a:pt x="328" y="300"/>
                      </a:lnTo>
                      <a:lnTo>
                        <a:pt x="496" y="332"/>
                      </a:lnTo>
                      <a:lnTo>
                        <a:pt x="392" y="380"/>
                      </a:lnTo>
                      <a:lnTo>
                        <a:pt x="336" y="460"/>
                      </a:lnTo>
                      <a:lnTo>
                        <a:pt x="200" y="204"/>
                      </a:lnTo>
                      <a:lnTo>
                        <a:pt x="56" y="68"/>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nvGrpSpPr>
              <p:cNvPr id="12" name="Group 54"/>
              <p:cNvGrpSpPr>
                <a:grpSpLocks/>
              </p:cNvGrpSpPr>
              <p:nvPr/>
            </p:nvGrpSpPr>
            <p:grpSpPr bwMode="auto">
              <a:xfrm>
                <a:off x="2549" y="1361"/>
                <a:ext cx="2203" cy="2087"/>
                <a:chOff x="2549" y="1361"/>
                <a:chExt cx="2203" cy="2087"/>
              </a:xfrm>
            </p:grpSpPr>
            <p:grpSp>
              <p:nvGrpSpPr>
                <p:cNvPr id="13" name="Group 55"/>
                <p:cNvGrpSpPr>
                  <a:grpSpLocks/>
                </p:cNvGrpSpPr>
                <p:nvPr/>
              </p:nvGrpSpPr>
              <p:grpSpPr bwMode="auto">
                <a:xfrm rot="105239">
                  <a:off x="2549" y="2499"/>
                  <a:ext cx="672" cy="436"/>
                  <a:chOff x="2452" y="2860"/>
                  <a:chExt cx="768" cy="516"/>
                </a:xfrm>
              </p:grpSpPr>
              <p:sp>
                <p:nvSpPr>
                  <p:cNvPr id="46115" name="Freeform 56"/>
                  <p:cNvSpPr>
                    <a:spLocks/>
                  </p:cNvSpPr>
                  <p:nvPr/>
                </p:nvSpPr>
                <p:spPr bwMode="auto">
                  <a:xfrm>
                    <a:off x="2805" y="2860"/>
                    <a:ext cx="183" cy="224"/>
                  </a:xfrm>
                  <a:custGeom>
                    <a:avLst/>
                    <a:gdLst>
                      <a:gd name="T0" fmla="*/ 27 w 183"/>
                      <a:gd name="T1" fmla="*/ 100 h 224"/>
                      <a:gd name="T2" fmla="*/ 31 w 183"/>
                      <a:gd name="T3" fmla="*/ 0 h 224"/>
                      <a:gd name="T4" fmla="*/ 119 w 183"/>
                      <a:gd name="T5" fmla="*/ 80 h 224"/>
                      <a:gd name="T6" fmla="*/ 183 w 183"/>
                      <a:gd name="T7" fmla="*/ 224 h 224"/>
                      <a:gd name="T8" fmla="*/ 27 w 183"/>
                      <a:gd name="T9" fmla="*/ 100 h 2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224">
                        <a:moveTo>
                          <a:pt x="27" y="100"/>
                        </a:moveTo>
                        <a:cubicBezTo>
                          <a:pt x="5" y="67"/>
                          <a:pt x="0" y="31"/>
                          <a:pt x="31" y="0"/>
                        </a:cubicBezTo>
                        <a:lnTo>
                          <a:pt x="119" y="80"/>
                        </a:lnTo>
                        <a:lnTo>
                          <a:pt x="183" y="224"/>
                        </a:lnTo>
                        <a:lnTo>
                          <a:pt x="27" y="100"/>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16" name="Freeform 57"/>
                  <p:cNvSpPr>
                    <a:spLocks/>
                  </p:cNvSpPr>
                  <p:nvPr/>
                </p:nvSpPr>
                <p:spPr bwMode="auto">
                  <a:xfrm>
                    <a:off x="2452" y="2948"/>
                    <a:ext cx="768" cy="428"/>
                  </a:xfrm>
                  <a:custGeom>
                    <a:avLst/>
                    <a:gdLst>
                      <a:gd name="T0" fmla="*/ 0 w 768"/>
                      <a:gd name="T1" fmla="*/ 116 h 428"/>
                      <a:gd name="T2" fmla="*/ 264 w 768"/>
                      <a:gd name="T3" fmla="*/ 16 h 428"/>
                      <a:gd name="T4" fmla="*/ 524 w 768"/>
                      <a:gd name="T5" fmla="*/ 0 h 428"/>
                      <a:gd name="T6" fmla="*/ 660 w 768"/>
                      <a:gd name="T7" fmla="*/ 240 h 428"/>
                      <a:gd name="T8" fmla="*/ 768 w 768"/>
                      <a:gd name="T9" fmla="*/ 312 h 428"/>
                      <a:gd name="T10" fmla="*/ 680 w 768"/>
                      <a:gd name="T11" fmla="*/ 348 h 428"/>
                      <a:gd name="T12" fmla="*/ 612 w 768"/>
                      <a:gd name="T13" fmla="*/ 428 h 428"/>
                      <a:gd name="T14" fmla="*/ 536 w 768"/>
                      <a:gd name="T15" fmla="*/ 352 h 428"/>
                      <a:gd name="T16" fmla="*/ 412 w 768"/>
                      <a:gd name="T17" fmla="*/ 300 h 428"/>
                      <a:gd name="T18" fmla="*/ 328 w 768"/>
                      <a:gd name="T19" fmla="*/ 172 h 428"/>
                      <a:gd name="T20" fmla="*/ 64 w 768"/>
                      <a:gd name="T21" fmla="*/ 168 h 428"/>
                      <a:gd name="T22" fmla="*/ 0 w 768"/>
                      <a:gd name="T23" fmla="*/ 116 h 4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68" h="428">
                        <a:moveTo>
                          <a:pt x="0" y="116"/>
                        </a:moveTo>
                        <a:lnTo>
                          <a:pt x="264" y="16"/>
                        </a:lnTo>
                        <a:lnTo>
                          <a:pt x="524" y="0"/>
                        </a:lnTo>
                        <a:lnTo>
                          <a:pt x="660" y="240"/>
                        </a:lnTo>
                        <a:cubicBezTo>
                          <a:pt x="701" y="292"/>
                          <a:pt x="765" y="294"/>
                          <a:pt x="768" y="312"/>
                        </a:cubicBezTo>
                        <a:cubicBezTo>
                          <a:pt x="708" y="332"/>
                          <a:pt x="718" y="318"/>
                          <a:pt x="680" y="348"/>
                        </a:cubicBezTo>
                        <a:cubicBezTo>
                          <a:pt x="637" y="375"/>
                          <a:pt x="636" y="376"/>
                          <a:pt x="612" y="428"/>
                        </a:cubicBezTo>
                        <a:cubicBezTo>
                          <a:pt x="564" y="352"/>
                          <a:pt x="569" y="373"/>
                          <a:pt x="536" y="352"/>
                        </a:cubicBezTo>
                        <a:cubicBezTo>
                          <a:pt x="503" y="331"/>
                          <a:pt x="447" y="330"/>
                          <a:pt x="412" y="300"/>
                        </a:cubicBezTo>
                        <a:cubicBezTo>
                          <a:pt x="392" y="278"/>
                          <a:pt x="382" y="187"/>
                          <a:pt x="328" y="172"/>
                        </a:cubicBezTo>
                        <a:lnTo>
                          <a:pt x="64" y="168"/>
                        </a:lnTo>
                        <a:lnTo>
                          <a:pt x="0" y="116"/>
                        </a:lnTo>
                        <a:close/>
                      </a:path>
                    </a:pathLst>
                  </a:custGeom>
                  <a:solidFill>
                    <a:srgbClr val="FFCC99"/>
                  </a:solidFill>
                  <a:ln w="57150" cap="flat" cmpd="sng">
                    <a:solidFill>
                      <a:schemeClr val="tx1"/>
                    </a:solidFill>
                    <a:prstDash val="solid"/>
                    <a:round/>
                    <a:headEnd type="none" w="med" len="med"/>
                    <a:tailEnd type="none" w="med" len="med"/>
                  </a:ln>
                  <a:effectLst/>
                </p:spPr>
                <p:txBody>
                  <a:bodyPr wrap="none" anchor="ctr"/>
                  <a:lstStyle/>
                  <a:p>
                    <a:endParaRPr lang="en-US"/>
                  </a:p>
                </p:txBody>
              </p:sp>
            </p:grpSp>
            <p:sp>
              <p:nvSpPr>
                <p:cNvPr id="46098" name="Freeform 58"/>
                <p:cNvSpPr>
                  <a:spLocks/>
                </p:cNvSpPr>
                <p:nvPr/>
              </p:nvSpPr>
              <p:spPr bwMode="auto">
                <a:xfrm>
                  <a:off x="3765" y="1435"/>
                  <a:ext cx="504" cy="936"/>
                </a:xfrm>
                <a:custGeom>
                  <a:avLst/>
                  <a:gdLst>
                    <a:gd name="T0" fmla="*/ 192 w 504"/>
                    <a:gd name="T1" fmla="*/ 936 h 936"/>
                    <a:gd name="T2" fmla="*/ 152 w 504"/>
                    <a:gd name="T3" fmla="*/ 882 h 936"/>
                    <a:gd name="T4" fmla="*/ 183 w 504"/>
                    <a:gd name="T5" fmla="*/ 782 h 936"/>
                    <a:gd name="T6" fmla="*/ 108 w 504"/>
                    <a:gd name="T7" fmla="*/ 731 h 936"/>
                    <a:gd name="T8" fmla="*/ 45 w 504"/>
                    <a:gd name="T9" fmla="*/ 651 h 936"/>
                    <a:gd name="T10" fmla="*/ 0 w 504"/>
                    <a:gd name="T11" fmla="*/ 457 h 936"/>
                    <a:gd name="T12" fmla="*/ 49 w 504"/>
                    <a:gd name="T13" fmla="*/ 131 h 936"/>
                    <a:gd name="T14" fmla="*/ 103 w 504"/>
                    <a:gd name="T15" fmla="*/ 54 h 936"/>
                    <a:gd name="T16" fmla="*/ 187 w 504"/>
                    <a:gd name="T17" fmla="*/ 0 h 936"/>
                    <a:gd name="T18" fmla="*/ 303 w 504"/>
                    <a:gd name="T19" fmla="*/ 14 h 936"/>
                    <a:gd name="T20" fmla="*/ 446 w 504"/>
                    <a:gd name="T21" fmla="*/ 145 h 936"/>
                    <a:gd name="T22" fmla="*/ 468 w 504"/>
                    <a:gd name="T23" fmla="*/ 217 h 936"/>
                    <a:gd name="T24" fmla="*/ 495 w 504"/>
                    <a:gd name="T25" fmla="*/ 380 h 936"/>
                    <a:gd name="T26" fmla="*/ 500 w 504"/>
                    <a:gd name="T27" fmla="*/ 565 h 936"/>
                    <a:gd name="T28" fmla="*/ 500 w 504"/>
                    <a:gd name="T29" fmla="*/ 719 h 936"/>
                    <a:gd name="T30" fmla="*/ 303 w 504"/>
                    <a:gd name="T31" fmla="*/ 877 h 936"/>
                    <a:gd name="T32" fmla="*/ 192 w 504"/>
                    <a:gd name="T33" fmla="*/ 936 h 9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4" h="936">
                      <a:moveTo>
                        <a:pt x="192" y="936"/>
                      </a:moveTo>
                      <a:lnTo>
                        <a:pt x="152" y="882"/>
                      </a:lnTo>
                      <a:lnTo>
                        <a:pt x="183" y="782"/>
                      </a:lnTo>
                      <a:cubicBezTo>
                        <a:pt x="182" y="737"/>
                        <a:pt x="168" y="746"/>
                        <a:pt x="108" y="731"/>
                      </a:cubicBezTo>
                      <a:cubicBezTo>
                        <a:pt x="95" y="712"/>
                        <a:pt x="55" y="673"/>
                        <a:pt x="45" y="651"/>
                      </a:cubicBezTo>
                      <a:cubicBezTo>
                        <a:pt x="22" y="599"/>
                        <a:pt x="4" y="512"/>
                        <a:pt x="0" y="457"/>
                      </a:cubicBezTo>
                      <a:cubicBezTo>
                        <a:pt x="1" y="397"/>
                        <a:pt x="0" y="206"/>
                        <a:pt x="49" y="131"/>
                      </a:cubicBezTo>
                      <a:cubicBezTo>
                        <a:pt x="57" y="97"/>
                        <a:pt x="85" y="83"/>
                        <a:pt x="103" y="54"/>
                      </a:cubicBezTo>
                      <a:cubicBezTo>
                        <a:pt x="125" y="20"/>
                        <a:pt x="146" y="8"/>
                        <a:pt x="187" y="0"/>
                      </a:cubicBezTo>
                      <a:cubicBezTo>
                        <a:pt x="226" y="3"/>
                        <a:pt x="264" y="6"/>
                        <a:pt x="303" y="14"/>
                      </a:cubicBezTo>
                      <a:cubicBezTo>
                        <a:pt x="367" y="46"/>
                        <a:pt x="416" y="75"/>
                        <a:pt x="446" y="145"/>
                      </a:cubicBezTo>
                      <a:cubicBezTo>
                        <a:pt x="456" y="168"/>
                        <a:pt x="457" y="193"/>
                        <a:pt x="468" y="217"/>
                      </a:cubicBezTo>
                      <a:cubicBezTo>
                        <a:pt x="479" y="271"/>
                        <a:pt x="484" y="326"/>
                        <a:pt x="495" y="380"/>
                      </a:cubicBezTo>
                      <a:cubicBezTo>
                        <a:pt x="504" y="475"/>
                        <a:pt x="500" y="413"/>
                        <a:pt x="500" y="565"/>
                      </a:cubicBezTo>
                      <a:lnTo>
                        <a:pt x="500" y="719"/>
                      </a:lnTo>
                      <a:lnTo>
                        <a:pt x="303" y="877"/>
                      </a:lnTo>
                      <a:lnTo>
                        <a:pt x="192" y="936"/>
                      </a:lnTo>
                      <a:close/>
                    </a:path>
                  </a:pathLst>
                </a:custGeom>
                <a:solidFill>
                  <a:srgbClr val="FFCC99"/>
                </a:solidFill>
                <a:ln w="12700" cap="flat" cmpd="sng">
                  <a:noFill/>
                  <a:prstDash val="solid"/>
                  <a:round/>
                  <a:headEnd type="none" w="med" len="med"/>
                  <a:tailEnd type="none" w="med" len="med"/>
                </a:ln>
                <a:effectLst/>
              </p:spPr>
              <p:txBody>
                <a:bodyPr wrap="none" anchor="ctr"/>
                <a:lstStyle/>
                <a:p>
                  <a:endParaRPr lang="en-US"/>
                </a:p>
              </p:txBody>
            </p:sp>
            <p:sp>
              <p:nvSpPr>
                <p:cNvPr id="46099" name="Freeform 59"/>
                <p:cNvSpPr>
                  <a:spLocks/>
                </p:cNvSpPr>
                <p:nvPr/>
              </p:nvSpPr>
              <p:spPr bwMode="auto">
                <a:xfrm>
                  <a:off x="3719" y="1361"/>
                  <a:ext cx="749" cy="745"/>
                </a:xfrm>
                <a:custGeom>
                  <a:avLst/>
                  <a:gdLst>
                    <a:gd name="T0" fmla="*/ 563 w 749"/>
                    <a:gd name="T1" fmla="*/ 679 h 745"/>
                    <a:gd name="T2" fmla="*/ 643 w 749"/>
                    <a:gd name="T3" fmla="*/ 602 h 745"/>
                    <a:gd name="T4" fmla="*/ 719 w 749"/>
                    <a:gd name="T5" fmla="*/ 498 h 745"/>
                    <a:gd name="T6" fmla="*/ 749 w 749"/>
                    <a:gd name="T7" fmla="*/ 360 h 745"/>
                    <a:gd name="T8" fmla="*/ 683 w 749"/>
                    <a:gd name="T9" fmla="*/ 150 h 745"/>
                    <a:gd name="T10" fmla="*/ 623 w 749"/>
                    <a:gd name="T11" fmla="*/ 48 h 745"/>
                    <a:gd name="T12" fmla="*/ 515 w 749"/>
                    <a:gd name="T13" fmla="*/ 0 h 745"/>
                    <a:gd name="T14" fmla="*/ 149 w 749"/>
                    <a:gd name="T15" fmla="*/ 72 h 745"/>
                    <a:gd name="T16" fmla="*/ 0 w 749"/>
                    <a:gd name="T17" fmla="*/ 159 h 745"/>
                    <a:gd name="T18" fmla="*/ 1 w 749"/>
                    <a:gd name="T19" fmla="*/ 289 h 745"/>
                    <a:gd name="T20" fmla="*/ 88 w 749"/>
                    <a:gd name="T21" fmla="*/ 385 h 745"/>
                    <a:gd name="T22" fmla="*/ 184 w 749"/>
                    <a:gd name="T23" fmla="*/ 415 h 745"/>
                    <a:gd name="T24" fmla="*/ 160 w 749"/>
                    <a:gd name="T25" fmla="*/ 505 h 745"/>
                    <a:gd name="T26" fmla="*/ 229 w 749"/>
                    <a:gd name="T27" fmla="*/ 535 h 745"/>
                    <a:gd name="T28" fmla="*/ 238 w 749"/>
                    <a:gd name="T29" fmla="*/ 643 h 745"/>
                    <a:gd name="T30" fmla="*/ 358 w 749"/>
                    <a:gd name="T31" fmla="*/ 730 h 745"/>
                    <a:gd name="T32" fmla="*/ 484 w 749"/>
                    <a:gd name="T33" fmla="*/ 745 h 745"/>
                    <a:gd name="T34" fmla="*/ 563 w 749"/>
                    <a:gd name="T35" fmla="*/ 679 h 74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49" h="745">
                      <a:moveTo>
                        <a:pt x="563" y="679"/>
                      </a:moveTo>
                      <a:lnTo>
                        <a:pt x="643" y="602"/>
                      </a:lnTo>
                      <a:lnTo>
                        <a:pt x="719" y="498"/>
                      </a:lnTo>
                      <a:lnTo>
                        <a:pt x="749" y="360"/>
                      </a:lnTo>
                      <a:lnTo>
                        <a:pt x="683" y="150"/>
                      </a:lnTo>
                      <a:lnTo>
                        <a:pt x="623" y="48"/>
                      </a:lnTo>
                      <a:lnTo>
                        <a:pt x="515" y="0"/>
                      </a:lnTo>
                      <a:lnTo>
                        <a:pt x="149" y="72"/>
                      </a:lnTo>
                      <a:lnTo>
                        <a:pt x="0" y="159"/>
                      </a:lnTo>
                      <a:lnTo>
                        <a:pt x="1" y="289"/>
                      </a:lnTo>
                      <a:lnTo>
                        <a:pt x="88" y="385"/>
                      </a:lnTo>
                      <a:lnTo>
                        <a:pt x="184" y="415"/>
                      </a:lnTo>
                      <a:lnTo>
                        <a:pt x="160" y="505"/>
                      </a:lnTo>
                      <a:lnTo>
                        <a:pt x="229" y="535"/>
                      </a:lnTo>
                      <a:lnTo>
                        <a:pt x="238" y="643"/>
                      </a:lnTo>
                      <a:lnTo>
                        <a:pt x="358" y="730"/>
                      </a:lnTo>
                      <a:lnTo>
                        <a:pt x="484" y="745"/>
                      </a:lnTo>
                      <a:lnTo>
                        <a:pt x="563" y="679"/>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00" name="Freeform 60"/>
                <p:cNvSpPr>
                  <a:spLocks/>
                </p:cNvSpPr>
                <p:nvPr/>
              </p:nvSpPr>
              <p:spPr bwMode="auto">
                <a:xfrm>
                  <a:off x="3841" y="1420"/>
                  <a:ext cx="510" cy="203"/>
                </a:xfrm>
                <a:custGeom>
                  <a:avLst/>
                  <a:gdLst>
                    <a:gd name="T0" fmla="*/ 72 w 456"/>
                    <a:gd name="T1" fmla="*/ 36 h 180"/>
                    <a:gd name="T2" fmla="*/ 4 w 456"/>
                    <a:gd name="T3" fmla="*/ 59 h 180"/>
                    <a:gd name="T4" fmla="*/ 0 w 456"/>
                    <a:gd name="T5" fmla="*/ 131 h 180"/>
                    <a:gd name="T6" fmla="*/ 107 w 456"/>
                    <a:gd name="T7" fmla="*/ 140 h 180"/>
                    <a:gd name="T8" fmla="*/ 157 w 456"/>
                    <a:gd name="T9" fmla="*/ 86 h 180"/>
                    <a:gd name="T10" fmla="*/ 273 w 456"/>
                    <a:gd name="T11" fmla="*/ 203 h 180"/>
                    <a:gd name="T12" fmla="*/ 273 w 456"/>
                    <a:gd name="T13" fmla="*/ 104 h 180"/>
                    <a:gd name="T14" fmla="*/ 371 w 456"/>
                    <a:gd name="T15" fmla="*/ 99 h 180"/>
                    <a:gd name="T16" fmla="*/ 501 w 456"/>
                    <a:gd name="T17" fmla="*/ 171 h 180"/>
                    <a:gd name="T18" fmla="*/ 510 w 456"/>
                    <a:gd name="T19" fmla="*/ 95 h 180"/>
                    <a:gd name="T20" fmla="*/ 456 w 456"/>
                    <a:gd name="T21" fmla="*/ 27 h 180"/>
                    <a:gd name="T22" fmla="*/ 349 w 456"/>
                    <a:gd name="T23" fmla="*/ 0 h 180"/>
                    <a:gd name="T24" fmla="*/ 72 w 456"/>
                    <a:gd name="T25" fmla="*/ 36 h 1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56" h="180">
                      <a:moveTo>
                        <a:pt x="64" y="32"/>
                      </a:moveTo>
                      <a:lnTo>
                        <a:pt x="4" y="52"/>
                      </a:lnTo>
                      <a:lnTo>
                        <a:pt x="0" y="116"/>
                      </a:lnTo>
                      <a:lnTo>
                        <a:pt x="96" y="124"/>
                      </a:lnTo>
                      <a:lnTo>
                        <a:pt x="140" y="76"/>
                      </a:lnTo>
                      <a:lnTo>
                        <a:pt x="244" y="180"/>
                      </a:lnTo>
                      <a:lnTo>
                        <a:pt x="244" y="92"/>
                      </a:lnTo>
                      <a:lnTo>
                        <a:pt x="332" y="88"/>
                      </a:lnTo>
                      <a:lnTo>
                        <a:pt x="448" y="152"/>
                      </a:lnTo>
                      <a:lnTo>
                        <a:pt x="456" y="84"/>
                      </a:lnTo>
                      <a:lnTo>
                        <a:pt x="408" y="24"/>
                      </a:lnTo>
                      <a:lnTo>
                        <a:pt x="312" y="0"/>
                      </a:lnTo>
                      <a:lnTo>
                        <a:pt x="64" y="32"/>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6101" name="Freeform 61"/>
                <p:cNvSpPr>
                  <a:spLocks/>
                </p:cNvSpPr>
                <p:nvPr/>
              </p:nvSpPr>
              <p:spPr bwMode="auto">
                <a:xfrm>
                  <a:off x="3756" y="1638"/>
                  <a:ext cx="303" cy="688"/>
                </a:xfrm>
                <a:custGeom>
                  <a:avLst/>
                  <a:gdLst>
                    <a:gd name="T0" fmla="*/ 51 w 303"/>
                    <a:gd name="T1" fmla="*/ 18 h 688"/>
                    <a:gd name="T2" fmla="*/ 18 w 303"/>
                    <a:gd name="T3" fmla="*/ 126 h 688"/>
                    <a:gd name="T4" fmla="*/ 33 w 303"/>
                    <a:gd name="T5" fmla="*/ 303 h 688"/>
                    <a:gd name="T6" fmla="*/ 65 w 303"/>
                    <a:gd name="T7" fmla="*/ 439 h 688"/>
                    <a:gd name="T8" fmla="*/ 117 w 303"/>
                    <a:gd name="T9" fmla="*/ 513 h 688"/>
                    <a:gd name="T10" fmla="*/ 210 w 303"/>
                    <a:gd name="T11" fmla="*/ 516 h 688"/>
                    <a:gd name="T12" fmla="*/ 303 w 303"/>
                    <a:gd name="T13" fmla="*/ 498 h 688"/>
                    <a:gd name="T14" fmla="*/ 228 w 303"/>
                    <a:gd name="T15" fmla="*/ 561 h 688"/>
                    <a:gd name="T16" fmla="*/ 193 w 303"/>
                    <a:gd name="T17" fmla="*/ 688 h 688"/>
                    <a:gd name="T18" fmla="*/ 165 w 303"/>
                    <a:gd name="T19" fmla="*/ 549 h 688"/>
                    <a:gd name="T20" fmla="*/ 78 w 303"/>
                    <a:gd name="T21" fmla="*/ 531 h 688"/>
                    <a:gd name="T22" fmla="*/ 0 w 303"/>
                    <a:gd name="T23" fmla="*/ 315 h 688"/>
                    <a:gd name="T24" fmla="*/ 3 w 303"/>
                    <a:gd name="T25" fmla="*/ 99 h 688"/>
                    <a:gd name="T26" fmla="*/ 18 w 303"/>
                    <a:gd name="T27" fmla="*/ 0 h 688"/>
                    <a:gd name="T28" fmla="*/ 51 w 303"/>
                    <a:gd name="T29" fmla="*/ 18 h 6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03" h="688">
                      <a:moveTo>
                        <a:pt x="51" y="18"/>
                      </a:moveTo>
                      <a:lnTo>
                        <a:pt x="18" y="126"/>
                      </a:lnTo>
                      <a:lnTo>
                        <a:pt x="33" y="303"/>
                      </a:lnTo>
                      <a:lnTo>
                        <a:pt x="65" y="439"/>
                      </a:lnTo>
                      <a:lnTo>
                        <a:pt x="117" y="513"/>
                      </a:lnTo>
                      <a:lnTo>
                        <a:pt x="210" y="516"/>
                      </a:lnTo>
                      <a:lnTo>
                        <a:pt x="303" y="498"/>
                      </a:lnTo>
                      <a:lnTo>
                        <a:pt x="228" y="561"/>
                      </a:lnTo>
                      <a:lnTo>
                        <a:pt x="193" y="688"/>
                      </a:lnTo>
                      <a:cubicBezTo>
                        <a:pt x="183" y="686"/>
                        <a:pt x="184" y="575"/>
                        <a:pt x="165" y="549"/>
                      </a:cubicBezTo>
                      <a:cubicBezTo>
                        <a:pt x="150" y="546"/>
                        <a:pt x="106" y="570"/>
                        <a:pt x="78" y="531"/>
                      </a:cubicBezTo>
                      <a:lnTo>
                        <a:pt x="0" y="315"/>
                      </a:lnTo>
                      <a:lnTo>
                        <a:pt x="3" y="99"/>
                      </a:lnTo>
                      <a:lnTo>
                        <a:pt x="18" y="0"/>
                      </a:lnTo>
                      <a:lnTo>
                        <a:pt x="51" y="1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02" name="Freeform 62"/>
                <p:cNvSpPr>
                  <a:spLocks/>
                </p:cNvSpPr>
                <p:nvPr/>
              </p:nvSpPr>
              <p:spPr bwMode="auto">
                <a:xfrm>
                  <a:off x="4162" y="1841"/>
                  <a:ext cx="28" cy="71"/>
                </a:xfrm>
                <a:custGeom>
                  <a:avLst/>
                  <a:gdLst>
                    <a:gd name="T0" fmla="*/ 0 w 28"/>
                    <a:gd name="T1" fmla="*/ 8 h 71"/>
                    <a:gd name="T2" fmla="*/ 28 w 28"/>
                    <a:gd name="T3" fmla="*/ 0 h 71"/>
                    <a:gd name="T4" fmla="*/ 16 w 28"/>
                    <a:gd name="T5" fmla="*/ 71 h 71"/>
                    <a:gd name="T6" fmla="*/ 0 w 28"/>
                    <a:gd name="T7" fmla="*/ 8 h 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71">
                      <a:moveTo>
                        <a:pt x="0" y="8"/>
                      </a:moveTo>
                      <a:lnTo>
                        <a:pt x="28" y="0"/>
                      </a:lnTo>
                      <a:lnTo>
                        <a:pt x="16" y="71"/>
                      </a:lnTo>
                      <a:lnTo>
                        <a:pt x="0" y="8"/>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03" name="Freeform 63"/>
                <p:cNvSpPr>
                  <a:spLocks/>
                </p:cNvSpPr>
                <p:nvPr/>
              </p:nvSpPr>
              <p:spPr bwMode="auto">
                <a:xfrm>
                  <a:off x="4239" y="1850"/>
                  <a:ext cx="169" cy="154"/>
                </a:xfrm>
                <a:custGeom>
                  <a:avLst/>
                  <a:gdLst>
                    <a:gd name="T0" fmla="*/ 9 w 169"/>
                    <a:gd name="T1" fmla="*/ 154 h 154"/>
                    <a:gd name="T2" fmla="*/ 0 w 169"/>
                    <a:gd name="T3" fmla="*/ 73 h 154"/>
                    <a:gd name="T4" fmla="*/ 67 w 169"/>
                    <a:gd name="T5" fmla="*/ 6 h 154"/>
                    <a:gd name="T6" fmla="*/ 79 w 169"/>
                    <a:gd name="T7" fmla="*/ 60 h 154"/>
                    <a:gd name="T8" fmla="*/ 115 w 169"/>
                    <a:gd name="T9" fmla="*/ 27 h 154"/>
                    <a:gd name="T10" fmla="*/ 169 w 169"/>
                    <a:gd name="T11" fmla="*/ 0 h 154"/>
                    <a:gd name="T12" fmla="*/ 121 w 169"/>
                    <a:gd name="T13" fmla="*/ 60 h 154"/>
                    <a:gd name="T14" fmla="*/ 9 w 169"/>
                    <a:gd name="T15" fmla="*/ 154 h 1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9" h="154">
                      <a:moveTo>
                        <a:pt x="9" y="154"/>
                      </a:moveTo>
                      <a:lnTo>
                        <a:pt x="0" y="73"/>
                      </a:lnTo>
                      <a:lnTo>
                        <a:pt x="67" y="6"/>
                      </a:lnTo>
                      <a:lnTo>
                        <a:pt x="79" y="60"/>
                      </a:lnTo>
                      <a:lnTo>
                        <a:pt x="115" y="27"/>
                      </a:lnTo>
                      <a:lnTo>
                        <a:pt x="169" y="0"/>
                      </a:lnTo>
                      <a:lnTo>
                        <a:pt x="121" y="60"/>
                      </a:lnTo>
                      <a:lnTo>
                        <a:pt x="9" y="154"/>
                      </a:lnTo>
                      <a:close/>
                    </a:path>
                  </a:pathLst>
                </a:custGeom>
                <a:solidFill>
                  <a:schemeClr val="bg2"/>
                </a:solidFill>
                <a:ln w="9525" cap="flat" cmpd="sng">
                  <a:noFill/>
                  <a:prstDash val="solid"/>
                  <a:round/>
                  <a:headEnd type="none" w="med" len="med"/>
                  <a:tailEnd type="none" w="med" len="med"/>
                </a:ln>
                <a:effectLst/>
              </p:spPr>
              <p:txBody>
                <a:bodyPr wrap="none" anchor="ctr"/>
                <a:lstStyle/>
                <a:p>
                  <a:endParaRPr lang="en-US"/>
                </a:p>
              </p:txBody>
            </p:sp>
            <p:sp>
              <p:nvSpPr>
                <p:cNvPr id="46104" name="Freeform 64"/>
                <p:cNvSpPr>
                  <a:spLocks/>
                </p:cNvSpPr>
                <p:nvPr/>
              </p:nvSpPr>
              <p:spPr bwMode="auto">
                <a:xfrm>
                  <a:off x="3137" y="2175"/>
                  <a:ext cx="1600" cy="1273"/>
                </a:xfrm>
                <a:custGeom>
                  <a:avLst/>
                  <a:gdLst>
                    <a:gd name="T0" fmla="*/ 1404 w 1600"/>
                    <a:gd name="T1" fmla="*/ 112 h 1273"/>
                    <a:gd name="T2" fmla="*/ 1152 w 1600"/>
                    <a:gd name="T3" fmla="*/ 0 h 1273"/>
                    <a:gd name="T4" fmla="*/ 926 w 1600"/>
                    <a:gd name="T5" fmla="*/ 164 h 1273"/>
                    <a:gd name="T6" fmla="*/ 845 w 1600"/>
                    <a:gd name="T7" fmla="*/ 200 h 1273"/>
                    <a:gd name="T8" fmla="*/ 746 w 1600"/>
                    <a:gd name="T9" fmla="*/ 245 h 1273"/>
                    <a:gd name="T10" fmla="*/ 575 w 1600"/>
                    <a:gd name="T11" fmla="*/ 311 h 1273"/>
                    <a:gd name="T12" fmla="*/ 476 w 1600"/>
                    <a:gd name="T13" fmla="*/ 380 h 1273"/>
                    <a:gd name="T14" fmla="*/ 296 w 1600"/>
                    <a:gd name="T15" fmla="*/ 688 h 1273"/>
                    <a:gd name="T16" fmla="*/ 255 w 1600"/>
                    <a:gd name="T17" fmla="*/ 811 h 1273"/>
                    <a:gd name="T18" fmla="*/ 99 w 1600"/>
                    <a:gd name="T19" fmla="*/ 910 h 1273"/>
                    <a:gd name="T20" fmla="*/ 0 w 1600"/>
                    <a:gd name="T21" fmla="*/ 1120 h 1273"/>
                    <a:gd name="T22" fmla="*/ 584 w 1600"/>
                    <a:gd name="T23" fmla="*/ 1220 h 1273"/>
                    <a:gd name="T24" fmla="*/ 840 w 1600"/>
                    <a:gd name="T25" fmla="*/ 812 h 1273"/>
                    <a:gd name="T26" fmla="*/ 1304 w 1600"/>
                    <a:gd name="T27" fmla="*/ 672 h 1273"/>
                    <a:gd name="T28" fmla="*/ 1592 w 1600"/>
                    <a:gd name="T29" fmla="*/ 824 h 1273"/>
                    <a:gd name="T30" fmla="*/ 1600 w 1600"/>
                    <a:gd name="T31" fmla="*/ 544 h 1273"/>
                    <a:gd name="T32" fmla="*/ 1512 w 1600"/>
                    <a:gd name="T33" fmla="*/ 188 h 1273"/>
                    <a:gd name="T34" fmla="*/ 1404 w 1600"/>
                    <a:gd name="T35" fmla="*/ 112 h 12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0" h="1273">
                      <a:moveTo>
                        <a:pt x="1404" y="112"/>
                      </a:moveTo>
                      <a:lnTo>
                        <a:pt x="1152" y="0"/>
                      </a:lnTo>
                      <a:lnTo>
                        <a:pt x="926" y="164"/>
                      </a:lnTo>
                      <a:lnTo>
                        <a:pt x="845" y="200"/>
                      </a:lnTo>
                      <a:lnTo>
                        <a:pt x="746" y="245"/>
                      </a:lnTo>
                      <a:lnTo>
                        <a:pt x="575" y="311"/>
                      </a:lnTo>
                      <a:lnTo>
                        <a:pt x="476" y="380"/>
                      </a:lnTo>
                      <a:lnTo>
                        <a:pt x="296" y="688"/>
                      </a:lnTo>
                      <a:cubicBezTo>
                        <a:pt x="296" y="688"/>
                        <a:pt x="275" y="749"/>
                        <a:pt x="255" y="811"/>
                      </a:cubicBezTo>
                      <a:cubicBezTo>
                        <a:pt x="222" y="848"/>
                        <a:pt x="141" y="859"/>
                        <a:pt x="99" y="910"/>
                      </a:cubicBezTo>
                      <a:cubicBezTo>
                        <a:pt x="57" y="961"/>
                        <a:pt x="46" y="965"/>
                        <a:pt x="0" y="1120"/>
                      </a:cubicBezTo>
                      <a:cubicBezTo>
                        <a:pt x="130" y="1193"/>
                        <a:pt x="449" y="1273"/>
                        <a:pt x="584" y="1220"/>
                      </a:cubicBezTo>
                      <a:cubicBezTo>
                        <a:pt x="656" y="1172"/>
                        <a:pt x="684" y="908"/>
                        <a:pt x="840" y="812"/>
                      </a:cubicBezTo>
                      <a:cubicBezTo>
                        <a:pt x="996" y="716"/>
                        <a:pt x="1136" y="680"/>
                        <a:pt x="1304" y="672"/>
                      </a:cubicBezTo>
                      <a:cubicBezTo>
                        <a:pt x="1472" y="664"/>
                        <a:pt x="1552" y="764"/>
                        <a:pt x="1592" y="824"/>
                      </a:cubicBezTo>
                      <a:cubicBezTo>
                        <a:pt x="1596" y="684"/>
                        <a:pt x="1600" y="544"/>
                        <a:pt x="1600" y="544"/>
                      </a:cubicBezTo>
                      <a:lnTo>
                        <a:pt x="1512" y="188"/>
                      </a:lnTo>
                      <a:lnTo>
                        <a:pt x="1404" y="112"/>
                      </a:lnTo>
                      <a:close/>
                    </a:path>
                  </a:pathLst>
                </a:custGeom>
                <a:solidFill>
                  <a:srgbClr val="993366"/>
                </a:solidFill>
                <a:ln w="57150" cap="flat" cmpd="sng">
                  <a:noFill/>
                  <a:prstDash val="solid"/>
                  <a:round/>
                  <a:headEnd type="none" w="med" len="med"/>
                  <a:tailEnd type="none" w="med" len="med"/>
                </a:ln>
                <a:effectLst/>
              </p:spPr>
              <p:txBody>
                <a:bodyPr wrap="none" anchor="ctr"/>
                <a:lstStyle/>
                <a:p>
                  <a:endParaRPr lang="en-US"/>
                </a:p>
              </p:txBody>
            </p:sp>
            <p:sp>
              <p:nvSpPr>
                <p:cNvPr id="46105" name="Freeform 65"/>
                <p:cNvSpPr>
                  <a:spLocks/>
                </p:cNvSpPr>
                <p:nvPr/>
              </p:nvSpPr>
              <p:spPr bwMode="auto">
                <a:xfrm>
                  <a:off x="3333" y="2359"/>
                  <a:ext cx="812" cy="864"/>
                </a:xfrm>
                <a:custGeom>
                  <a:avLst/>
                  <a:gdLst>
                    <a:gd name="T0" fmla="*/ 576 w 812"/>
                    <a:gd name="T1" fmla="*/ 32 h 864"/>
                    <a:gd name="T2" fmla="*/ 364 w 812"/>
                    <a:gd name="T3" fmla="*/ 112 h 864"/>
                    <a:gd name="T4" fmla="*/ 260 w 812"/>
                    <a:gd name="T5" fmla="*/ 180 h 864"/>
                    <a:gd name="T6" fmla="*/ 68 w 812"/>
                    <a:gd name="T7" fmla="*/ 492 h 864"/>
                    <a:gd name="T8" fmla="*/ 0 w 812"/>
                    <a:gd name="T9" fmla="*/ 864 h 864"/>
                    <a:gd name="T10" fmla="*/ 116 w 812"/>
                    <a:gd name="T11" fmla="*/ 648 h 864"/>
                    <a:gd name="T12" fmla="*/ 116 w 812"/>
                    <a:gd name="T13" fmla="*/ 540 h 864"/>
                    <a:gd name="T14" fmla="*/ 356 w 812"/>
                    <a:gd name="T15" fmla="*/ 160 h 864"/>
                    <a:gd name="T16" fmla="*/ 532 w 812"/>
                    <a:gd name="T17" fmla="*/ 92 h 864"/>
                    <a:gd name="T18" fmla="*/ 812 w 812"/>
                    <a:gd name="T19" fmla="*/ 52 h 864"/>
                    <a:gd name="T20" fmla="*/ 620 w 812"/>
                    <a:gd name="T21" fmla="*/ 0 h 864"/>
                    <a:gd name="T22" fmla="*/ 576 w 812"/>
                    <a:gd name="T23" fmla="*/ 32 h 8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12" h="864">
                      <a:moveTo>
                        <a:pt x="576" y="32"/>
                      </a:moveTo>
                      <a:lnTo>
                        <a:pt x="364" y="112"/>
                      </a:lnTo>
                      <a:lnTo>
                        <a:pt x="260" y="180"/>
                      </a:lnTo>
                      <a:lnTo>
                        <a:pt x="68" y="492"/>
                      </a:lnTo>
                      <a:lnTo>
                        <a:pt x="0" y="864"/>
                      </a:lnTo>
                      <a:lnTo>
                        <a:pt x="116" y="648"/>
                      </a:lnTo>
                      <a:lnTo>
                        <a:pt x="116" y="540"/>
                      </a:lnTo>
                      <a:lnTo>
                        <a:pt x="356" y="160"/>
                      </a:lnTo>
                      <a:lnTo>
                        <a:pt x="532" y="92"/>
                      </a:lnTo>
                      <a:lnTo>
                        <a:pt x="812" y="52"/>
                      </a:lnTo>
                      <a:lnTo>
                        <a:pt x="620" y="0"/>
                      </a:lnTo>
                      <a:lnTo>
                        <a:pt x="576" y="3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06" name="Freeform 66"/>
                <p:cNvSpPr>
                  <a:spLocks/>
                </p:cNvSpPr>
                <p:nvPr/>
              </p:nvSpPr>
              <p:spPr bwMode="auto">
                <a:xfrm>
                  <a:off x="4282" y="2165"/>
                  <a:ext cx="435" cy="458"/>
                </a:xfrm>
                <a:custGeom>
                  <a:avLst/>
                  <a:gdLst>
                    <a:gd name="T0" fmla="*/ 6 w 435"/>
                    <a:gd name="T1" fmla="*/ 0 h 458"/>
                    <a:gd name="T2" fmla="*/ 387 w 435"/>
                    <a:gd name="T3" fmla="*/ 178 h 458"/>
                    <a:gd name="T4" fmla="*/ 435 w 435"/>
                    <a:gd name="T5" fmla="*/ 458 h 458"/>
                    <a:gd name="T6" fmla="*/ 331 w 435"/>
                    <a:gd name="T7" fmla="*/ 198 h 458"/>
                    <a:gd name="T8" fmla="*/ 247 w 435"/>
                    <a:gd name="T9" fmla="*/ 210 h 458"/>
                    <a:gd name="T10" fmla="*/ 167 w 435"/>
                    <a:gd name="T11" fmla="*/ 142 h 458"/>
                    <a:gd name="T12" fmla="*/ 255 w 435"/>
                    <a:gd name="T13" fmla="*/ 326 h 458"/>
                    <a:gd name="T14" fmla="*/ 83 w 435"/>
                    <a:gd name="T15" fmla="*/ 170 h 458"/>
                    <a:gd name="T16" fmla="*/ 73 w 435"/>
                    <a:gd name="T17" fmla="*/ 92 h 458"/>
                    <a:gd name="T18" fmla="*/ 109 w 435"/>
                    <a:gd name="T19" fmla="*/ 74 h 458"/>
                    <a:gd name="T20" fmla="*/ 0 w 435"/>
                    <a:gd name="T21" fmla="*/ 18 h 458"/>
                    <a:gd name="T22" fmla="*/ 6 w 435"/>
                    <a:gd name="T23" fmla="*/ 0 h 4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5" h="458">
                      <a:moveTo>
                        <a:pt x="6" y="0"/>
                      </a:moveTo>
                      <a:lnTo>
                        <a:pt x="387" y="178"/>
                      </a:lnTo>
                      <a:lnTo>
                        <a:pt x="435" y="458"/>
                      </a:lnTo>
                      <a:lnTo>
                        <a:pt x="331" y="198"/>
                      </a:lnTo>
                      <a:lnTo>
                        <a:pt x="247" y="210"/>
                      </a:lnTo>
                      <a:lnTo>
                        <a:pt x="167" y="142"/>
                      </a:lnTo>
                      <a:lnTo>
                        <a:pt x="255" y="326"/>
                      </a:lnTo>
                      <a:lnTo>
                        <a:pt x="83" y="170"/>
                      </a:lnTo>
                      <a:lnTo>
                        <a:pt x="73" y="92"/>
                      </a:lnTo>
                      <a:lnTo>
                        <a:pt x="109" y="74"/>
                      </a:lnTo>
                      <a:lnTo>
                        <a:pt x="0" y="18"/>
                      </a:lnTo>
                      <a:lnTo>
                        <a:pt x="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07" name="Freeform 67"/>
                <p:cNvSpPr>
                  <a:spLocks/>
                </p:cNvSpPr>
                <p:nvPr/>
              </p:nvSpPr>
              <p:spPr bwMode="auto">
                <a:xfrm>
                  <a:off x="3497" y="2703"/>
                  <a:ext cx="148" cy="280"/>
                </a:xfrm>
                <a:custGeom>
                  <a:avLst/>
                  <a:gdLst>
                    <a:gd name="T0" fmla="*/ 136 w 148"/>
                    <a:gd name="T1" fmla="*/ 0 h 280"/>
                    <a:gd name="T2" fmla="*/ 12 w 148"/>
                    <a:gd name="T3" fmla="*/ 188 h 280"/>
                    <a:gd name="T4" fmla="*/ 0 w 148"/>
                    <a:gd name="T5" fmla="*/ 264 h 280"/>
                    <a:gd name="T6" fmla="*/ 68 w 148"/>
                    <a:gd name="T7" fmla="*/ 280 h 280"/>
                    <a:gd name="T8" fmla="*/ 148 w 148"/>
                    <a:gd name="T9" fmla="*/ 216 h 280"/>
                    <a:gd name="T10" fmla="*/ 136 w 148"/>
                    <a:gd name="T11" fmla="*/ 156 h 280"/>
                    <a:gd name="T12" fmla="*/ 120 w 148"/>
                    <a:gd name="T13" fmla="*/ 204 h 280"/>
                    <a:gd name="T14" fmla="*/ 56 w 148"/>
                    <a:gd name="T15" fmla="*/ 220 h 280"/>
                    <a:gd name="T16" fmla="*/ 136 w 148"/>
                    <a:gd name="T17" fmla="*/ 0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8" h="280">
                      <a:moveTo>
                        <a:pt x="136" y="0"/>
                      </a:moveTo>
                      <a:lnTo>
                        <a:pt x="12" y="188"/>
                      </a:lnTo>
                      <a:lnTo>
                        <a:pt x="0" y="264"/>
                      </a:lnTo>
                      <a:lnTo>
                        <a:pt x="68" y="280"/>
                      </a:lnTo>
                      <a:lnTo>
                        <a:pt x="148" y="216"/>
                      </a:lnTo>
                      <a:lnTo>
                        <a:pt x="136" y="156"/>
                      </a:lnTo>
                      <a:lnTo>
                        <a:pt x="120" y="204"/>
                      </a:lnTo>
                      <a:lnTo>
                        <a:pt x="56" y="220"/>
                      </a:lnTo>
                      <a:lnTo>
                        <a:pt x="136"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08" name="Freeform 68"/>
                <p:cNvSpPr>
                  <a:spLocks/>
                </p:cNvSpPr>
                <p:nvPr/>
              </p:nvSpPr>
              <p:spPr bwMode="auto">
                <a:xfrm>
                  <a:off x="3061" y="2811"/>
                  <a:ext cx="359" cy="396"/>
                </a:xfrm>
                <a:custGeom>
                  <a:avLst/>
                  <a:gdLst>
                    <a:gd name="T0" fmla="*/ 172 w 359"/>
                    <a:gd name="T1" fmla="*/ 20 h 396"/>
                    <a:gd name="T2" fmla="*/ 80 w 359"/>
                    <a:gd name="T3" fmla="*/ 44 h 396"/>
                    <a:gd name="T4" fmla="*/ 0 w 359"/>
                    <a:gd name="T5" fmla="*/ 136 h 396"/>
                    <a:gd name="T6" fmla="*/ 0 w 359"/>
                    <a:gd name="T7" fmla="*/ 204 h 396"/>
                    <a:gd name="T8" fmla="*/ 100 w 359"/>
                    <a:gd name="T9" fmla="*/ 396 h 396"/>
                    <a:gd name="T10" fmla="*/ 160 w 359"/>
                    <a:gd name="T11" fmla="*/ 292 h 396"/>
                    <a:gd name="T12" fmla="*/ 253 w 359"/>
                    <a:gd name="T13" fmla="*/ 211 h 396"/>
                    <a:gd name="T14" fmla="*/ 344 w 359"/>
                    <a:gd name="T15" fmla="*/ 164 h 396"/>
                    <a:gd name="T16" fmla="*/ 172 w 359"/>
                    <a:gd name="T17" fmla="*/ 20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59" h="396">
                      <a:moveTo>
                        <a:pt x="172" y="20"/>
                      </a:moveTo>
                      <a:cubicBezTo>
                        <a:pt x="128" y="0"/>
                        <a:pt x="109" y="25"/>
                        <a:pt x="80" y="44"/>
                      </a:cubicBezTo>
                      <a:cubicBezTo>
                        <a:pt x="51" y="63"/>
                        <a:pt x="15" y="109"/>
                        <a:pt x="0" y="136"/>
                      </a:cubicBezTo>
                      <a:lnTo>
                        <a:pt x="0" y="204"/>
                      </a:lnTo>
                      <a:lnTo>
                        <a:pt x="100" y="396"/>
                      </a:lnTo>
                      <a:lnTo>
                        <a:pt x="160" y="292"/>
                      </a:lnTo>
                      <a:lnTo>
                        <a:pt x="253" y="211"/>
                      </a:lnTo>
                      <a:cubicBezTo>
                        <a:pt x="334" y="183"/>
                        <a:pt x="359" y="193"/>
                        <a:pt x="344" y="164"/>
                      </a:cubicBezTo>
                      <a:lnTo>
                        <a:pt x="172" y="20"/>
                      </a:lnTo>
                      <a:close/>
                    </a:path>
                  </a:pathLst>
                </a:custGeom>
                <a:solidFill>
                  <a:srgbClr val="993366"/>
                </a:solidFill>
                <a:ln w="57150" cap="flat" cmpd="sng">
                  <a:solidFill>
                    <a:schemeClr val="tx1"/>
                  </a:solidFill>
                  <a:prstDash val="solid"/>
                  <a:round/>
                  <a:headEnd type="none" w="med" len="med"/>
                  <a:tailEnd type="none" w="med" len="med"/>
                </a:ln>
                <a:effectLst/>
              </p:spPr>
              <p:txBody>
                <a:bodyPr wrap="none" anchor="ctr"/>
                <a:lstStyle/>
                <a:p>
                  <a:endParaRPr lang="en-US"/>
                </a:p>
              </p:txBody>
            </p:sp>
            <p:sp>
              <p:nvSpPr>
                <p:cNvPr id="46109" name="Freeform 69"/>
                <p:cNvSpPr>
                  <a:spLocks/>
                </p:cNvSpPr>
                <p:nvPr/>
              </p:nvSpPr>
              <p:spPr bwMode="auto">
                <a:xfrm>
                  <a:off x="3061" y="2871"/>
                  <a:ext cx="156" cy="352"/>
                </a:xfrm>
                <a:custGeom>
                  <a:avLst/>
                  <a:gdLst>
                    <a:gd name="T0" fmla="*/ 72 w 156"/>
                    <a:gd name="T1" fmla="*/ 0 h 352"/>
                    <a:gd name="T2" fmla="*/ 44 w 156"/>
                    <a:gd name="T3" fmla="*/ 100 h 352"/>
                    <a:gd name="T4" fmla="*/ 92 w 156"/>
                    <a:gd name="T5" fmla="*/ 168 h 352"/>
                    <a:gd name="T6" fmla="*/ 100 w 156"/>
                    <a:gd name="T7" fmla="*/ 240 h 352"/>
                    <a:gd name="T8" fmla="*/ 156 w 156"/>
                    <a:gd name="T9" fmla="*/ 240 h 352"/>
                    <a:gd name="T10" fmla="*/ 96 w 156"/>
                    <a:gd name="T11" fmla="*/ 352 h 352"/>
                    <a:gd name="T12" fmla="*/ 0 w 156"/>
                    <a:gd name="T13" fmla="*/ 124 h 352"/>
                    <a:gd name="T14" fmla="*/ 12 w 156"/>
                    <a:gd name="T15" fmla="*/ 60 h 352"/>
                    <a:gd name="T16" fmla="*/ 72 w 156"/>
                    <a:gd name="T17" fmla="*/ 0 h 3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352">
                      <a:moveTo>
                        <a:pt x="72" y="0"/>
                      </a:moveTo>
                      <a:lnTo>
                        <a:pt x="44" y="100"/>
                      </a:lnTo>
                      <a:lnTo>
                        <a:pt x="92" y="168"/>
                      </a:lnTo>
                      <a:lnTo>
                        <a:pt x="100" y="240"/>
                      </a:lnTo>
                      <a:lnTo>
                        <a:pt x="156" y="240"/>
                      </a:lnTo>
                      <a:lnTo>
                        <a:pt x="96" y="352"/>
                      </a:lnTo>
                      <a:lnTo>
                        <a:pt x="0" y="124"/>
                      </a:lnTo>
                      <a:lnTo>
                        <a:pt x="12" y="60"/>
                      </a:lnTo>
                      <a:lnTo>
                        <a:pt x="72"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10" name="Freeform 70"/>
                <p:cNvSpPr>
                  <a:spLocks/>
                </p:cNvSpPr>
                <p:nvPr/>
              </p:nvSpPr>
              <p:spPr bwMode="auto">
                <a:xfrm>
                  <a:off x="3401" y="2983"/>
                  <a:ext cx="264" cy="324"/>
                </a:xfrm>
                <a:custGeom>
                  <a:avLst/>
                  <a:gdLst>
                    <a:gd name="T0" fmla="*/ 81 w 264"/>
                    <a:gd name="T1" fmla="*/ 72 h 324"/>
                    <a:gd name="T2" fmla="*/ 0 w 264"/>
                    <a:gd name="T3" fmla="*/ 204 h 324"/>
                    <a:gd name="T4" fmla="*/ 6 w 264"/>
                    <a:gd name="T5" fmla="*/ 276 h 324"/>
                    <a:gd name="T6" fmla="*/ 93 w 264"/>
                    <a:gd name="T7" fmla="*/ 324 h 324"/>
                    <a:gd name="T8" fmla="*/ 186 w 264"/>
                    <a:gd name="T9" fmla="*/ 279 h 324"/>
                    <a:gd name="T10" fmla="*/ 183 w 264"/>
                    <a:gd name="T11" fmla="*/ 216 h 324"/>
                    <a:gd name="T12" fmla="*/ 105 w 264"/>
                    <a:gd name="T13" fmla="*/ 255 h 324"/>
                    <a:gd name="T14" fmla="*/ 45 w 264"/>
                    <a:gd name="T15" fmla="*/ 213 h 324"/>
                    <a:gd name="T16" fmla="*/ 126 w 264"/>
                    <a:gd name="T17" fmla="*/ 150 h 324"/>
                    <a:gd name="T18" fmla="*/ 123 w 264"/>
                    <a:gd name="T19" fmla="*/ 108 h 324"/>
                    <a:gd name="T20" fmla="*/ 240 w 264"/>
                    <a:gd name="T21" fmla="*/ 84 h 324"/>
                    <a:gd name="T22" fmla="*/ 264 w 264"/>
                    <a:gd name="T23" fmla="*/ 0 h 324"/>
                    <a:gd name="T24" fmla="*/ 189 w 264"/>
                    <a:gd name="T25" fmla="*/ 66 h 324"/>
                    <a:gd name="T26" fmla="*/ 81 w 264"/>
                    <a:gd name="T27" fmla="*/ 72 h 3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4" h="324">
                      <a:moveTo>
                        <a:pt x="81" y="72"/>
                      </a:moveTo>
                      <a:lnTo>
                        <a:pt x="0" y="204"/>
                      </a:lnTo>
                      <a:lnTo>
                        <a:pt x="6" y="276"/>
                      </a:lnTo>
                      <a:lnTo>
                        <a:pt x="93" y="324"/>
                      </a:lnTo>
                      <a:lnTo>
                        <a:pt x="186" y="279"/>
                      </a:lnTo>
                      <a:lnTo>
                        <a:pt x="183" y="216"/>
                      </a:lnTo>
                      <a:lnTo>
                        <a:pt x="105" y="255"/>
                      </a:lnTo>
                      <a:lnTo>
                        <a:pt x="45" y="213"/>
                      </a:lnTo>
                      <a:lnTo>
                        <a:pt x="126" y="150"/>
                      </a:lnTo>
                      <a:lnTo>
                        <a:pt x="123" y="108"/>
                      </a:lnTo>
                      <a:lnTo>
                        <a:pt x="240" y="84"/>
                      </a:lnTo>
                      <a:lnTo>
                        <a:pt x="264" y="0"/>
                      </a:lnTo>
                      <a:lnTo>
                        <a:pt x="189" y="66"/>
                      </a:lnTo>
                      <a:lnTo>
                        <a:pt x="81" y="7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11" name="Freeform 71"/>
                <p:cNvSpPr>
                  <a:spLocks/>
                </p:cNvSpPr>
                <p:nvPr/>
              </p:nvSpPr>
              <p:spPr bwMode="auto">
                <a:xfrm>
                  <a:off x="3128" y="2556"/>
                  <a:ext cx="1624" cy="884"/>
                </a:xfrm>
                <a:custGeom>
                  <a:avLst/>
                  <a:gdLst>
                    <a:gd name="T0" fmla="*/ 1580 w 1624"/>
                    <a:gd name="T1" fmla="*/ 36 h 884"/>
                    <a:gd name="T2" fmla="*/ 1624 w 1624"/>
                    <a:gd name="T3" fmla="*/ 164 h 884"/>
                    <a:gd name="T4" fmla="*/ 1600 w 1624"/>
                    <a:gd name="T5" fmla="*/ 460 h 884"/>
                    <a:gd name="T6" fmla="*/ 1472 w 1624"/>
                    <a:gd name="T7" fmla="*/ 344 h 884"/>
                    <a:gd name="T8" fmla="*/ 1160 w 1624"/>
                    <a:gd name="T9" fmla="*/ 312 h 884"/>
                    <a:gd name="T10" fmla="*/ 848 w 1624"/>
                    <a:gd name="T11" fmla="*/ 440 h 884"/>
                    <a:gd name="T12" fmla="*/ 692 w 1624"/>
                    <a:gd name="T13" fmla="*/ 672 h 884"/>
                    <a:gd name="T14" fmla="*/ 612 w 1624"/>
                    <a:gd name="T15" fmla="*/ 852 h 884"/>
                    <a:gd name="T16" fmla="*/ 404 w 1624"/>
                    <a:gd name="T17" fmla="*/ 884 h 884"/>
                    <a:gd name="T18" fmla="*/ 344 w 1624"/>
                    <a:gd name="T19" fmla="*/ 848 h 884"/>
                    <a:gd name="T20" fmla="*/ 264 w 1624"/>
                    <a:gd name="T21" fmla="*/ 844 h 884"/>
                    <a:gd name="T22" fmla="*/ 0 w 1624"/>
                    <a:gd name="T23" fmla="*/ 780 h 884"/>
                    <a:gd name="T24" fmla="*/ 32 w 1624"/>
                    <a:gd name="T25" fmla="*/ 664 h 884"/>
                    <a:gd name="T26" fmla="*/ 52 w 1624"/>
                    <a:gd name="T27" fmla="*/ 712 h 884"/>
                    <a:gd name="T28" fmla="*/ 56 w 1624"/>
                    <a:gd name="T29" fmla="*/ 748 h 884"/>
                    <a:gd name="T30" fmla="*/ 276 w 1624"/>
                    <a:gd name="T31" fmla="*/ 796 h 884"/>
                    <a:gd name="T32" fmla="*/ 452 w 1624"/>
                    <a:gd name="T33" fmla="*/ 836 h 884"/>
                    <a:gd name="T34" fmla="*/ 560 w 1624"/>
                    <a:gd name="T35" fmla="*/ 732 h 884"/>
                    <a:gd name="T36" fmla="*/ 612 w 1624"/>
                    <a:gd name="T37" fmla="*/ 716 h 884"/>
                    <a:gd name="T38" fmla="*/ 800 w 1624"/>
                    <a:gd name="T39" fmla="*/ 392 h 884"/>
                    <a:gd name="T40" fmla="*/ 924 w 1624"/>
                    <a:gd name="T41" fmla="*/ 360 h 884"/>
                    <a:gd name="T42" fmla="*/ 1020 w 1624"/>
                    <a:gd name="T43" fmla="*/ 284 h 884"/>
                    <a:gd name="T44" fmla="*/ 1328 w 1624"/>
                    <a:gd name="T45" fmla="*/ 260 h 884"/>
                    <a:gd name="T46" fmla="*/ 1540 w 1624"/>
                    <a:gd name="T47" fmla="*/ 328 h 884"/>
                    <a:gd name="T48" fmla="*/ 1584 w 1624"/>
                    <a:gd name="T49" fmla="*/ 396 h 884"/>
                    <a:gd name="T50" fmla="*/ 1572 w 1624"/>
                    <a:gd name="T51" fmla="*/ 172 h 884"/>
                    <a:gd name="T52" fmla="*/ 1512 w 1624"/>
                    <a:gd name="T53" fmla="*/ 136 h 884"/>
                    <a:gd name="T54" fmla="*/ 1564 w 1624"/>
                    <a:gd name="T55" fmla="*/ 0 h 884"/>
                    <a:gd name="T56" fmla="*/ 1580 w 1624"/>
                    <a:gd name="T57" fmla="*/ 36 h 8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24" h="884">
                      <a:moveTo>
                        <a:pt x="1580" y="36"/>
                      </a:moveTo>
                      <a:lnTo>
                        <a:pt x="1624" y="164"/>
                      </a:lnTo>
                      <a:lnTo>
                        <a:pt x="1600" y="460"/>
                      </a:lnTo>
                      <a:lnTo>
                        <a:pt x="1472" y="344"/>
                      </a:lnTo>
                      <a:lnTo>
                        <a:pt x="1160" y="312"/>
                      </a:lnTo>
                      <a:lnTo>
                        <a:pt x="848" y="440"/>
                      </a:lnTo>
                      <a:lnTo>
                        <a:pt x="692" y="672"/>
                      </a:lnTo>
                      <a:lnTo>
                        <a:pt x="612" y="852"/>
                      </a:lnTo>
                      <a:lnTo>
                        <a:pt x="404" y="884"/>
                      </a:lnTo>
                      <a:lnTo>
                        <a:pt x="344" y="848"/>
                      </a:lnTo>
                      <a:lnTo>
                        <a:pt x="264" y="844"/>
                      </a:lnTo>
                      <a:lnTo>
                        <a:pt x="0" y="780"/>
                      </a:lnTo>
                      <a:lnTo>
                        <a:pt x="32" y="664"/>
                      </a:lnTo>
                      <a:lnTo>
                        <a:pt x="52" y="712"/>
                      </a:lnTo>
                      <a:lnTo>
                        <a:pt x="56" y="748"/>
                      </a:lnTo>
                      <a:lnTo>
                        <a:pt x="276" y="796"/>
                      </a:lnTo>
                      <a:lnTo>
                        <a:pt x="452" y="836"/>
                      </a:lnTo>
                      <a:lnTo>
                        <a:pt x="560" y="732"/>
                      </a:lnTo>
                      <a:lnTo>
                        <a:pt x="612" y="716"/>
                      </a:lnTo>
                      <a:lnTo>
                        <a:pt x="800" y="392"/>
                      </a:lnTo>
                      <a:lnTo>
                        <a:pt x="924" y="360"/>
                      </a:lnTo>
                      <a:lnTo>
                        <a:pt x="1020" y="284"/>
                      </a:lnTo>
                      <a:lnTo>
                        <a:pt x="1328" y="260"/>
                      </a:lnTo>
                      <a:lnTo>
                        <a:pt x="1540" y="328"/>
                      </a:lnTo>
                      <a:lnTo>
                        <a:pt x="1584" y="396"/>
                      </a:lnTo>
                      <a:lnTo>
                        <a:pt x="1572" y="172"/>
                      </a:lnTo>
                      <a:lnTo>
                        <a:pt x="1512" y="136"/>
                      </a:lnTo>
                      <a:lnTo>
                        <a:pt x="1564" y="0"/>
                      </a:lnTo>
                      <a:lnTo>
                        <a:pt x="1580" y="36"/>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12" name="Freeform 72"/>
                <p:cNvSpPr>
                  <a:spLocks/>
                </p:cNvSpPr>
                <p:nvPr/>
              </p:nvSpPr>
              <p:spPr bwMode="auto">
                <a:xfrm>
                  <a:off x="3890" y="2007"/>
                  <a:ext cx="423" cy="396"/>
                </a:xfrm>
                <a:custGeom>
                  <a:avLst/>
                  <a:gdLst>
                    <a:gd name="T0" fmla="*/ 373 w 423"/>
                    <a:gd name="T1" fmla="*/ 0 h 396"/>
                    <a:gd name="T2" fmla="*/ 423 w 423"/>
                    <a:gd name="T3" fmla="*/ 170 h 396"/>
                    <a:gd name="T4" fmla="*/ 239 w 423"/>
                    <a:gd name="T5" fmla="*/ 333 h 396"/>
                    <a:gd name="T6" fmla="*/ 51 w 423"/>
                    <a:gd name="T7" fmla="*/ 382 h 396"/>
                    <a:gd name="T8" fmla="*/ 2 w 423"/>
                    <a:gd name="T9" fmla="*/ 396 h 396"/>
                    <a:gd name="T10" fmla="*/ 0 w 423"/>
                    <a:gd name="T11" fmla="*/ 299 h 396"/>
                    <a:gd name="T12" fmla="*/ 67 w 423"/>
                    <a:gd name="T13" fmla="*/ 211 h 396"/>
                    <a:gd name="T14" fmla="*/ 47 w 423"/>
                    <a:gd name="T15" fmla="*/ 312 h 396"/>
                    <a:gd name="T16" fmla="*/ 74 w 423"/>
                    <a:gd name="T17" fmla="*/ 346 h 396"/>
                    <a:gd name="T18" fmla="*/ 342 w 423"/>
                    <a:gd name="T19" fmla="*/ 116 h 396"/>
                    <a:gd name="T20" fmla="*/ 373 w 423"/>
                    <a:gd name="T21" fmla="*/ 0 h 3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23" h="396">
                      <a:moveTo>
                        <a:pt x="373" y="0"/>
                      </a:moveTo>
                      <a:lnTo>
                        <a:pt x="423" y="170"/>
                      </a:lnTo>
                      <a:lnTo>
                        <a:pt x="239" y="333"/>
                      </a:lnTo>
                      <a:lnTo>
                        <a:pt x="51" y="382"/>
                      </a:lnTo>
                      <a:lnTo>
                        <a:pt x="2" y="396"/>
                      </a:lnTo>
                      <a:lnTo>
                        <a:pt x="0" y="299"/>
                      </a:lnTo>
                      <a:lnTo>
                        <a:pt x="67" y="211"/>
                      </a:lnTo>
                      <a:lnTo>
                        <a:pt x="47" y="312"/>
                      </a:lnTo>
                      <a:lnTo>
                        <a:pt x="74" y="346"/>
                      </a:lnTo>
                      <a:lnTo>
                        <a:pt x="342" y="116"/>
                      </a:lnTo>
                      <a:lnTo>
                        <a:pt x="373"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13" name="Freeform 73"/>
                <p:cNvSpPr>
                  <a:spLocks/>
                </p:cNvSpPr>
                <p:nvPr/>
              </p:nvSpPr>
              <p:spPr bwMode="auto">
                <a:xfrm>
                  <a:off x="3726" y="1812"/>
                  <a:ext cx="117" cy="51"/>
                </a:xfrm>
                <a:custGeom>
                  <a:avLst/>
                  <a:gdLst>
                    <a:gd name="T0" fmla="*/ 45 w 117"/>
                    <a:gd name="T1" fmla="*/ 0 h 51"/>
                    <a:gd name="T2" fmla="*/ 84 w 117"/>
                    <a:gd name="T3" fmla="*/ 18 h 51"/>
                    <a:gd name="T4" fmla="*/ 117 w 117"/>
                    <a:gd name="T5" fmla="*/ 30 h 51"/>
                    <a:gd name="T6" fmla="*/ 57 w 117"/>
                    <a:gd name="T7" fmla="*/ 51 h 51"/>
                    <a:gd name="T8" fmla="*/ 0 w 117"/>
                    <a:gd name="T9" fmla="*/ 15 h 51"/>
                    <a:gd name="T10" fmla="*/ 45 w 117"/>
                    <a:gd name="T11" fmla="*/ 0 h 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7" h="51">
                      <a:moveTo>
                        <a:pt x="45" y="0"/>
                      </a:moveTo>
                      <a:lnTo>
                        <a:pt x="84" y="18"/>
                      </a:lnTo>
                      <a:lnTo>
                        <a:pt x="117" y="30"/>
                      </a:lnTo>
                      <a:lnTo>
                        <a:pt x="57" y="51"/>
                      </a:lnTo>
                      <a:lnTo>
                        <a:pt x="0" y="15"/>
                      </a:lnTo>
                      <a:lnTo>
                        <a:pt x="45" y="0"/>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sp>
              <p:nvSpPr>
                <p:cNvPr id="46114" name="Freeform 74"/>
                <p:cNvSpPr>
                  <a:spLocks/>
                </p:cNvSpPr>
                <p:nvPr/>
              </p:nvSpPr>
              <p:spPr bwMode="auto">
                <a:xfrm>
                  <a:off x="2817" y="2628"/>
                  <a:ext cx="117" cy="30"/>
                </a:xfrm>
                <a:custGeom>
                  <a:avLst/>
                  <a:gdLst>
                    <a:gd name="T0" fmla="*/ 0 w 117"/>
                    <a:gd name="T1" fmla="*/ 12 h 30"/>
                    <a:gd name="T2" fmla="*/ 117 w 117"/>
                    <a:gd name="T3" fmla="*/ 0 h 30"/>
                    <a:gd name="T4" fmla="*/ 96 w 117"/>
                    <a:gd name="T5" fmla="*/ 30 h 30"/>
                    <a:gd name="T6" fmla="*/ 0 w 117"/>
                    <a:gd name="T7" fmla="*/ 1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 h="30">
                      <a:moveTo>
                        <a:pt x="0" y="12"/>
                      </a:moveTo>
                      <a:lnTo>
                        <a:pt x="117" y="0"/>
                      </a:lnTo>
                      <a:lnTo>
                        <a:pt x="96" y="30"/>
                      </a:lnTo>
                      <a:lnTo>
                        <a:pt x="0" y="12"/>
                      </a:lnTo>
                      <a:close/>
                    </a:path>
                  </a:pathLst>
                </a:custGeom>
                <a:solidFill>
                  <a:schemeClr val="tx1"/>
                </a:solidFill>
                <a:ln w="9525" cap="flat" cmpd="sng">
                  <a:noFill/>
                  <a:prstDash val="solid"/>
                  <a:round/>
                  <a:headEnd type="none" w="med" len="med"/>
                  <a:tailEnd type="none" w="med" len="med"/>
                </a:ln>
                <a:effectLst/>
              </p:spPr>
              <p:txBody>
                <a:bodyPr wrap="none" anchor="ctr"/>
                <a:lstStyle/>
                <a:p>
                  <a:endParaRPr lang="en-US"/>
                </a:p>
              </p:txBody>
            </p:sp>
          </p:grpSp>
        </p:grpSp>
        <p:sp>
          <p:nvSpPr>
            <p:cNvPr id="46087" name="Rectangle 75"/>
            <p:cNvSpPr>
              <a:spLocks noChangeArrowheads="1"/>
            </p:cNvSpPr>
            <p:nvPr/>
          </p:nvSpPr>
          <p:spPr bwMode="auto">
            <a:xfrm>
              <a:off x="456" y="888"/>
              <a:ext cx="4233" cy="2617"/>
            </a:xfrm>
            <a:prstGeom prst="rect">
              <a:avLst/>
            </a:prstGeom>
            <a:noFill/>
            <a:ln w="12700">
              <a:solidFill>
                <a:srgbClr val="009094"/>
              </a:solidFill>
              <a:miter lim="800000"/>
              <a:headEnd/>
              <a:tailEnd/>
            </a:ln>
            <a:effectLst>
              <a:outerShdw dist="107763" dir="2700000" algn="ctr" rotWithShape="0">
                <a:srgbClr val="919191"/>
              </a:outerShdw>
            </a:effectLst>
          </p:spPr>
          <p:txBody>
            <a:bodyPr wrap="none" anchor="ctr"/>
            <a:lstStyle/>
            <a:p>
              <a:endParaRPr lang="en-US"/>
            </a:p>
          </p:txBody>
        </p:sp>
      </p:grpSp>
    </p:spTree>
  </p:cSld>
  <p:clrMapOvr>
    <a:masterClrMapping/>
  </p:clrMapOvr>
  <p:transition advClick="0">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8E78F68C-511C-4749-9149-8187B4F1A618}" type="slidenum">
              <a:rPr lang="en-US" altLang="en-US"/>
              <a:pPr>
                <a:defRPr/>
              </a:pPr>
              <a:t>33</a:t>
            </a:fld>
            <a:endParaRPr lang="en-US" altLang="en-US"/>
          </a:p>
        </p:txBody>
      </p:sp>
      <p:sp>
        <p:nvSpPr>
          <p:cNvPr id="52227" name="Rectangle 2"/>
          <p:cNvSpPr>
            <a:spLocks noGrp="1" noChangeArrowheads="1"/>
          </p:cNvSpPr>
          <p:nvPr>
            <p:ph type="title"/>
          </p:nvPr>
        </p:nvSpPr>
        <p:spPr>
          <a:xfrm>
            <a:off x="304800" y="381000"/>
            <a:ext cx="9126000" cy="369332"/>
          </a:xfrm>
        </p:spPr>
        <p:txBody>
          <a:bodyPr/>
          <a:lstStyle/>
          <a:p>
            <a:pPr eaLnBrk="1" hangingPunct="1"/>
            <a:r>
              <a:rPr lang="en-US" altLang="en-US" sz="3200" dirty="0" smtClean="0">
                <a:solidFill>
                  <a:schemeClr val="tx1"/>
                </a:solidFill>
                <a:cs typeface="Arial" pitchFamily="34" charset="0"/>
              </a:rPr>
              <a:t>Lab Workout</a:t>
            </a:r>
          </a:p>
        </p:txBody>
      </p:sp>
      <p:sp>
        <p:nvSpPr>
          <p:cNvPr id="52228" name="Rectangle 3"/>
          <p:cNvSpPr>
            <a:spLocks noGrp="1" noChangeArrowheads="1"/>
          </p:cNvSpPr>
          <p:nvPr>
            <p:ph type="body" idx="1"/>
          </p:nvPr>
        </p:nvSpPr>
        <p:spPr>
          <a:xfrm>
            <a:off x="495300" y="1676400"/>
            <a:ext cx="4457700" cy="4343400"/>
          </a:xfrm>
        </p:spPr>
        <p:txBody>
          <a:bodyPr/>
          <a:lstStyle/>
          <a:p>
            <a:pPr eaLnBrk="1" hangingPunct="1"/>
            <a:r>
              <a:rPr lang="en-US" altLang="en-US" dirty="0" smtClean="0"/>
              <a:t>Do the following tasks:</a:t>
            </a:r>
          </a:p>
          <a:p>
            <a:pPr eaLnBrk="1" hangingPunct="1">
              <a:buNone/>
            </a:pPr>
            <a:endParaRPr lang="en-US" altLang="en-US" dirty="0" smtClean="0"/>
          </a:p>
          <a:p>
            <a:pPr lvl="1" eaLnBrk="1" hangingPunct="1"/>
            <a:r>
              <a:rPr lang="en-US" altLang="en-US" dirty="0" smtClean="0"/>
              <a:t>Create a Simple List Report.</a:t>
            </a:r>
          </a:p>
          <a:p>
            <a:pPr lvl="1" eaLnBrk="1" hangingPunct="1"/>
            <a:r>
              <a:rPr lang="en-US" altLang="en-US" dirty="0" smtClean="0"/>
              <a:t>Create a Grouped List Report.	</a:t>
            </a:r>
          </a:p>
          <a:p>
            <a:pPr lvl="1" eaLnBrk="1" hangingPunct="1"/>
            <a:r>
              <a:rPr lang="en-US" altLang="en-US" dirty="0" smtClean="0"/>
              <a:t>Create a Cross tab Report.</a:t>
            </a:r>
          </a:p>
          <a:p>
            <a:pPr lvl="1" eaLnBrk="1" hangingPunct="1"/>
            <a:r>
              <a:rPr lang="en-US" altLang="en-US" dirty="0" smtClean="0"/>
              <a:t>Create a Chart.</a:t>
            </a:r>
          </a:p>
          <a:p>
            <a:pPr lvl="1" eaLnBrk="1" hangingPunct="1"/>
            <a:r>
              <a:rPr lang="en-US" altLang="en-US" dirty="0" smtClean="0"/>
              <a:t>Create Custom Groups.</a:t>
            </a:r>
          </a:p>
        </p:txBody>
      </p:sp>
      <p:pic>
        <p:nvPicPr>
          <p:cNvPr id="52229" name="Picture 4" descr="handson"/>
          <p:cNvPicPr>
            <a:picLocks noChangeAspect="1" noChangeArrowheads="1"/>
          </p:cNvPicPr>
          <p:nvPr/>
        </p:nvPicPr>
        <p:blipFill>
          <a:blip r:embed="rId3"/>
          <a:srcRect/>
          <a:stretch>
            <a:fillRect/>
          </a:stretch>
        </p:blipFill>
        <p:spPr bwMode="auto">
          <a:xfrm>
            <a:off x="5105400" y="1600200"/>
            <a:ext cx="2856573" cy="2838450"/>
          </a:xfrm>
          <a:prstGeom prst="rect">
            <a:avLst/>
          </a:prstGeom>
          <a:noFill/>
          <a:ln w="9525">
            <a:noFill/>
            <a:miter lim="800000"/>
            <a:headEnd/>
            <a:tailEnd/>
          </a:ln>
        </p:spPr>
      </p:pic>
    </p:spTree>
  </p:cSld>
  <p:clrMapOvr>
    <a:masterClrMapping/>
  </p:clrMapOvr>
  <p:transition advClick="0">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1F875CD8-AEAC-48B6-8513-B6F44B77FDAD}" type="slidenum">
              <a:rPr lang="en-US" altLang="en-US"/>
              <a:pPr>
                <a:defRPr/>
              </a:pPr>
              <a:t>34</a:t>
            </a:fld>
            <a:endParaRPr lang="en-US" altLang="en-US"/>
          </a:p>
        </p:txBody>
      </p:sp>
      <p:sp>
        <p:nvSpPr>
          <p:cNvPr id="53251" name="Rectangle 2"/>
          <p:cNvSpPr>
            <a:spLocks noGrp="1" noChangeArrowheads="1"/>
          </p:cNvSpPr>
          <p:nvPr>
            <p:ph type="title"/>
          </p:nvPr>
        </p:nvSpPr>
        <p:spPr/>
        <p:txBody>
          <a:bodyPr/>
          <a:lstStyle/>
          <a:p>
            <a:pPr eaLnBrk="1" hangingPunct="1"/>
            <a:r>
              <a:rPr lang="en-US" altLang="en-US" sz="3200" dirty="0" smtClean="0">
                <a:solidFill>
                  <a:schemeClr val="tx1"/>
                </a:solidFill>
                <a:cs typeface="Arial" pitchFamily="34" charset="0"/>
              </a:rPr>
              <a:t>Summary</a:t>
            </a:r>
          </a:p>
        </p:txBody>
      </p:sp>
      <p:sp>
        <p:nvSpPr>
          <p:cNvPr id="53252" name="Rectangle 3"/>
          <p:cNvSpPr>
            <a:spLocks noGrp="1" noChangeArrowheads="1"/>
          </p:cNvSpPr>
          <p:nvPr>
            <p:ph type="body" idx="1"/>
          </p:nvPr>
        </p:nvSpPr>
        <p:spPr>
          <a:xfrm>
            <a:off x="495300" y="1371600"/>
            <a:ext cx="7594600" cy="4648200"/>
          </a:xfrm>
        </p:spPr>
        <p:txBody>
          <a:bodyPr/>
          <a:lstStyle/>
          <a:p>
            <a:pPr eaLnBrk="1" hangingPunct="1"/>
            <a:r>
              <a:rPr lang="en-US" altLang="en-US" dirty="0" smtClean="0"/>
              <a:t>In this lesson, you have learnt,</a:t>
            </a:r>
          </a:p>
          <a:p>
            <a:pPr lvl="1" eaLnBrk="1" hangingPunct="1"/>
            <a:r>
              <a:rPr lang="en-US" altLang="en-US" dirty="0" smtClean="0"/>
              <a:t>to create simple list and cross tab report</a:t>
            </a:r>
          </a:p>
          <a:p>
            <a:pPr lvl="1" eaLnBrk="1" hangingPunct="1"/>
            <a:r>
              <a:rPr lang="en-US" altLang="en-US" dirty="0" smtClean="0"/>
              <a:t>to group data and create sections</a:t>
            </a:r>
          </a:p>
          <a:p>
            <a:pPr lvl="1" eaLnBrk="1" hangingPunct="1"/>
            <a:r>
              <a:rPr lang="en-US" altLang="en-US" dirty="0" smtClean="0"/>
              <a:t>to filter data using prompts</a:t>
            </a:r>
          </a:p>
          <a:p>
            <a:pPr lvl="1" eaLnBrk="1" hangingPunct="1"/>
            <a:r>
              <a:rPr lang="en-US" altLang="en-US" dirty="0" smtClean="0"/>
              <a:t>to create charts</a:t>
            </a:r>
          </a:p>
          <a:p>
            <a:pPr lvl="1" eaLnBrk="1" hangingPunct="1"/>
            <a:r>
              <a:rPr lang="en-US" altLang="en-US" dirty="0" smtClean="0"/>
              <a:t>to create custom groups</a:t>
            </a:r>
          </a:p>
        </p:txBody>
      </p:sp>
      <p:pic>
        <p:nvPicPr>
          <p:cNvPr id="217092" name="Picture 4" descr="summary"/>
          <p:cNvPicPr>
            <a:picLocks noChangeAspect="1" noChangeArrowheads="1"/>
          </p:cNvPicPr>
          <p:nvPr/>
        </p:nvPicPr>
        <p:blipFill>
          <a:blip r:embed="rId3"/>
          <a:srcRect/>
          <a:stretch>
            <a:fillRect/>
          </a:stretch>
        </p:blipFill>
        <p:spPr bwMode="auto">
          <a:xfrm>
            <a:off x="8255000" y="1428750"/>
            <a:ext cx="1453225" cy="1162050"/>
          </a:xfrm>
          <a:prstGeom prst="rect">
            <a:avLst/>
          </a:prstGeom>
          <a:noFill/>
          <a:ln w="9525">
            <a:noFill/>
            <a:miter lim="800000"/>
            <a:headEnd/>
            <a:tailEnd/>
          </a:ln>
        </p:spPr>
      </p:pic>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17092"/>
                                        </p:tgtEl>
                                        <p:attrNameLst>
                                          <p:attrName>style.visibility</p:attrName>
                                        </p:attrNameLst>
                                      </p:cBhvr>
                                      <p:to>
                                        <p:strVal val="visible"/>
                                      </p:to>
                                    </p:set>
                                    <p:animEffect transition="in" filter="blinds(horizontal)">
                                      <p:cBhvr>
                                        <p:cTn id="7" dur="500"/>
                                        <p:tgtEl>
                                          <p:spTgt spid="217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CF7022C5-4BE7-4017-9D72-C19177FBC03B}" type="slidenum">
              <a:rPr lang="en-US" altLang="en-US"/>
              <a:pPr>
                <a:defRPr/>
              </a:pPr>
              <a:t>35</a:t>
            </a:fld>
            <a:endParaRPr lang="en-US" altLang="en-US"/>
          </a:p>
        </p:txBody>
      </p:sp>
      <p:sp>
        <p:nvSpPr>
          <p:cNvPr id="54275" name="Rectangle 2"/>
          <p:cNvSpPr>
            <a:spLocks noGrp="1" noChangeArrowheads="1"/>
          </p:cNvSpPr>
          <p:nvPr>
            <p:ph type="title"/>
          </p:nvPr>
        </p:nvSpPr>
        <p:spPr>
          <a:xfrm>
            <a:off x="381000" y="381000"/>
            <a:ext cx="9126000" cy="369332"/>
          </a:xfrm>
        </p:spPr>
        <p:txBody>
          <a:bodyPr/>
          <a:lstStyle/>
          <a:p>
            <a:pPr eaLnBrk="1" hangingPunct="1"/>
            <a:r>
              <a:rPr lang="en-US" altLang="en-US" sz="3200" dirty="0" smtClean="0">
                <a:solidFill>
                  <a:schemeClr val="tx1"/>
                </a:solidFill>
                <a:cs typeface="Arial" pitchFamily="34" charset="0"/>
              </a:rPr>
              <a:t>Review – Questions</a:t>
            </a:r>
          </a:p>
        </p:txBody>
      </p:sp>
      <p:sp>
        <p:nvSpPr>
          <p:cNvPr id="54276" name="Rectangle 3"/>
          <p:cNvSpPr>
            <a:spLocks noGrp="1" noChangeArrowheads="1"/>
          </p:cNvSpPr>
          <p:nvPr>
            <p:ph type="body" idx="1"/>
          </p:nvPr>
        </p:nvSpPr>
        <p:spPr>
          <a:xfrm>
            <a:off x="495300" y="1371600"/>
            <a:ext cx="8172450" cy="4648200"/>
          </a:xfrm>
        </p:spPr>
        <p:txBody>
          <a:bodyPr/>
          <a:lstStyle/>
          <a:p>
            <a:pPr eaLnBrk="1" hangingPunct="1"/>
            <a:r>
              <a:rPr lang="en-US" altLang="en-US" dirty="0" smtClean="0"/>
              <a:t>Question 1: A ___ report shows a measure at the intersection of each row and column. </a:t>
            </a:r>
          </a:p>
          <a:p>
            <a:pPr lvl="1" eaLnBrk="1" hangingPunct="1"/>
            <a:r>
              <a:rPr lang="en-US" altLang="en-US" dirty="0" smtClean="0"/>
              <a:t>Option 1: List</a:t>
            </a:r>
          </a:p>
          <a:p>
            <a:pPr lvl="1" eaLnBrk="1" hangingPunct="1"/>
            <a:r>
              <a:rPr lang="en-US" altLang="en-US" dirty="0" smtClean="0"/>
              <a:t>Option 2: Chart</a:t>
            </a:r>
          </a:p>
          <a:p>
            <a:pPr lvl="1" eaLnBrk="1" hangingPunct="1"/>
            <a:r>
              <a:rPr lang="en-US" altLang="en-US" dirty="0" smtClean="0"/>
              <a:t>Option 3: Crosstab</a:t>
            </a:r>
          </a:p>
          <a:p>
            <a:pPr eaLnBrk="1" hangingPunct="1"/>
            <a:r>
              <a:rPr lang="en-US" altLang="en-US" dirty="0" smtClean="0"/>
              <a:t>Question 2: Using prompts is faster and easier than repeatedly changing the filter </a:t>
            </a:r>
          </a:p>
          <a:p>
            <a:pPr lvl="1" eaLnBrk="1" hangingPunct="1"/>
            <a:r>
              <a:rPr lang="en-US" altLang="en-US" dirty="0" smtClean="0"/>
              <a:t>True / False</a:t>
            </a:r>
          </a:p>
        </p:txBody>
      </p:sp>
      <p:pic>
        <p:nvPicPr>
          <p:cNvPr id="54277" name="Picture 4" descr="question"/>
          <p:cNvPicPr>
            <a:picLocks noChangeAspect="1" noChangeArrowheads="1"/>
          </p:cNvPicPr>
          <p:nvPr/>
        </p:nvPicPr>
        <p:blipFill>
          <a:blip r:embed="rId3"/>
          <a:srcRect/>
          <a:stretch>
            <a:fillRect/>
          </a:stretch>
        </p:blipFill>
        <p:spPr bwMode="auto">
          <a:xfrm>
            <a:off x="8832850" y="1447800"/>
            <a:ext cx="772187" cy="685800"/>
          </a:xfrm>
          <a:prstGeom prst="rect">
            <a:avLst/>
          </a:prstGeom>
          <a:noFill/>
          <a:ln w="9525">
            <a:noFill/>
            <a:miter lim="800000"/>
            <a:headEnd/>
            <a:tailEnd/>
          </a:ln>
        </p:spPr>
      </p:pic>
    </p:spTree>
  </p:cSld>
  <p:clrMapOvr>
    <a:masterClrMapping/>
  </p:clrMapOvr>
  <p:transition advClick="0">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4294967295"/>
          </p:nvPr>
        </p:nvSpPr>
        <p:spPr>
          <a:xfrm>
            <a:off x="4540250" y="6477000"/>
            <a:ext cx="57785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fld id="{E0CE6F52-B1A8-40F8-AC80-D35FF3A8659A}" type="slidenum">
              <a:rPr lang="en-US" altLang="en-US"/>
              <a:pPr>
                <a:defRPr/>
              </a:pPr>
              <a:t>36</a:t>
            </a:fld>
            <a:endParaRPr lang="en-US" altLang="en-US"/>
          </a:p>
        </p:txBody>
      </p:sp>
      <p:sp>
        <p:nvSpPr>
          <p:cNvPr id="55299" name="Rectangle 2"/>
          <p:cNvSpPr>
            <a:spLocks noGrp="1" noChangeArrowheads="1"/>
          </p:cNvSpPr>
          <p:nvPr>
            <p:ph type="title"/>
          </p:nvPr>
        </p:nvSpPr>
        <p:spPr/>
        <p:txBody>
          <a:bodyPr/>
          <a:lstStyle/>
          <a:p>
            <a:r>
              <a:rPr lang="en-US" altLang="en-US" sz="3200" dirty="0" smtClean="0">
                <a:solidFill>
                  <a:schemeClr val="tx1"/>
                </a:solidFill>
                <a:cs typeface="Arial" pitchFamily="34" charset="0"/>
              </a:rPr>
              <a:t>Review – Questions</a:t>
            </a:r>
            <a:endParaRPr lang="en-US" altLang="en-US" sz="3200" dirty="0" smtClean="0"/>
          </a:p>
        </p:txBody>
      </p:sp>
      <p:sp>
        <p:nvSpPr>
          <p:cNvPr id="55300" name="Rectangle 3"/>
          <p:cNvSpPr>
            <a:spLocks noGrp="1" noChangeArrowheads="1"/>
          </p:cNvSpPr>
          <p:nvPr>
            <p:ph type="body" idx="1"/>
          </p:nvPr>
        </p:nvSpPr>
        <p:spPr>
          <a:xfrm>
            <a:off x="495300" y="1371600"/>
            <a:ext cx="8172450" cy="4648200"/>
          </a:xfrm>
        </p:spPr>
        <p:txBody>
          <a:bodyPr/>
          <a:lstStyle/>
          <a:p>
            <a:pPr eaLnBrk="1" hangingPunct="1"/>
            <a:r>
              <a:rPr lang="en-US" altLang="en-US" smtClean="0"/>
              <a:t>Question 3: ___ is used to convert a list of numeric results into broader categories.</a:t>
            </a:r>
          </a:p>
        </p:txBody>
      </p:sp>
      <p:pic>
        <p:nvPicPr>
          <p:cNvPr id="55301" name="Picture 4" descr="question"/>
          <p:cNvPicPr>
            <a:picLocks noChangeAspect="1" noChangeArrowheads="1"/>
          </p:cNvPicPr>
          <p:nvPr/>
        </p:nvPicPr>
        <p:blipFill>
          <a:blip r:embed="rId3"/>
          <a:srcRect/>
          <a:stretch>
            <a:fillRect/>
          </a:stretch>
        </p:blipFill>
        <p:spPr bwMode="auto">
          <a:xfrm>
            <a:off x="8832850" y="1447800"/>
            <a:ext cx="772187" cy="685800"/>
          </a:xfrm>
          <a:prstGeom prst="rect">
            <a:avLst/>
          </a:prstGeom>
          <a:noFill/>
          <a:ln w="9525">
            <a:noFill/>
            <a:miter lim="800000"/>
            <a:headEnd/>
            <a:tailEnd/>
          </a:ln>
        </p:spPr>
      </p:pic>
    </p:spTree>
  </p:cSld>
  <p:clrMapOvr>
    <a:masterClrMapping/>
  </p:clrMapOvr>
  <p:transition advClick="0">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 y="2743200"/>
            <a:ext cx="9905999" cy="1371600"/>
          </a:xfrm>
        </p:spPr>
        <p:txBody>
          <a:bodyPr lIns="0" tIns="0" rIns="0" bIns="0" anchor="ctr" anchorCtr="1"/>
          <a:lstStyle/>
          <a:p>
            <a:pPr algn="ctr">
              <a:lnSpc>
                <a:spcPct val="100000"/>
              </a:lnSpc>
            </a:pPr>
            <a:r>
              <a:rPr sz="6000" dirty="0" smtClean="0"/>
              <a:t>Q &amp; A</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361952" y="1163638"/>
            <a:ext cx="8355013" cy="5281612"/>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342900" marR="0" lvl="1" indent="-342900" algn="l" defTabSz="714375" rtl="0" eaLnBrk="1" fontAlgn="base" latinLnBrk="0" hangingPunct="1">
              <a:lnSpc>
                <a:spcPts val="2600"/>
              </a:lnSpc>
              <a:spcBef>
                <a:spcPct val="20000"/>
              </a:spcBef>
              <a:spcAft>
                <a:spcPct val="0"/>
              </a:spcAft>
              <a:buClr>
                <a:schemeClr val="accent2"/>
              </a:buClr>
              <a:buSzPct val="85000"/>
              <a:buFont typeface="ZapfDingbats" pitchFamily="82" charset="2"/>
              <a:buNone/>
              <a:tabLst/>
              <a:defRPr/>
            </a:pPr>
            <a:endParaRPr kumimoji="0" lang="en-US" altLang="zh-CN" sz="2000" b="0" i="0" u="none" strike="noStrike" kern="1200" cap="none" spc="0" normalizeH="0" baseline="0" noProof="0" dirty="0" smtClean="0">
              <a:ln>
                <a:noFill/>
              </a:ln>
              <a:solidFill>
                <a:schemeClr val="tx1"/>
              </a:solidFill>
              <a:effectLst/>
              <a:uLnTx/>
              <a:uFillTx/>
              <a:latin typeface="+mn-lt"/>
              <a:ea typeface="宋体" charset="-122"/>
              <a:cs typeface="+mn-cs"/>
            </a:endParaRPr>
          </a:p>
        </p:txBody>
      </p:sp>
      <p:sp>
        <p:nvSpPr>
          <p:cNvPr id="6" name="TextBox 5"/>
          <p:cNvSpPr txBox="1"/>
          <p:nvPr/>
        </p:nvSpPr>
        <p:spPr>
          <a:xfrm>
            <a:off x="533400" y="1295400"/>
            <a:ext cx="6477000" cy="800100"/>
          </a:xfrm>
          <a:prstGeom prst="rect">
            <a:avLst/>
          </a:prstGeom>
          <a:noFill/>
        </p:spPr>
        <p:txBody>
          <a:bodyPr>
            <a:spAutoFit/>
          </a:bodyPr>
          <a:lstStyle/>
          <a:p>
            <a:pPr fontAlgn="auto">
              <a:spcBef>
                <a:spcPts val="0"/>
              </a:spcBef>
              <a:spcAft>
                <a:spcPts val="0"/>
              </a:spcAft>
              <a:defRPr/>
            </a:pPr>
            <a:r>
              <a:rPr lang="en-US" sz="3200" dirty="0" smtClean="0">
                <a:solidFill>
                  <a:schemeClr val="tx2">
                    <a:lumMod val="50000"/>
                  </a:schemeClr>
                </a:solidFill>
                <a:latin typeface="+mn-lt"/>
                <a:cs typeface="+mn-cs"/>
              </a:rPr>
              <a:t> </a:t>
            </a:r>
            <a:endParaRPr lang="en-US" sz="3200" dirty="0">
              <a:solidFill>
                <a:schemeClr val="tx2">
                  <a:lumMod val="50000"/>
                </a:schemeClr>
              </a:solidFill>
              <a:latin typeface="+mn-lt"/>
              <a:cs typeface="+mn-cs"/>
            </a:endParaRPr>
          </a:p>
          <a:p>
            <a:pPr fontAlgn="auto">
              <a:spcBef>
                <a:spcPts val="0"/>
              </a:spcBef>
              <a:spcAft>
                <a:spcPts val="0"/>
              </a:spcAft>
              <a:defRPr/>
            </a:pPr>
            <a:endParaRPr lang="en-US" sz="1400" dirty="0">
              <a:solidFill>
                <a:schemeClr val="tx2">
                  <a:lumMod val="50000"/>
                </a:schemeClr>
              </a:solidFill>
              <a:latin typeface="+mn-lt"/>
              <a:cs typeface="+mn-cs"/>
            </a:endParaRPr>
          </a:p>
        </p:txBody>
      </p:sp>
      <p:sp>
        <p:nvSpPr>
          <p:cNvPr id="7" name="Title 1"/>
          <p:cNvSpPr txBox="1">
            <a:spLocks/>
          </p:cNvSpPr>
          <p:nvPr/>
        </p:nvSpPr>
        <p:spPr>
          <a:xfrm>
            <a:off x="1" y="2743200"/>
            <a:ext cx="9905999" cy="1371600"/>
          </a:xfrm>
          <a:prstGeom prst="rect">
            <a:avLst/>
          </a:prstGeom>
        </p:spPr>
        <p:txBody>
          <a:bodyPr vert="horz" lIns="0" tIns="0" rIns="0" bIns="0" rtlCol="0" anchor="ctr" anchorCtr="1">
            <a:noAutofit/>
          </a:bodyPr>
          <a:lstStyle/>
          <a:p>
            <a:pPr marL="0" marR="0" lvl="0" indent="0" algn="ctr" defTabSz="914342" rtl="0" eaLnBrk="1" fontAlgn="auto" latinLnBrk="0" hangingPunct="1">
              <a:spcBef>
                <a:spcPct val="0"/>
              </a:spcBef>
              <a:spcAft>
                <a:spcPts val="0"/>
              </a:spcAft>
              <a:buClrTx/>
              <a:buSzTx/>
              <a:buFontTx/>
              <a:buNone/>
              <a:tabLst/>
              <a:defRPr/>
            </a:pPr>
            <a:r>
              <a:rPr lang="en-US" sz="3200" dirty="0" smtClean="0">
                <a:latin typeface="Arial Narrow" pitchFamily="34" charset="0"/>
                <a:ea typeface="+mj-ea"/>
                <a:cs typeface="+mj-cs"/>
              </a:rPr>
              <a:t>Thank You</a:t>
            </a:r>
            <a:endParaRPr kumimoji="0" lang="en-US" sz="3200" b="0" i="0" u="none" strike="noStrike" kern="1200" cap="none" spc="0" normalizeH="0" baseline="0" noProof="0" dirty="0" smtClean="0">
              <a:ln>
                <a:noFill/>
              </a:ln>
              <a:solidFill>
                <a:schemeClr val="tx1"/>
              </a:solidFill>
              <a:effectLst/>
              <a:uLnTx/>
              <a:uFillTx/>
              <a:latin typeface="Arial Narrow" pitchFamily="34" charset="0"/>
              <a:ea typeface="+mj-ea"/>
              <a:cs typeface="+mj-cs"/>
            </a:endParaRPr>
          </a:p>
        </p:txBody>
      </p:sp>
      <p:graphicFrame>
        <p:nvGraphicFramePr>
          <p:cNvPr id="5" name="Table 4"/>
          <p:cNvGraphicFramePr>
            <a:graphicFrameLocks noGrp="1"/>
          </p:cNvGraphicFramePr>
          <p:nvPr/>
        </p:nvGraphicFramePr>
        <p:xfrm>
          <a:off x="6858000" y="5029200"/>
          <a:ext cx="2819400" cy="1112520"/>
        </p:xfrm>
        <a:graphic>
          <a:graphicData uri="http://schemas.openxmlformats.org/drawingml/2006/table">
            <a:tbl>
              <a:tblPr firstRow="1" bandRow="1">
                <a:tableStyleId>{72833802-FEF1-4C79-8D5D-14CF1EAF98D9}</a:tableStyleId>
              </a:tblPr>
              <a:tblGrid>
                <a:gridCol w="1371600"/>
                <a:gridCol w="1447800"/>
              </a:tblGrid>
              <a:tr h="370840">
                <a:tc>
                  <a:txBody>
                    <a:bodyPr/>
                    <a:lstStyle/>
                    <a:p>
                      <a:r>
                        <a:rPr lang="en-US" sz="1000" b="1" dirty="0" smtClean="0">
                          <a:solidFill>
                            <a:schemeClr val="tx1"/>
                          </a:solidFill>
                        </a:rPr>
                        <a:t>Review Date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b="1" dirty="0" smtClean="0">
                          <a:solidFill>
                            <a:schemeClr val="tx1"/>
                          </a:solidFill>
                        </a:rPr>
                        <a:t>14-July-2016</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1000" b="1" dirty="0" smtClean="0">
                          <a:solidFill>
                            <a:schemeClr val="tx1"/>
                          </a:solidFill>
                        </a:rPr>
                        <a:t>Version</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smtClean="0">
                          <a:solidFill>
                            <a:schemeClr val="tx1"/>
                          </a:solidFill>
                        </a:rPr>
                        <a:t>1.0</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00" b="1" dirty="0" smtClean="0">
                          <a:solidFill>
                            <a:schemeClr val="tx1"/>
                          </a:solidFill>
                        </a:rPr>
                        <a:t>Next Review Due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smtClean="0">
                          <a:solidFill>
                            <a:schemeClr val="tx1"/>
                          </a:solidFill>
                        </a:rPr>
                        <a:t>14-July-2017</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8558643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40347" name="think-cell Slide" r:id="rId4" imgW="360" imgH="360" progId="">
                  <p:embed/>
                </p:oleObj>
              </mc:Choice>
              <mc:Fallback>
                <p:oleObj name="think-cell Slide" r:id="rId4" imgW="360" imgH="360" progId="">
                  <p:embed/>
                  <p:pic>
                    <p:nvPicPr>
                      <p:cNvPr id="0" name="Picture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LI83S.QyU2cWSfucWO3Y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sights &amp; Data_LnD_Template">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cap="flat" cmpd="sng" algn="ctr">
          <a:solidFill>
            <a:schemeClr val="bg2"/>
          </a:solidFill>
          <a:prstDash val="solid"/>
          <a:round/>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ctr" defTabSz="914400" rtl="0" eaLnBrk="0" fontAlgn="base" latinLnBrk="0" hangingPunct="0">
          <a:spcBef>
            <a:spcPct val="0"/>
          </a:spcBef>
          <a:spcAft>
            <a:spcPct val="0"/>
          </a:spcAft>
          <a:buClrTx/>
          <a:buSzTx/>
          <a:buFontTx/>
          <a:buNone/>
          <a:tabLst/>
          <a:defRPr kumimoji="0" sz="1600" i="0" u="none" strike="noStrike" cap="none" normalizeH="0" baseline="0" dirty="0" smtClean="0">
            <a:ln>
              <a:noFill/>
            </a:ln>
            <a:solidFill>
              <a:schemeClr val="tx2">
                <a:lumMod val="50000"/>
              </a:schemeClr>
            </a:solidFill>
            <a:effectLst/>
            <a:latin typeface="+mn-lt"/>
            <a:cs typeface="Arial" charset="0"/>
          </a:defRPr>
        </a:defPPr>
      </a:lstStyle>
    </a:spDef>
    <a:lnDef>
      <a:spPr bwMode="auto">
        <a:solidFill>
          <a:schemeClr val="accent6"/>
        </a:solidFill>
        <a:ln w="6350" cap="flat" cmpd="sng" algn="ctr">
          <a:solidFill>
            <a:schemeClr val="bg2"/>
          </a:solidFill>
          <a:prstDash val="solid"/>
          <a:round/>
          <a:headEnd type="none" w="med" len="med"/>
          <a:tailEnd type="none" w="med" len="med"/>
        </a:ln>
        <a:effectLst/>
      </a:spPr>
      <a:bodyPr/>
      <a:lst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I&amp;D_Learning and Development 2015_Closing Slides">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amp;D_Learning and Development 2015_Section break">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themeOverride>
</file>

<file path=docProps/app.xml><?xml version="1.0" encoding="utf-8"?>
<Properties xmlns="http://schemas.openxmlformats.org/officeDocument/2006/extended-properties" xmlns:vt="http://schemas.openxmlformats.org/officeDocument/2006/docPropsVTypes">
  <Template>Insights &amp; Data_LnD_Template</Template>
  <TotalTime>956</TotalTime>
  <Words>2625</Words>
  <Application>Microsoft Office PowerPoint</Application>
  <PresentationFormat>A4 Paper (210x297 mm)</PresentationFormat>
  <Paragraphs>434</Paragraphs>
  <Slides>39</Slides>
  <Notes>36</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39</vt:i4>
      </vt:variant>
    </vt:vector>
  </HeadingPairs>
  <TitlesOfParts>
    <vt:vector size="43" baseType="lpstr">
      <vt:lpstr>Insights &amp; Data_LnD_Template</vt:lpstr>
      <vt:lpstr>I&amp;D_Learning and Development 2015_Closing Slides</vt:lpstr>
      <vt:lpstr>I&amp;D_Learning and Development 2015_Section break</vt:lpstr>
      <vt:lpstr>think-cell Slide</vt:lpstr>
      <vt:lpstr>Learning &amp; Development  Enabling development, Impacting growth…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List Reports – Demonstration: Specify Language    </vt:lpstr>
      <vt:lpstr>List Reports – Demonstration: Run Options </vt:lpstr>
      <vt:lpstr>List Reports – Demonstration: Run Options </vt:lpstr>
      <vt:lpstr>List Reports - Filters</vt:lpstr>
      <vt:lpstr> List Reports - Specifying Filter Criteria with Prompts</vt:lpstr>
      <vt:lpstr>List Reports – Demonstration: Specifying Filter Criteria with Prompts </vt:lpstr>
      <vt:lpstr>List Reports – Sort </vt:lpstr>
      <vt:lpstr>  List Reports – Calculate  </vt:lpstr>
      <vt:lpstr>List Reports – Format</vt:lpstr>
      <vt:lpstr> List Reports – Grouping</vt:lpstr>
      <vt:lpstr> List Reports – Sections</vt:lpstr>
      <vt:lpstr>List Reports – Demonstration: Create a Grouped List Report </vt:lpstr>
      <vt:lpstr>List Reports – Demonstration: Create a Grouped List Report </vt:lpstr>
      <vt:lpstr>List Reports – Add Summarized Data</vt:lpstr>
      <vt:lpstr>Crosstab Reports</vt:lpstr>
      <vt:lpstr>Crosstab Reports - Demonstration: Create a Crosstab Report </vt:lpstr>
      <vt:lpstr>  Display Data Graphically with Charts </vt:lpstr>
      <vt:lpstr>Display Data Graphically with Charts - Chart Types  </vt:lpstr>
      <vt:lpstr>Data Graphically with Charts - Chart Types  </vt:lpstr>
      <vt:lpstr>Custom Groups</vt:lpstr>
      <vt:lpstr>Custom Groups -Demonstration: Create a Custom Group </vt:lpstr>
      <vt:lpstr>Custom Groups -Demonstration: Create a Custom Group </vt:lpstr>
      <vt:lpstr>Lab Workout</vt:lpstr>
      <vt:lpstr>Summary</vt:lpstr>
      <vt:lpstr>Review – Questions</vt:lpstr>
      <vt:lpstr>Review – Questions</vt:lpstr>
      <vt:lpstr>Q &amp; A</vt:lpstr>
      <vt:lpstr>PowerPoint Presentation</vt:lpstr>
      <vt:lpstr>PowerPoint Presentation</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&amp; Development  Enabling development, Impacting growth…</dc:title>
  <dc:creator>vivmore</dc:creator>
  <cp:lastModifiedBy>Rajita Dhumal</cp:lastModifiedBy>
  <cp:revision>201</cp:revision>
  <dcterms:created xsi:type="dcterms:W3CDTF">2015-07-10T14:05:09Z</dcterms:created>
  <dcterms:modified xsi:type="dcterms:W3CDTF">2016-08-08T03:53:27Z</dcterms:modified>
</cp:coreProperties>
</file>