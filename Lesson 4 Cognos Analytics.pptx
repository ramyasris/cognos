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 id="2147483993" r:id="rId2"/>
    <p:sldMasterId id="2147483946" r:id="rId3"/>
  </p:sldMasterIdLst>
  <p:notesMasterIdLst>
    <p:notesMasterId r:id="rId25"/>
  </p:notesMasterIdLst>
  <p:handoutMasterIdLst>
    <p:handoutMasterId r:id="rId26"/>
  </p:handoutMasterIdLst>
  <p:sldIdLst>
    <p:sldId id="407" r:id="rId4"/>
    <p:sldId id="508" r:id="rId5"/>
    <p:sldId id="430" r:id="rId6"/>
    <p:sldId id="456" r:id="rId7"/>
    <p:sldId id="457" r:id="rId8"/>
    <p:sldId id="458" r:id="rId9"/>
    <p:sldId id="459" r:id="rId10"/>
    <p:sldId id="460" r:id="rId11"/>
    <p:sldId id="461" r:id="rId12"/>
    <p:sldId id="462" r:id="rId13"/>
    <p:sldId id="463" r:id="rId14"/>
    <p:sldId id="464" r:id="rId15"/>
    <p:sldId id="504" r:id="rId16"/>
    <p:sldId id="505" r:id="rId17"/>
    <p:sldId id="506" r:id="rId18"/>
    <p:sldId id="507" r:id="rId19"/>
    <p:sldId id="465" r:id="rId20"/>
    <p:sldId id="469" r:id="rId21"/>
    <p:sldId id="424" r:id="rId22"/>
    <p:sldId id="425" r:id="rId23"/>
    <p:sldId id="329" r:id="rId24"/>
  </p:sldIdLst>
  <p:sldSz cx="9906000" cy="6858000" type="A4"/>
  <p:notesSz cx="6797675" cy="9874250"/>
  <p:custDataLst>
    <p:tags r:id="rId27"/>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948">
          <p15:clr>
            <a:srgbClr val="A4A3A4"/>
          </p15:clr>
        </p15:guide>
        <p15:guide id="2" orient="horz" pos="791">
          <p15:clr>
            <a:srgbClr val="A4A3A4"/>
          </p15:clr>
        </p15:guide>
        <p15:guide id="3" orient="horz" pos="1062">
          <p15:clr>
            <a:srgbClr val="A4A3A4"/>
          </p15:clr>
        </p15:guide>
        <p15:guide id="4" orient="horz" pos="3620">
          <p15:clr>
            <a:srgbClr val="A4A3A4"/>
          </p15:clr>
        </p15:guide>
        <p15:guide id="5" orient="horz" pos="2374">
          <p15:clr>
            <a:srgbClr val="A4A3A4"/>
          </p15:clr>
        </p15:guide>
        <p15:guide id="6" pos="3120">
          <p15:clr>
            <a:srgbClr val="A4A3A4"/>
          </p15:clr>
        </p15:guide>
        <p15:guide id="7" pos="6025">
          <p15:clr>
            <a:srgbClr val="A4A3A4"/>
          </p15:clr>
        </p15:guide>
        <p15:guide id="8" pos="3042">
          <p15:clr>
            <a:srgbClr val="A4A3A4"/>
          </p15:clr>
        </p15:guide>
        <p15:guide id="9" pos="3198">
          <p15:clr>
            <a:srgbClr val="A4A3A4"/>
          </p15:clr>
        </p15:guide>
        <p15:guide id="10" pos="220">
          <p15:clr>
            <a:srgbClr val="A4A3A4"/>
          </p15:clr>
        </p15:guide>
        <p15:guide id="11" pos="420">
          <p15:clr>
            <a:srgbClr val="A4A3A4"/>
          </p15:clr>
        </p15:guide>
        <p15:guide id="12" pos="5819">
          <p15:clr>
            <a:srgbClr val="A4A3A4"/>
          </p15:clr>
        </p15:guide>
      </p15:sldGuideLst>
    </p:ext>
    <p:ext uri="{2D200454-40CA-4A62-9FC3-DE9A4176ACB9}">
      <p15:notesGuideLst xmlns=""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F2F2F2"/>
    <a:srgbClr val="E47E1A"/>
    <a:srgbClr val="BA0065"/>
    <a:srgbClr val="FFBC1D"/>
    <a:srgbClr val="598E20"/>
    <a:srgbClr val="D03833"/>
    <a:srgbClr val="805924"/>
    <a:srgbClr val="7263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8407" autoAdjust="0"/>
    <p:restoredTop sz="94621" autoAdjust="0"/>
  </p:normalViewPr>
  <p:slideViewPr>
    <p:cSldViewPr>
      <p:cViewPr varScale="1">
        <p:scale>
          <a:sx n="92" d="100"/>
          <a:sy n="92" d="100"/>
        </p:scale>
        <p:origin x="-948" y="-102"/>
      </p:cViewPr>
      <p:guideLst>
        <p:guide orient="horz" pos="3948"/>
        <p:guide orient="horz" pos="791"/>
        <p:guide orient="horz" pos="1062"/>
        <p:guide orient="horz" pos="3620"/>
        <p:guide orient="horz" pos="2374"/>
        <p:guide pos="3120"/>
        <p:guide pos="6025"/>
        <p:guide pos="3042"/>
        <p:guide pos="3198"/>
        <p:guide pos="220"/>
        <p:guide pos="420"/>
        <p:guide pos="5819"/>
      </p:guideLst>
    </p:cSldViewPr>
  </p:slideViewPr>
  <p:outlineViewPr>
    <p:cViewPr>
      <p:scale>
        <a:sx n="33" d="100"/>
        <a:sy n="33" d="100"/>
      </p:scale>
      <p:origin x="0" y="618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690"/>
    </p:cViewPr>
  </p:sorterViewPr>
  <p:notesViewPr>
    <p:cSldViewPr>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gs" Target="tags/tag1.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4.xml"/><Relationship Id="rId1" Type="http://schemas.openxmlformats.org/officeDocument/2006/relationships/slide" Target="slides/slide13.xml"/><Relationship Id="rId4"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a:latin typeface="Arial" pitchFamily="34" charset="0"/>
                <a:cs typeface="Arial" pitchFamily="34" charset="0"/>
              </a:rPr>
              <a:t>© 2012 Capgemini. All </a:t>
            </a:r>
            <a:r>
              <a:rPr lang="de-DE" sz="800" dirty="0" err="1">
                <a:latin typeface="Arial" pitchFamily="34" charset="0"/>
                <a:cs typeface="Arial" pitchFamily="34" charset="0"/>
              </a:rPr>
              <a:t>rights</a:t>
            </a:r>
            <a:r>
              <a:rPr lang="de-DE" sz="800" dirty="0">
                <a:latin typeface="Arial" pitchFamily="34" charset="0"/>
                <a:cs typeface="Arial" pitchFamily="34" charset="0"/>
              </a:rPr>
              <a:t> </a:t>
            </a:r>
            <a:r>
              <a:rPr lang="de-DE" sz="800" dirty="0" err="1">
                <a:latin typeface="Arial" pitchFamily="34" charset="0"/>
                <a:cs typeface="Arial" pitchFamily="34" charset="0"/>
              </a:rPr>
              <a:t>reserved</a:t>
            </a:r>
            <a:r>
              <a:rPr lang="de-DE" sz="800" dirty="0">
                <a:latin typeface="Arial" pitchFamily="34" charset="0"/>
                <a:cs typeface="Arial" pitchFamily="34" charset="0"/>
              </a:rPr>
              <a:t>.</a:t>
            </a: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8/8/2016</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vmlDrawing" Target="../drawings/vmlDrawing22.vml"/><Relationship Id="rId5" Type="http://schemas.openxmlformats.org/officeDocument/2006/relationships/image" Target="../media/image22.wmf"/><Relationship Id="rId4" Type="http://schemas.openxmlformats.org/officeDocument/2006/relationships/oleObject" Target="../embeddings/oleObject22.bin"/></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vmlDrawing" Target="../drawings/vmlDrawing23.vml"/><Relationship Id="rId5" Type="http://schemas.openxmlformats.org/officeDocument/2006/relationships/image" Target="../media/image24.wmf"/><Relationship Id="rId4" Type="http://schemas.openxmlformats.org/officeDocument/2006/relationships/oleObject" Target="../embeddings/oleObject23.bin"/></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vmlDrawing" Target="../drawings/vmlDrawing24.vml"/><Relationship Id="rId5" Type="http://schemas.openxmlformats.org/officeDocument/2006/relationships/image" Target="../media/image26.wmf"/><Relationship Id="rId4" Type="http://schemas.openxmlformats.org/officeDocument/2006/relationships/oleObject" Target="../embeddings/oleObject24.bin"/></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7" Type="http://schemas.openxmlformats.org/officeDocument/2006/relationships/image" Target="../media/image28.wmf"/><Relationship Id="rId2" Type="http://schemas.openxmlformats.org/officeDocument/2006/relationships/notesMaster" Target="../notesMasters/notesMaster1.xml"/><Relationship Id="rId1" Type="http://schemas.openxmlformats.org/officeDocument/2006/relationships/vmlDrawing" Target="../drawings/vmlDrawing25.vml"/><Relationship Id="rId6" Type="http://schemas.openxmlformats.org/officeDocument/2006/relationships/oleObject" Target="../embeddings/oleObject26.bin"/><Relationship Id="rId5" Type="http://schemas.openxmlformats.org/officeDocument/2006/relationships/image" Target="../media/image27.wmf"/><Relationship Id="rId4" Type="http://schemas.openxmlformats.org/officeDocument/2006/relationships/oleObject" Target="../embeddings/oleObject25.bin"/></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41363"/>
            <a:ext cx="5346700"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7"/>
          <p:cNvSpPr>
            <a:spLocks noGrp="1" noChangeArrowheads="1"/>
          </p:cNvSpPr>
          <p:nvPr>
            <p:ph type="sldNum" sz="quarter"/>
          </p:nvPr>
        </p:nvSpPr>
        <p:spPr>
          <a:noFill/>
        </p:spPr>
        <p:txBody>
          <a:bodyPr/>
          <a:lstStyle/>
          <a:p>
            <a:fld id="{B82BE297-935B-494E-BC84-37AF37518160}" type="slidenum">
              <a:rPr lang="en-US">
                <a:ea typeface="MS Gothic" pitchFamily="49" charset="-128"/>
              </a:rPr>
              <a:pPr/>
              <a:t>3</a:t>
            </a:fld>
            <a:endParaRPr lang="en-US">
              <a:ea typeface="MS Gothic" pitchFamily="49" charset="-128"/>
            </a:endParaRPr>
          </a:p>
        </p:txBody>
      </p:sp>
      <p:sp>
        <p:nvSpPr>
          <p:cNvPr id="140291"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40292" name="Rectangle 2"/>
          <p:cNvSpPr txBox="1">
            <a:spLocks noGrp="1" noChangeArrowheads="1"/>
          </p:cNvSpPr>
          <p:nvPr>
            <p:ph type="body" idx="1"/>
          </p:nvPr>
        </p:nvSpPr>
        <p:spPr>
          <a:xfrm>
            <a:off x="906358" y="4690269"/>
            <a:ext cx="4984961" cy="4443413"/>
          </a:xfrm>
          <a:noFill/>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Rectangle 7"/>
          <p:cNvSpPr>
            <a:spLocks noGrp="1" noChangeArrowheads="1"/>
          </p:cNvSpPr>
          <p:nvPr>
            <p:ph type="sldNum" sz="quarter"/>
          </p:nvPr>
        </p:nvSpPr>
        <p:spPr>
          <a:noFill/>
        </p:spPr>
        <p:txBody>
          <a:bodyPr/>
          <a:lstStyle/>
          <a:p>
            <a:fld id="{E1E0C6A2-CCDA-4DB9-B7AA-B74501742BF9}" type="slidenum">
              <a:rPr lang="en-US">
                <a:ea typeface="MS Gothic" pitchFamily="49" charset="-128"/>
              </a:rPr>
              <a:pPr/>
              <a:t>5</a:t>
            </a:fld>
            <a:endParaRPr lang="en-US">
              <a:ea typeface="MS Gothic" pitchFamily="49" charset="-128"/>
            </a:endParaRPr>
          </a:p>
        </p:txBody>
      </p:sp>
      <p:sp>
        <p:nvSpPr>
          <p:cNvPr id="175107"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624F1A-097C-4B4E-8CC0-7A899348A45D}"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US" sz="1200">
              <a:solidFill>
                <a:srgbClr val="000000"/>
              </a:solidFill>
              <a:latin typeface="Times New Roman" pitchFamily="18" charset="0"/>
            </a:endParaRPr>
          </a:p>
        </p:txBody>
      </p:sp>
      <p:sp>
        <p:nvSpPr>
          <p:cNvPr id="175108"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3B3420-B988-4C4E-A78F-D4E39BC7AACE}"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US" sz="1200">
              <a:solidFill>
                <a:srgbClr val="000000"/>
              </a:solidFill>
              <a:latin typeface="Arial" charset="0"/>
            </a:endParaRPr>
          </a:p>
        </p:txBody>
      </p:sp>
      <p:sp>
        <p:nvSpPr>
          <p:cNvPr id="175109" name="Text Box 3"/>
          <p:cNvSpPr txBox="1">
            <a:spLocks noChangeArrowheads="1"/>
          </p:cNvSpPr>
          <p:nvPr/>
        </p:nvSpPr>
        <p:spPr bwMode="auto">
          <a:xfrm>
            <a:off x="1284005"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5110" name="Text Box 4"/>
          <p:cNvSpPr txBox="1">
            <a:spLocks noGrp="1" noChangeArrowheads="1"/>
          </p:cNvSpPr>
          <p:nvPr>
            <p:ph type="body"/>
          </p:nvPr>
        </p:nvSpPr>
        <p:spPr>
          <a:xfrm>
            <a:off x="830827" y="4664556"/>
            <a:ext cx="5414537" cy="3279416"/>
          </a:xfrm>
          <a:noFill/>
          <a:ln/>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Report designing consists of various components </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You use different report types to look at data in different ways or to answer different business questions. For example, you create a list report to show your entire customer base, but you create a crosstab report to show which sales representative has the highest sales for each product </a:t>
            </a:r>
            <a:r>
              <a:rPr lang="en-US" sz="1000" dirty="0" err="1">
                <a:ea typeface="MS Gothic" pitchFamily="49" charset="-128"/>
              </a:rPr>
              <a:t>line.You</a:t>
            </a:r>
            <a:r>
              <a:rPr lang="en-US" sz="1000" dirty="0">
                <a:ea typeface="MS Gothic" pitchFamily="49" charset="-128"/>
              </a:rPr>
              <a:t> can create a chart to present data graphically, and use a repeater to create mailing labels.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In Report Studio, you can create the following types of reports: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 list , crosstab, chart,  map, repeater)</a:t>
            </a:r>
            <a:r>
              <a:rPr lang="ar-SA" sz="1000" dirty="0">
                <a:ea typeface="MS Gothic" pitchFamily="49" charset="-128"/>
                <a:cs typeface="Times New Roman" pitchFamily="18" charset="0"/>
              </a:rPr>
              <a:t>‏</a:t>
            </a:r>
            <a:endParaRPr lang="en-US" sz="1000" dirty="0">
              <a:ea typeface="MS Gothic" pitchFamily="49" charset="-128"/>
            </a:endParaRP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You can also combine one or more of these in a single report.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We would look into detail of all these report studio components in preceding slide. Cognos 10 has added features which enhances our reporting skills. With the addition of option of multi-frame, multi-page and freeform layout lots of reporting requirements are meet. Drill thru and Drill up/down have enhanced the capabilities of report . We would looking into these thing in the preceding slides.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6" name="Rectangle 7"/>
          <p:cNvSpPr>
            <a:spLocks noGrp="1" noChangeArrowheads="1"/>
          </p:cNvSpPr>
          <p:nvPr>
            <p:ph type="sldNum" sz="quarter"/>
          </p:nvPr>
        </p:nvSpPr>
        <p:spPr>
          <a:noFill/>
        </p:spPr>
        <p:txBody>
          <a:bodyPr/>
          <a:lstStyle/>
          <a:p>
            <a:fld id="{D0AAD9D7-03E2-4E2E-A8F1-0ECCB6530D7B}" type="slidenum">
              <a:rPr lang="en-US">
                <a:ea typeface="MS Gothic" pitchFamily="49" charset="-128"/>
              </a:rPr>
              <a:pPr/>
              <a:t>6</a:t>
            </a:fld>
            <a:endParaRPr lang="en-US">
              <a:ea typeface="MS Gothic" pitchFamily="49" charset="-128"/>
            </a:endParaRPr>
          </a:p>
        </p:txBody>
      </p:sp>
      <p:sp>
        <p:nvSpPr>
          <p:cNvPr id="3077"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E5AB477-8B9F-4BBD-AB30-9AD2E88168C2}"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Times New Roman" pitchFamily="18" charset="0"/>
            </a:endParaRPr>
          </a:p>
        </p:txBody>
      </p:sp>
      <p:sp>
        <p:nvSpPr>
          <p:cNvPr id="3078"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E4C3FA4-F6B4-41A1-9834-59B7CCB80F49}"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Arial" charset="0"/>
            </a:endParaRPr>
          </a:p>
        </p:txBody>
      </p:sp>
      <p:sp>
        <p:nvSpPr>
          <p:cNvPr id="3079" name="Text Box 3"/>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080" name="Text Box 4"/>
          <p:cNvSpPr txBox="1">
            <a:spLocks noGrp="1" noChangeArrowheads="1"/>
          </p:cNvSpPr>
          <p:nvPr>
            <p:ph type="body"/>
          </p:nvPr>
        </p:nvSpPr>
        <p:spPr>
          <a:xfrm>
            <a:off x="679768" y="4690269"/>
            <a:ext cx="5438140" cy="4621698"/>
          </a:xfrm>
          <a:noFill/>
          <a:ln/>
        </p:spPr>
        <p:txBody>
          <a:bodyPr/>
          <a:lstStyle/>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Let us understand the User Interface of Report studio (Pop up Object 1.1)</a:t>
            </a:r>
            <a:r>
              <a:rPr lang="ar-SA" sz="1000" dirty="0">
                <a:ea typeface="MS Gothic" pitchFamily="49" charset="-128"/>
                <a:cs typeface="Times New Roman" pitchFamily="18" charset="0"/>
              </a:rPr>
              <a:t>‏</a:t>
            </a: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The Report Studio user interface has two panes, an explorer bar, and a work area to help you create reports.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1) Insertable Objects Pane </a:t>
            </a:r>
            <a:r>
              <a:rPr lang="en-US" sz="1000" dirty="0">
                <a:ea typeface="MS Gothic" pitchFamily="49" charset="-128"/>
              </a:rPr>
              <a:t>( Pop up object 1.2 a , 1.2 b and 1.2 c)</a:t>
            </a:r>
            <a:r>
              <a:rPr lang="ar-SA" sz="1000" dirty="0">
                <a:cs typeface="Times New Roman" pitchFamily="18" charset="0"/>
              </a:rPr>
              <a:t>‏</a:t>
            </a: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The Insertable Objects</a:t>
            </a:r>
            <a:r>
              <a:rPr lang="en-US" sz="1000" b="1" dirty="0">
                <a:ea typeface="MS Gothic" pitchFamily="49" charset="-128"/>
              </a:rPr>
              <a:t> </a:t>
            </a:r>
            <a:r>
              <a:rPr lang="en-US" sz="1000" dirty="0">
                <a:ea typeface="MS Gothic" pitchFamily="49" charset="-128"/>
              </a:rPr>
              <a:t>pane contains objects that you can add to a report. You add objects to a report by dragging them to the work area.</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The Insertable Objects</a:t>
            </a:r>
            <a:r>
              <a:rPr lang="en-US" sz="1000" b="1" dirty="0">
                <a:ea typeface="MS Gothic" pitchFamily="49" charset="-128"/>
              </a:rPr>
              <a:t> </a:t>
            </a:r>
            <a:r>
              <a:rPr lang="en-US" sz="1000" dirty="0">
                <a:ea typeface="MS Gothic" pitchFamily="49" charset="-128"/>
              </a:rPr>
              <a:t>pane contains these tabs: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a)</a:t>
            </a:r>
            <a:r>
              <a:rPr lang="en-US" sz="1000" dirty="0">
                <a:ea typeface="MS Gothic" pitchFamily="49" charset="-128"/>
              </a:rPr>
              <a:t> The </a:t>
            </a:r>
            <a:r>
              <a:rPr lang="en-US" sz="1000" b="1" dirty="0">
                <a:ea typeface="MS Gothic" pitchFamily="49" charset="-128"/>
              </a:rPr>
              <a:t>source tab</a:t>
            </a:r>
            <a:r>
              <a:rPr lang="en-US" sz="1000" dirty="0">
                <a:ea typeface="MS Gothic" pitchFamily="49" charset="-128"/>
              </a:rPr>
              <a:t> contains items from the package selected for the report, such as data items and calculations.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b)</a:t>
            </a:r>
            <a:r>
              <a:rPr lang="en-US" sz="1000" dirty="0">
                <a:ea typeface="MS Gothic" pitchFamily="49" charset="-128"/>
              </a:rPr>
              <a:t> The </a:t>
            </a:r>
            <a:r>
              <a:rPr lang="en-US" sz="1000" b="1" dirty="0">
                <a:ea typeface="MS Gothic" pitchFamily="49" charset="-128"/>
              </a:rPr>
              <a:t>data items tab</a:t>
            </a:r>
            <a:r>
              <a:rPr lang="en-US" sz="1000" dirty="0">
                <a:ea typeface="MS Gothic" pitchFamily="49" charset="-128"/>
              </a:rPr>
              <a:t> describes the queries created in the report.</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c)</a:t>
            </a:r>
            <a:r>
              <a:rPr lang="en-US" sz="1000" dirty="0">
                <a:ea typeface="MS Gothic" pitchFamily="49" charset="-128"/>
              </a:rPr>
              <a:t>  The </a:t>
            </a:r>
            <a:r>
              <a:rPr lang="en-US" sz="1000" b="1" dirty="0">
                <a:ea typeface="MS Gothic" pitchFamily="49" charset="-128"/>
              </a:rPr>
              <a:t>toolbox tab</a:t>
            </a:r>
            <a:r>
              <a:rPr lang="en-US" sz="1000" dirty="0">
                <a:ea typeface="MS Gothic" pitchFamily="49" charset="-128"/>
              </a:rPr>
              <a:t> contains a variety of objects that you can add to the report, such as text and graphics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2) Properties Pane </a:t>
            </a:r>
            <a:r>
              <a:rPr lang="en-US" sz="1000" dirty="0">
                <a:ea typeface="MS Gothic" pitchFamily="49" charset="-128"/>
              </a:rPr>
              <a:t>(pop up object 1.6)</a:t>
            </a:r>
            <a:r>
              <a:rPr lang="ar-SA" sz="1000" dirty="0">
                <a:cs typeface="Times New Roman" pitchFamily="18" charset="0"/>
              </a:rPr>
              <a:t>‏</a:t>
            </a: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The </a:t>
            </a:r>
            <a:r>
              <a:rPr lang="en-US" sz="1000" b="1" dirty="0">
                <a:ea typeface="MS Gothic" pitchFamily="49" charset="-128"/>
              </a:rPr>
              <a:t>Properties </a:t>
            </a:r>
            <a:r>
              <a:rPr lang="en-US" sz="1000" dirty="0">
                <a:ea typeface="MS Gothic" pitchFamily="49" charset="-128"/>
              </a:rPr>
              <a:t>pane lists the properties that you can set for an object in a report. You can obtain additional information about a property by selecting it and clicking F1. For example, you can view the list of objects that uses each property. When you specify a value for a property, press Enter, click another property, or save the report to ensure that the value is saved.</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3) Explorer Bar</a:t>
            </a:r>
            <a:r>
              <a:rPr lang="en-US" sz="1000" dirty="0">
                <a:ea typeface="MS Gothic" pitchFamily="49" charset="-128"/>
              </a:rPr>
              <a:t> ( Pop up object 1.3 followed by 1.4 and 1.5)</a:t>
            </a:r>
            <a:r>
              <a:rPr lang="ar-SA" sz="1000" dirty="0">
                <a:cs typeface="Times New Roman" pitchFamily="18" charset="0"/>
              </a:rPr>
              <a:t>‏</a:t>
            </a: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i="1" dirty="0">
                <a:ea typeface="MS Gothic" pitchFamily="49" charset="-128"/>
              </a:rPr>
              <a:t>a) Page explorer button</a:t>
            </a:r>
            <a:r>
              <a:rPr lang="en-US" sz="1000" dirty="0">
                <a:ea typeface="MS Gothic" pitchFamily="49" charset="-128"/>
              </a:rPr>
              <a:t> to go to a specific report page or prompt page.</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i="1" dirty="0">
                <a:ea typeface="MS Gothic" pitchFamily="49" charset="-128"/>
              </a:rPr>
              <a:t>b) Query explorer button</a:t>
            </a:r>
            <a:r>
              <a:rPr lang="en-US" sz="1000" dirty="0">
                <a:ea typeface="MS Gothic" pitchFamily="49" charset="-128"/>
              </a:rPr>
              <a:t> to work with queries You use Query Explorer to create or modify queries and to perform complex tasks, such as defining union joins and writing SQL statements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i="1" dirty="0">
                <a:ea typeface="MS Gothic" pitchFamily="49" charset="-128"/>
              </a:rPr>
              <a:t>c) Condition explorer button</a:t>
            </a:r>
            <a:r>
              <a:rPr lang="en-US" sz="1000" dirty="0">
                <a:ea typeface="MS Gothic" pitchFamily="49" charset="-128"/>
              </a:rPr>
              <a:t> to work with variables. You use variables to define conditions in a report.</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dirty="0">
                <a:ea typeface="MS Gothic" pitchFamily="49" charset="-128"/>
              </a:rPr>
              <a:t>4) Work Area</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dirty="0">
                <a:ea typeface="MS Gothic" pitchFamily="49" charset="-128"/>
              </a:rPr>
              <a:t>The work area is where you design reports.</a:t>
            </a: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a:ea typeface="MS Gothic" pitchFamily="49" charset="-128"/>
            </a:endParaRPr>
          </a:p>
          <a:p>
            <a:pPr eaLnBrk="1" hangingPunct="1">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a:ea typeface="MS Gothic" pitchFamily="49" charset="-128"/>
            </a:endParaRPr>
          </a:p>
        </p:txBody>
      </p:sp>
      <p:graphicFrame>
        <p:nvGraphicFramePr>
          <p:cNvPr id="3074" name="Object 5"/>
          <p:cNvGraphicFramePr>
            <a:graphicFrameLocks noChangeAspect="1"/>
          </p:cNvGraphicFramePr>
          <p:nvPr/>
        </p:nvGraphicFramePr>
        <p:xfrm>
          <a:off x="3398838" y="8475399"/>
          <a:ext cx="906356" cy="771426"/>
        </p:xfrm>
        <a:graphic>
          <a:graphicData uri="http://schemas.openxmlformats.org/presentationml/2006/ole">
            <mc:AlternateContent xmlns:mc="http://schemas.openxmlformats.org/markup-compatibility/2006">
              <mc:Choice xmlns:v="urn:schemas-microsoft-com:vml" Requires="v">
                <p:oleObj spid="_x0000_s658436" showAsIcon="1" r:id="rId4" imgW="914400" imgH="714375" progId="">
                  <p:embed/>
                </p:oleObj>
              </mc:Choice>
              <mc:Fallback>
                <p:oleObj showAsIcon="1" r:id="rId4" imgW="914400" imgH="714375"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8838" y="8475399"/>
                        <a:ext cx="906356" cy="771426"/>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4" name="Rectangle 7"/>
          <p:cNvSpPr>
            <a:spLocks noGrp="1" noChangeArrowheads="1"/>
          </p:cNvSpPr>
          <p:nvPr>
            <p:ph type="sldNum" sz="quarter"/>
          </p:nvPr>
        </p:nvSpPr>
        <p:spPr>
          <a:noFill/>
        </p:spPr>
        <p:txBody>
          <a:bodyPr/>
          <a:lstStyle/>
          <a:p>
            <a:fld id="{153599E2-0861-4E15-8BED-7DC4BC9C7777}" type="slidenum">
              <a:rPr lang="en-US">
                <a:ea typeface="MS Gothic" pitchFamily="49" charset="-128"/>
              </a:rPr>
              <a:pPr/>
              <a:t>7</a:t>
            </a:fld>
            <a:endParaRPr lang="en-US">
              <a:ea typeface="MS Gothic" pitchFamily="49" charset="-128"/>
            </a:endParaRPr>
          </a:p>
        </p:txBody>
      </p:sp>
      <p:sp>
        <p:nvSpPr>
          <p:cNvPr id="512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6B1E424-2395-4D26-BD8D-A719DEE53185}"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Times New Roman" pitchFamily="18" charset="0"/>
            </a:endParaRPr>
          </a:p>
        </p:txBody>
      </p:sp>
      <p:sp>
        <p:nvSpPr>
          <p:cNvPr id="512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EA241ED-2686-49D4-83C9-1234CB28D428}"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Arial" charset="0"/>
            </a:endParaRPr>
          </a:p>
        </p:txBody>
      </p:sp>
      <p:sp>
        <p:nvSpPr>
          <p:cNvPr id="5127" name="Text Box 3"/>
          <p:cNvSpPr txBox="1">
            <a:spLocks noChangeArrowheads="1"/>
          </p:cNvSpPr>
          <p:nvPr/>
        </p:nvSpPr>
        <p:spPr bwMode="auto">
          <a:xfrm>
            <a:off x="1384712" y="740569"/>
            <a:ext cx="4330371" cy="3538273"/>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128" name="Text Box 4"/>
          <p:cNvSpPr txBox="1">
            <a:spLocks noGrp="1" noChangeArrowheads="1"/>
          </p:cNvSpPr>
          <p:nvPr>
            <p:ph type="body"/>
          </p:nvPr>
        </p:nvSpPr>
        <p:spPr>
          <a:xfrm>
            <a:off x="604237" y="4361128"/>
            <a:ext cx="5740259" cy="5545695"/>
          </a:xfrm>
          <a:noFill/>
          <a:ln/>
        </p:spPr>
        <p:txBody>
          <a:bodyPr/>
          <a:lstStyle/>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List is the most basic thing of Report studio . </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list report is a report that shows data in rows and columns. Each column shows all the values for a data item in the database or a calculation based on data items in the database.</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Lets understand the various list components one by one.</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a:t>
            </a:r>
            <a:r>
              <a:rPr lang="en-US" sz="1000">
                <a:ea typeface="MS Gothic" pitchFamily="49" charset="-128"/>
              </a:rPr>
              <a:t> </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layout object that is used to present query results in a list fashion</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Cell</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cell in a row, you can use for a list header or footer.</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Column</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column in a list. Generally, the column will contain a query item, but it may also contain any number of layout objects. For example, the To column in a statement list may present the address in a table format. If the column only contains a query items, then the column will automatically span the group if the query item is grouped.</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Column Body</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contents of a column in a list report.</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Columns</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set of columns in a list.</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Column Title</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title of a list column.</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Footer</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footer that appears at the end of a list on each page on which the list is rendered. It is useful for presenting page totals.</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Header</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header that appears at the start of a list on each page that the list is rendered. It is useful for presenting carry forward totals.</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Page Footer</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footer that appears at the bottom of every page of a list report. This object is rendered after the list details and other list footers.</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Page Header</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The header in the list that will appear on every page rendered. It occurs after the column titles and before the overall group header of the list.</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List Row     </a:t>
            </a:r>
          </a:p>
          <a:p>
            <a:pPr eaLnBrk="1" hangingPunct="1">
              <a:lnSpc>
                <a:spcPct val="80000"/>
              </a:lnSpc>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 row in a list.</a:t>
            </a:r>
          </a:p>
        </p:txBody>
      </p:sp>
      <p:graphicFrame>
        <p:nvGraphicFramePr>
          <p:cNvPr id="5122" name="Object 5"/>
          <p:cNvGraphicFramePr>
            <a:graphicFrameLocks noChangeAspect="1"/>
          </p:cNvGraphicFramePr>
          <p:nvPr/>
        </p:nvGraphicFramePr>
        <p:xfrm>
          <a:off x="3924400" y="6809119"/>
          <a:ext cx="906356" cy="771426"/>
        </p:xfrm>
        <a:graphic>
          <a:graphicData uri="http://schemas.openxmlformats.org/presentationml/2006/ole">
            <mc:AlternateContent xmlns:mc="http://schemas.openxmlformats.org/markup-compatibility/2006">
              <mc:Choice xmlns:v="urn:schemas-microsoft-com:vml" Requires="v">
                <p:oleObj spid="_x0000_s660484" showAsIcon="1" r:id="rId4" imgW="914400" imgH="714375" progId="">
                  <p:embed/>
                </p:oleObj>
              </mc:Choice>
              <mc:Fallback>
                <p:oleObj showAsIcon="1" r:id="rId4" imgW="914400" imgH="714375"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400" y="6809119"/>
                        <a:ext cx="906356" cy="771426"/>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8" name="Rectangle 7"/>
          <p:cNvSpPr>
            <a:spLocks noGrp="1" noChangeArrowheads="1"/>
          </p:cNvSpPr>
          <p:nvPr>
            <p:ph type="sldNum" sz="quarter"/>
          </p:nvPr>
        </p:nvSpPr>
        <p:spPr>
          <a:noFill/>
        </p:spPr>
        <p:txBody>
          <a:bodyPr/>
          <a:lstStyle/>
          <a:p>
            <a:fld id="{A978A9C4-9D6C-4133-89AC-B041BCD69870}" type="slidenum">
              <a:rPr lang="en-US">
                <a:ea typeface="MS Gothic" pitchFamily="49" charset="-128"/>
              </a:rPr>
              <a:pPr/>
              <a:t>8</a:t>
            </a:fld>
            <a:endParaRPr lang="en-US">
              <a:ea typeface="MS Gothic" pitchFamily="49" charset="-128"/>
            </a:endParaRPr>
          </a:p>
        </p:txBody>
      </p:sp>
      <p:sp>
        <p:nvSpPr>
          <p:cNvPr id="614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017C469-D0F2-4696-8BB5-5494530CB55E}"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sz="1200">
              <a:solidFill>
                <a:srgbClr val="000000"/>
              </a:solidFill>
              <a:latin typeface="Times New Roman" pitchFamily="18" charset="0"/>
            </a:endParaRPr>
          </a:p>
        </p:txBody>
      </p:sp>
      <p:sp>
        <p:nvSpPr>
          <p:cNvPr id="6150"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27852CD-2686-4A8D-8C09-5CA8E7A7AB52}"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sz="1200">
              <a:solidFill>
                <a:srgbClr val="000000"/>
              </a:solidFill>
              <a:latin typeface="Arial" charset="0"/>
            </a:endParaRPr>
          </a:p>
        </p:txBody>
      </p:sp>
      <p:sp>
        <p:nvSpPr>
          <p:cNvPr id="6151" name="Text Box 3"/>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152" name="Text Box 4"/>
          <p:cNvSpPr txBox="1">
            <a:spLocks noGrp="1" noChangeArrowheads="1"/>
          </p:cNvSpPr>
          <p:nvPr>
            <p:ph type="body"/>
          </p:nvPr>
        </p:nvSpPr>
        <p:spPr>
          <a:xfrm>
            <a:off x="679768" y="4690269"/>
            <a:ext cx="5438140" cy="4443413"/>
          </a:xfrm>
          <a:noFill/>
          <a:ln/>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are Cross tab and when do we use them ? (Pop up 3.1)</a:t>
            </a:r>
            <a:r>
              <a:rPr lang="ar-SA" sz="1000">
                <a:ea typeface="MS Gothic" pitchFamily="49" charset="-128"/>
                <a:cs typeface="Times New Roman" pitchFamily="18" charset="0"/>
              </a:rPr>
              <a:t>‏</a:t>
            </a:r>
            <a:endParaRPr lang="en-US" sz="1000">
              <a:ea typeface="MS Gothic" pitchFamily="49" charset="-128"/>
            </a:endParaRP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We use crosstab reports to show information in a more compact form than in a grouped list. For example, create a crosstab report to show total sales by product line generated by each sales representative.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Like list reports, crosstab reports are reports that show data in rows and columns. However, the values at the intersection points of rows and columns show summarized information rather than detailed information.</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are </a:t>
            </a:r>
            <a:r>
              <a:rPr lang="en-US" sz="1000" b="1">
                <a:ea typeface="MS Gothic" pitchFamily="49" charset="-128"/>
              </a:rPr>
              <a:t>Crosstab Nodes and Crosstab Node Members </a:t>
            </a:r>
            <a:r>
              <a:rPr lang="en-US" sz="1000">
                <a:ea typeface="MS Gothic" pitchFamily="49" charset="-128"/>
              </a:rPr>
              <a: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When you add data items to crosstabs, you create crosstab nodes and crosstab node members. These objects allow you to easily create crosstabs, using drag-and-drop operations.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Crosstabs are dimensional objects that have row edges and column edges. Each edge is composed of a set of crosstab nodes. Each crosstab node contains the following:</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1) One or more crosstab node members.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2) Zero or one nested crosstab node, which contains one or more crosstab node members or nested crosstab nodes.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Each crosstab node member refers to a data item that contains an expression that defines the members that appear in the crosstab. ( Pop up object 3.2)</a:t>
            </a:r>
            <a:r>
              <a:rPr lang="ar-SA" sz="1000">
                <a:cs typeface="Times New Roman" pitchFamily="18" charset="0"/>
              </a:rPr>
              <a:t>‏</a:t>
            </a:r>
            <a:endParaRPr lang="en-US" sz="1000">
              <a:ea typeface="MS Gothic" pitchFamily="49" charset="-128"/>
            </a:endParaRP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a:ea typeface="MS Gothic" pitchFamily="49" charset="-128"/>
            </a:endParaRP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a:ea typeface="MS Gothic" pitchFamily="49" charset="-128"/>
            </a:endParaRPr>
          </a:p>
        </p:txBody>
      </p:sp>
      <p:graphicFrame>
        <p:nvGraphicFramePr>
          <p:cNvPr id="6146" name="Object 5"/>
          <p:cNvGraphicFramePr>
            <a:graphicFrameLocks noChangeAspect="1"/>
          </p:cNvGraphicFramePr>
          <p:nvPr/>
        </p:nvGraphicFramePr>
        <p:xfrm>
          <a:off x="1413036" y="8163400"/>
          <a:ext cx="906356" cy="771426"/>
        </p:xfrm>
        <a:graphic>
          <a:graphicData uri="http://schemas.openxmlformats.org/presentationml/2006/ole">
            <mc:AlternateContent xmlns:mc="http://schemas.openxmlformats.org/markup-compatibility/2006">
              <mc:Choice xmlns:v="urn:schemas-microsoft-com:vml" Requires="v">
                <p:oleObj spid="_x0000_s661508" showAsIcon="1" r:id="rId4" imgW="914400" imgH="714375" progId="">
                  <p:embed/>
                </p:oleObj>
              </mc:Choice>
              <mc:Fallback>
                <p:oleObj showAsIcon="1" r:id="rId4" imgW="914400" imgH="714375"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036" y="8163400"/>
                        <a:ext cx="906356" cy="771426"/>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7" name="Rectangle 7"/>
          <p:cNvSpPr>
            <a:spLocks noGrp="1" noChangeArrowheads="1"/>
          </p:cNvSpPr>
          <p:nvPr>
            <p:ph type="sldNum" sz="quarter"/>
          </p:nvPr>
        </p:nvSpPr>
        <p:spPr>
          <a:noFill/>
        </p:spPr>
        <p:txBody>
          <a:bodyPr/>
          <a:lstStyle/>
          <a:p>
            <a:fld id="{B73DDD2D-AD36-4EB6-9903-E1935873DF78}" type="slidenum">
              <a:rPr lang="en-US">
                <a:ea typeface="MS Gothic" pitchFamily="49" charset="-128"/>
              </a:rPr>
              <a:pPr/>
              <a:t>9</a:t>
            </a:fld>
            <a:endParaRPr lang="en-US">
              <a:ea typeface="MS Gothic" pitchFamily="49" charset="-128"/>
            </a:endParaRPr>
          </a:p>
        </p:txBody>
      </p:sp>
      <p:sp>
        <p:nvSpPr>
          <p:cNvPr id="8198"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2316D6A-9BCA-4647-8C34-845858A9A4E7}"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sz="1200">
              <a:solidFill>
                <a:srgbClr val="000000"/>
              </a:solidFill>
              <a:latin typeface="Times New Roman" pitchFamily="18" charset="0"/>
            </a:endParaRPr>
          </a:p>
        </p:txBody>
      </p:sp>
      <p:sp>
        <p:nvSpPr>
          <p:cNvPr id="8199"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5390BB4-8CBA-4161-90A1-DC4DE85C9A29}"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sz="1200">
              <a:solidFill>
                <a:srgbClr val="000000"/>
              </a:solidFill>
              <a:latin typeface="Arial" charset="0"/>
            </a:endParaRPr>
          </a:p>
        </p:txBody>
      </p:sp>
      <p:sp>
        <p:nvSpPr>
          <p:cNvPr id="8200" name="Text Box 3"/>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8201" name="Text Box 4"/>
          <p:cNvSpPr txBox="1">
            <a:spLocks noGrp="1" noChangeArrowheads="1"/>
          </p:cNvSpPr>
          <p:nvPr>
            <p:ph type="body"/>
          </p:nvPr>
        </p:nvSpPr>
        <p:spPr>
          <a:xfrm>
            <a:off x="679768" y="4690269"/>
            <a:ext cx="5438140" cy="4443413"/>
          </a:xfrm>
          <a:noFill/>
          <a:ln/>
        </p:spPr>
        <p:txBody>
          <a:bodyPr/>
          <a:lstStyle/>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You can use Report Studio to create many chart types, including column, bar, area, and line charts. ( Pop up object 5.1 and follow it with object 5.2)‏</a:t>
            </a:r>
          </a:p>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To create charts, you drag items from the </a:t>
            </a:r>
            <a:r>
              <a:rPr lang="en-US" sz="1000" b="1" dirty="0">
                <a:ea typeface="MS Gothic" pitchFamily="49" charset="-128"/>
              </a:rPr>
              <a:t>Insertable Objects </a:t>
            </a:r>
            <a:r>
              <a:rPr lang="en-US" sz="1000" dirty="0">
                <a:ea typeface="MS Gothic" pitchFamily="49" charset="-128"/>
              </a:rPr>
              <a:t>pane to the following drop zones:</a:t>
            </a:r>
          </a:p>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1)  measures</a:t>
            </a:r>
          </a:p>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2) columns, bars, lines, areas, or points to represent data series</a:t>
            </a:r>
          </a:p>
          <a:p>
            <a:pPr marL="228600" indent="-228600" eaLnBrk="1" hangingPunct="1">
              <a:spcBef>
                <a:spcPts val="375"/>
              </a:spcBef>
              <a:buFont typeface="Times New Roman" pitchFamily="18" charset="0"/>
              <a:buAutoNum type="arabicParenR"/>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groups, clusters, or stacks to represent categories of related data series</a:t>
            </a:r>
          </a:p>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(Pop up Object 6.1 followed till 6.12)‏</a:t>
            </a:r>
          </a:p>
          <a:p>
            <a:pPr marL="228600" indent="-228600" eaLnBrk="1" hangingPunct="1">
              <a:spcBef>
                <a:spcPts val="375"/>
              </a:spcBef>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pPr>
            <a:r>
              <a:rPr lang="en-US" sz="1000" dirty="0">
                <a:ea typeface="MS Gothic" pitchFamily="49" charset="-128"/>
              </a:rPr>
              <a:t> </a:t>
            </a:r>
          </a:p>
        </p:txBody>
      </p:sp>
      <p:graphicFrame>
        <p:nvGraphicFramePr>
          <p:cNvPr id="8194" name="Object 5"/>
          <p:cNvGraphicFramePr>
            <a:graphicFrameLocks noChangeAspect="1"/>
          </p:cNvGraphicFramePr>
          <p:nvPr/>
        </p:nvGraphicFramePr>
        <p:xfrm>
          <a:off x="1737184" y="6911976"/>
          <a:ext cx="906356" cy="771426"/>
        </p:xfrm>
        <a:graphic>
          <a:graphicData uri="http://schemas.openxmlformats.org/presentationml/2006/ole">
            <mc:AlternateContent xmlns:mc="http://schemas.openxmlformats.org/markup-compatibility/2006">
              <mc:Choice xmlns:v="urn:schemas-microsoft-com:vml" Requires="v">
                <p:oleObj spid="_x0000_s662534" showAsIcon="1" r:id="rId4" imgW="914400" imgH="714375" progId="">
                  <p:embed/>
                </p:oleObj>
              </mc:Choice>
              <mc:Fallback>
                <p:oleObj showAsIcon="1" r:id="rId4" imgW="914400" imgH="714375"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7184" y="6911976"/>
                        <a:ext cx="906356" cy="771426"/>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8195" name="Object 6"/>
          <p:cNvGraphicFramePr>
            <a:graphicFrameLocks noChangeAspect="1"/>
          </p:cNvGraphicFramePr>
          <p:nvPr/>
        </p:nvGraphicFramePr>
        <p:xfrm>
          <a:off x="3700957" y="6911976"/>
          <a:ext cx="906356" cy="771426"/>
        </p:xfrm>
        <a:graphic>
          <a:graphicData uri="http://schemas.openxmlformats.org/presentationml/2006/ole">
            <mc:AlternateContent xmlns:mc="http://schemas.openxmlformats.org/markup-compatibility/2006">
              <mc:Choice xmlns:v="urn:schemas-microsoft-com:vml" Requires="v">
                <p:oleObj spid="_x0000_s662535" showAsIcon="1" r:id="rId6" imgW="914400" imgH="714375" progId="">
                  <p:embed/>
                </p:oleObj>
              </mc:Choice>
              <mc:Fallback>
                <p:oleObj showAsIcon="1" r:id="rId6" imgW="914400" imgH="714375"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0957" y="6911976"/>
                        <a:ext cx="906356" cy="771426"/>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178" name="Rectangle 7"/>
          <p:cNvSpPr>
            <a:spLocks noGrp="1" noChangeArrowheads="1"/>
          </p:cNvSpPr>
          <p:nvPr>
            <p:ph type="sldNum" sz="quarter"/>
          </p:nvPr>
        </p:nvSpPr>
        <p:spPr>
          <a:noFill/>
        </p:spPr>
        <p:txBody>
          <a:bodyPr/>
          <a:lstStyle/>
          <a:p>
            <a:fld id="{FB93F015-9F37-4A0A-9D7A-6AC8198EC7AD}" type="slidenum">
              <a:rPr lang="en-US">
                <a:ea typeface="MS Gothic" pitchFamily="49" charset="-128"/>
              </a:rPr>
              <a:pPr/>
              <a:t>10</a:t>
            </a:fld>
            <a:endParaRPr lang="en-US">
              <a:ea typeface="MS Gothic" pitchFamily="49" charset="-128"/>
            </a:endParaRPr>
          </a:p>
        </p:txBody>
      </p:sp>
      <p:sp>
        <p:nvSpPr>
          <p:cNvPr id="17817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7DABFD2-BD2F-44F3-A381-7641AD5C1727}"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sz="1200">
              <a:solidFill>
                <a:srgbClr val="000000"/>
              </a:solidFill>
              <a:latin typeface="Times New Roman" pitchFamily="18" charset="0"/>
            </a:endParaRPr>
          </a:p>
        </p:txBody>
      </p:sp>
      <p:sp>
        <p:nvSpPr>
          <p:cNvPr id="178180"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715A418-0396-43FC-AAA5-134E57E3C498}"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sz="1200">
              <a:solidFill>
                <a:srgbClr val="000000"/>
              </a:solidFill>
              <a:latin typeface="Arial" charset="0"/>
            </a:endParaRPr>
          </a:p>
        </p:txBody>
      </p:sp>
      <p:sp>
        <p:nvSpPr>
          <p:cNvPr id="178181" name="Text Box 3"/>
          <p:cNvSpPr txBox="1">
            <a:spLocks noChangeArrowheads="1"/>
          </p:cNvSpPr>
          <p:nvPr/>
        </p:nvSpPr>
        <p:spPr bwMode="auto">
          <a:xfrm>
            <a:off x="1372123" y="740569"/>
            <a:ext cx="4128959" cy="3373702"/>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8182" name="Text Box 4"/>
          <p:cNvSpPr txBox="1">
            <a:spLocks noGrp="1" noChangeArrowheads="1"/>
          </p:cNvSpPr>
          <p:nvPr>
            <p:ph type="body"/>
          </p:nvPr>
        </p:nvSpPr>
        <p:spPr>
          <a:xfrm>
            <a:off x="604239" y="4525698"/>
            <a:ext cx="5664729" cy="4561698"/>
          </a:xfrm>
          <a:noFill/>
          <a:ln/>
        </p:spPr>
        <p:txBody>
          <a:bodyPr/>
          <a:lstStyle/>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are filters and what are they used for?</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add a filter expression to focus a report and minimize processing time by excluding unwanted data. For example, you can filter data to show customers who placed purchase orders valued at over one thousand dollars during the past year. When you run the report, you see only the filtered data.</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If an expression is used in multiple reports, or by different report authors, ask your modeler to create the expression as a standalone object in the model and include it in the relevant package</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is a Detail Filter?</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set of conditions in a query that narrow the scope of the data returned. A detail filter is applied before aggregation is complete.</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is Summary filter?</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set of conditions in a query that narrow the scope of the data returned. A summary filter is applied after aggregation is complete.</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a:ea typeface="MS Gothic" pitchFamily="49" charset="-128"/>
            </a:endParaRP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is a Slicer ? What is used for?</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use slicers to create dimensional filters that reduce the data included in measure rollups. For example, a slicer is a filter that is applied to the cells but not the rows or columns in a crosstab.</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A slicer member set is an expression that returns a set of members from the same dimension. You</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can create multiple slicer member sets to filter across two or more dimensions. You cannot create</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multiple slicer member sets against the same dimension.</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can add a child member of a report item as a slicer. </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For example</a:t>
            </a:r>
            <a:r>
              <a:rPr lang="en-US" sz="1000">
                <a:ea typeface="MS Gothic" pitchFamily="49" charset="-128"/>
              </a:rPr>
              <a:t>, </a:t>
            </a:r>
            <a:r>
              <a:rPr lang="en-US" sz="1000" i="1">
                <a:ea typeface="MS Gothic" pitchFamily="49" charset="-128"/>
              </a:rPr>
              <a:t>you create a crosstab with Product line as rows, Year as columns, and Revenue as the measure. You drag Sleeping Bags to the </a:t>
            </a:r>
            <a:r>
              <a:rPr lang="en-US" sz="1000" b="1" i="1">
                <a:ea typeface="MS Gothic" pitchFamily="49" charset="-128"/>
              </a:rPr>
              <a:t>Slicer </a:t>
            </a:r>
            <a:r>
              <a:rPr lang="en-US" sz="1000" i="1">
                <a:ea typeface="MS Gothic" pitchFamily="49" charset="-128"/>
              </a:rPr>
              <a:t>pane. When you run the report, all product lines appear in the crosstab, but a value appears only for the Camping Equipment row because Sleeping Bags is a child of Camping Equipment</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i="1">
              <a:ea typeface="MS Gothic" pitchFamily="49"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02" name="Rectangle 7"/>
          <p:cNvSpPr>
            <a:spLocks noGrp="1" noChangeArrowheads="1"/>
          </p:cNvSpPr>
          <p:nvPr>
            <p:ph type="sldNum" sz="quarter"/>
          </p:nvPr>
        </p:nvSpPr>
        <p:spPr>
          <a:noFill/>
        </p:spPr>
        <p:txBody>
          <a:bodyPr/>
          <a:lstStyle/>
          <a:p>
            <a:fld id="{05B8591C-0522-45B5-97A1-32945A1C7375}" type="slidenum">
              <a:rPr lang="en-US">
                <a:ea typeface="MS Gothic" pitchFamily="49" charset="-128"/>
              </a:rPr>
              <a:pPr/>
              <a:t>11</a:t>
            </a:fld>
            <a:endParaRPr lang="en-US">
              <a:ea typeface="MS Gothic" pitchFamily="49" charset="-128"/>
            </a:endParaRPr>
          </a:p>
        </p:txBody>
      </p:sp>
      <p:sp>
        <p:nvSpPr>
          <p:cNvPr id="17920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E31ECBC-BFE2-4BF9-AEE9-3D7CB1547333}"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a:t>
            </a:fld>
            <a:endParaRPr lang="en-US" sz="1200">
              <a:solidFill>
                <a:srgbClr val="000000"/>
              </a:solidFill>
              <a:latin typeface="Times New Roman" pitchFamily="18" charset="0"/>
            </a:endParaRPr>
          </a:p>
        </p:txBody>
      </p:sp>
      <p:sp>
        <p:nvSpPr>
          <p:cNvPr id="179204"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6E2B4D1-C078-4DE2-A93B-D24B32B964E2}"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a:t>
            </a:fld>
            <a:endParaRPr lang="en-US" sz="1200">
              <a:solidFill>
                <a:srgbClr val="000000"/>
              </a:solidFill>
              <a:latin typeface="Arial" charset="0"/>
            </a:endParaRPr>
          </a:p>
        </p:txBody>
      </p:sp>
      <p:sp>
        <p:nvSpPr>
          <p:cNvPr id="179205" name="Text Box 3"/>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9206" name="Text Box 4"/>
          <p:cNvSpPr txBox="1">
            <a:spLocks noGrp="1" noChangeArrowheads="1"/>
          </p:cNvSpPr>
          <p:nvPr>
            <p:ph type="body"/>
          </p:nvPr>
        </p:nvSpPr>
        <p:spPr>
          <a:xfrm>
            <a:off x="679768" y="4690269"/>
            <a:ext cx="5438140" cy="4451985"/>
          </a:xfrm>
          <a:noFill/>
          <a:ln/>
        </p:spPr>
        <p:txBody>
          <a:bodyPr/>
          <a:lstStyle/>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You can add prompts to a report to add interactivity for users.</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Prompts act as questions that help users to customize the information in a report to suit their own needs.</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For example, you create a prompt so that users can select a product type. Only products belonging to the</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selected product type are retrieved and shown in the report.</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Prompts are composed of three interrelated components. Parameters, which are based on parameterized filters, form the questions you want to ask users.</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t>Prompt controls provide the user interface in which the questions are asked. Finally, parameter values provide the answers to the questions.</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endParaRPr lang="en-US" sz="1000"/>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r>
              <a:rPr lang="en-US" sz="1000">
                <a:cs typeface="Times New Roman" pitchFamily="18" charset="0"/>
              </a:rPr>
              <a:t>Report Studio provides several ways to create prompts. You can</a:t>
            </a:r>
          </a:p>
          <a:p>
            <a:pPr>
              <a:spcBef>
                <a:spcPts val="375"/>
              </a:spcBef>
              <a:buFont typeface="Times New Roman" pitchFamily="18" charset="0"/>
              <a:buChar char="•"/>
              <a:tabLst>
                <a:tab pos="723900" algn="l"/>
                <a:tab pos="1447800" algn="l"/>
                <a:tab pos="2171700" algn="l"/>
                <a:tab pos="2895600" algn="l"/>
                <a:tab pos="3619500" algn="l"/>
                <a:tab pos="4343400" algn="l"/>
                <a:tab pos="5067300" algn="l"/>
              </a:tabLst>
            </a:pPr>
            <a:r>
              <a:rPr lang="en-US" sz="1000">
                <a:cs typeface="Times New Roman" pitchFamily="18" charset="0"/>
              </a:rPr>
              <a:t>use the Build Prompt Page tool</a:t>
            </a:r>
          </a:p>
          <a:p>
            <a:pPr>
              <a:spcBef>
                <a:spcPts val="375"/>
              </a:spcBef>
              <a:buFont typeface="Times New Roman" pitchFamily="18" charset="0"/>
              <a:buChar char="•"/>
              <a:tabLst>
                <a:tab pos="723900" algn="l"/>
                <a:tab pos="1447800" algn="l"/>
                <a:tab pos="2171700" algn="l"/>
                <a:tab pos="2895600" algn="l"/>
                <a:tab pos="3619500" algn="l"/>
                <a:tab pos="4343400" algn="l"/>
                <a:tab pos="5067300" algn="l"/>
              </a:tabLst>
            </a:pPr>
            <a:r>
              <a:rPr lang="en-US" sz="1000">
                <a:cs typeface="Times New Roman" pitchFamily="18" charset="0"/>
              </a:rPr>
              <a:t>build your own prompt and prompt page</a:t>
            </a:r>
          </a:p>
          <a:p>
            <a:pPr>
              <a:spcBef>
                <a:spcPts val="375"/>
              </a:spcBef>
              <a:buFont typeface="Times New Roman" pitchFamily="18" charset="0"/>
              <a:buChar char="•"/>
              <a:tabLst>
                <a:tab pos="723900" algn="l"/>
                <a:tab pos="1447800" algn="l"/>
                <a:tab pos="2171700" algn="l"/>
                <a:tab pos="2895600" algn="l"/>
                <a:tab pos="3619500" algn="l"/>
                <a:tab pos="4343400" algn="l"/>
                <a:tab pos="5067300" algn="l"/>
              </a:tabLst>
            </a:pPr>
            <a:r>
              <a:rPr lang="en-US" sz="1000">
                <a:cs typeface="Times New Roman" pitchFamily="18" charset="0"/>
              </a:rPr>
              <a:t>create a parameter to produce a prompt</a:t>
            </a:r>
          </a:p>
          <a:p>
            <a:pPr>
              <a:spcBef>
                <a:spcPts val="375"/>
              </a:spcBef>
              <a:buFont typeface="Times New Roman" pitchFamily="18" charset="0"/>
              <a:buChar char="•"/>
              <a:tabLst>
                <a:tab pos="723900" algn="l"/>
                <a:tab pos="1447800" algn="l"/>
                <a:tab pos="2171700" algn="l"/>
                <a:tab pos="2895600" algn="l"/>
                <a:tab pos="3619500" algn="l"/>
                <a:tab pos="4343400" algn="l"/>
                <a:tab pos="5067300" algn="l"/>
              </a:tabLst>
            </a:pPr>
            <a:r>
              <a:rPr lang="en-US" sz="1000">
                <a:cs typeface="Times New Roman" pitchFamily="18" charset="0"/>
              </a:rPr>
              <a:t>insert prompts directly into the report page</a:t>
            </a:r>
          </a:p>
          <a:p>
            <a:pPr eaLnBrk="1">
              <a:spcBef>
                <a:spcPct val="0"/>
              </a:spcBef>
              <a:buSzPct val="45000"/>
              <a:buFont typeface="Wingdings" pitchFamily="2" charset="2"/>
              <a:buNone/>
              <a:tabLst>
                <a:tab pos="723900" algn="l"/>
                <a:tab pos="1447800" algn="l"/>
                <a:tab pos="2171700" algn="l"/>
                <a:tab pos="2895600" algn="l"/>
                <a:tab pos="3619500" algn="l"/>
                <a:tab pos="4343400" algn="l"/>
                <a:tab pos="5067300" algn="l"/>
              </a:tabLst>
            </a:pPr>
            <a:endParaRPr lang="en-US" sz="1000"/>
          </a:p>
          <a:p>
            <a:pPr eaLnBrk="1" hangingPunct="1">
              <a:spcBef>
                <a:spcPts val="375"/>
              </a:spcBef>
              <a:tabLst>
                <a:tab pos="723900" algn="l"/>
                <a:tab pos="1447800" algn="l"/>
                <a:tab pos="2171700" algn="l"/>
                <a:tab pos="2895600" algn="l"/>
                <a:tab pos="3619500" algn="l"/>
                <a:tab pos="4343400" algn="l"/>
                <a:tab pos="5067300" algn="l"/>
              </a:tabLst>
            </a:pPr>
            <a:r>
              <a:rPr lang="en-US" sz="1000">
                <a:ea typeface="MS Gothic" pitchFamily="49" charset="-128"/>
              </a:rPr>
              <a:t>Features of prompts are </a:t>
            </a:r>
          </a:p>
          <a:p>
            <a:pPr eaLnBrk="1" hangingPunct="1">
              <a:spcBef>
                <a:spcPts val="438"/>
              </a:spcBef>
              <a:spcAft>
                <a:spcPts val="188"/>
              </a:spcAft>
              <a:tabLst>
                <a:tab pos="723900" algn="l"/>
                <a:tab pos="1447800" algn="l"/>
                <a:tab pos="2171700" algn="l"/>
                <a:tab pos="2895600" algn="l"/>
                <a:tab pos="3619500" algn="l"/>
                <a:tab pos="4343400" algn="l"/>
                <a:tab pos="5067300" algn="l"/>
              </a:tabLst>
            </a:pPr>
            <a:r>
              <a:rPr lang="en-US" sz="1000">
                <a:ea typeface="MS Gothic" pitchFamily="49" charset="-128"/>
              </a:rPr>
              <a:t>1) You can use parameters in filters and calculations</a:t>
            </a:r>
          </a:p>
          <a:p>
            <a:pPr eaLnBrk="1" hangingPunct="1">
              <a:spcBef>
                <a:spcPts val="438"/>
              </a:spcBef>
              <a:spcAft>
                <a:spcPts val="188"/>
              </a:spcAft>
              <a:tabLst>
                <a:tab pos="723900" algn="l"/>
                <a:tab pos="1447800" algn="l"/>
                <a:tab pos="2171700" algn="l"/>
                <a:tab pos="2895600" algn="l"/>
                <a:tab pos="3619500" algn="l"/>
                <a:tab pos="4343400" algn="l"/>
                <a:tab pos="5067300" algn="l"/>
              </a:tabLst>
            </a:pPr>
            <a:r>
              <a:rPr lang="en-US" sz="1000">
                <a:ea typeface="MS Gothic" pitchFamily="49" charset="-128"/>
              </a:rPr>
              <a:t>2) You can set the usage of the prompt that you have created as Optional and required</a:t>
            </a:r>
          </a:p>
          <a:p>
            <a:pPr eaLnBrk="1" hangingPunct="1">
              <a:spcBef>
                <a:spcPts val="438"/>
              </a:spcBef>
              <a:spcAft>
                <a:spcPts val="188"/>
              </a:spcAft>
              <a:tabLst>
                <a:tab pos="723900" algn="l"/>
                <a:tab pos="1447800" algn="l"/>
                <a:tab pos="2171700" algn="l"/>
                <a:tab pos="2895600" algn="l"/>
                <a:tab pos="3619500" algn="l"/>
                <a:tab pos="4343400" algn="l"/>
                <a:tab pos="5067300" algn="l"/>
              </a:tabLst>
            </a:pPr>
            <a:r>
              <a:rPr lang="en-US" sz="1000">
                <a:ea typeface="MS Gothic" pitchFamily="49" charset="-128"/>
              </a:rPr>
              <a:t>3) You can set Single and multiple values selection in the prompt property</a:t>
            </a:r>
          </a:p>
          <a:p>
            <a:pPr eaLnBrk="1" hangingPunct="1">
              <a:spcBef>
                <a:spcPts val="438"/>
              </a:spcBef>
              <a:spcAft>
                <a:spcPts val="188"/>
              </a:spcAft>
              <a:tabLst>
                <a:tab pos="723900" algn="l"/>
                <a:tab pos="1447800" algn="l"/>
                <a:tab pos="2171700" algn="l"/>
                <a:tab pos="2895600" algn="l"/>
                <a:tab pos="3619500" algn="l"/>
                <a:tab pos="4343400" algn="l"/>
                <a:tab pos="5067300" algn="l"/>
              </a:tabLst>
            </a:pPr>
            <a:r>
              <a:rPr lang="en-US" sz="1000">
                <a:ea typeface="MS Gothic" pitchFamily="49" charset="-128"/>
              </a:rPr>
              <a:t>4) Multilingual prompts can also be used in the reports</a:t>
            </a:r>
          </a:p>
          <a:p>
            <a:pPr eaLnBrk="1" hangingPunct="1">
              <a:spcBef>
                <a:spcPts val="438"/>
              </a:spcBef>
              <a:spcAft>
                <a:spcPts val="188"/>
              </a:spcAft>
              <a:tabLst>
                <a:tab pos="723900" algn="l"/>
                <a:tab pos="1447800" algn="l"/>
                <a:tab pos="2171700" algn="l"/>
                <a:tab pos="2895600" algn="l"/>
                <a:tab pos="3619500" algn="l"/>
                <a:tab pos="4343400" algn="l"/>
                <a:tab pos="5067300" algn="l"/>
              </a:tabLst>
            </a:pPr>
            <a:r>
              <a:rPr lang="en-US" sz="1000">
                <a:ea typeface="MS Gothic" pitchFamily="49" charset="-128"/>
              </a:rPr>
              <a:t>5) Report Studio will default prompt type that is set while creating a report.</a:t>
            </a:r>
          </a:p>
          <a:p>
            <a:pPr eaLnBrk="1" hangingPunct="1">
              <a:spcBef>
                <a:spcPts val="375"/>
              </a:spcBef>
              <a:tabLst>
                <a:tab pos="723900" algn="l"/>
                <a:tab pos="1447800" algn="l"/>
                <a:tab pos="2171700" algn="l"/>
                <a:tab pos="2895600" algn="l"/>
                <a:tab pos="3619500" algn="l"/>
                <a:tab pos="4343400" algn="l"/>
                <a:tab pos="5067300" algn="l"/>
              </a:tabLst>
            </a:pPr>
            <a:endParaRPr lang="en-US" sz="1000">
              <a:ea typeface="MS Gothic" pitchFamily="49"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226" name="Rectangle 7"/>
          <p:cNvSpPr>
            <a:spLocks noGrp="1" noChangeArrowheads="1"/>
          </p:cNvSpPr>
          <p:nvPr>
            <p:ph type="sldNum" sz="quarter"/>
          </p:nvPr>
        </p:nvSpPr>
        <p:spPr>
          <a:noFill/>
        </p:spPr>
        <p:txBody>
          <a:bodyPr/>
          <a:lstStyle/>
          <a:p>
            <a:fld id="{A837E08B-E342-4E96-8915-EB38B18790EA}" type="slidenum">
              <a:rPr lang="en-US">
                <a:ea typeface="MS Gothic" pitchFamily="49" charset="-128"/>
              </a:rPr>
              <a:pPr/>
              <a:t>12</a:t>
            </a:fld>
            <a:endParaRPr lang="en-US">
              <a:ea typeface="MS Gothic" pitchFamily="49" charset="-128"/>
            </a:endParaRPr>
          </a:p>
        </p:txBody>
      </p:sp>
      <p:sp>
        <p:nvSpPr>
          <p:cNvPr id="180227"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DD75F9B-0F30-41CE-A5E8-08A9E8B3CF61}"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12</a:t>
            </a:fld>
            <a:endParaRPr lang="en-US" sz="1200">
              <a:solidFill>
                <a:srgbClr val="000000"/>
              </a:solidFill>
              <a:latin typeface="Times New Roman" pitchFamily="18" charset="0"/>
            </a:endParaRPr>
          </a:p>
        </p:txBody>
      </p:sp>
      <p:sp>
        <p:nvSpPr>
          <p:cNvPr id="180228"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5A2A56A-1B54-466C-B529-200D8F225503}"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12</a:t>
            </a:fld>
            <a:endParaRPr lang="en-US" sz="1200">
              <a:solidFill>
                <a:srgbClr val="000000"/>
              </a:solidFill>
              <a:latin typeface="Arial" charset="0"/>
            </a:endParaRPr>
          </a:p>
        </p:txBody>
      </p:sp>
      <p:sp>
        <p:nvSpPr>
          <p:cNvPr id="180229" name="Text Box 3"/>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80230" name="Text Box 4"/>
          <p:cNvSpPr txBox="1">
            <a:spLocks noGrp="1" noChangeArrowheads="1"/>
          </p:cNvSpPr>
          <p:nvPr>
            <p:ph type="body"/>
          </p:nvPr>
        </p:nvSpPr>
        <p:spPr>
          <a:xfrm>
            <a:off x="679768" y="4690269"/>
            <a:ext cx="4984961" cy="3455988"/>
          </a:xfrm>
          <a:noFill/>
          <a:ln/>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can define conditions to control what users see when they run a report. Conditions can apply to specific items in a report. </a:t>
            </a:r>
            <a:r>
              <a:rPr lang="en-US" sz="1000" i="1">
                <a:ea typeface="MS Gothic" pitchFamily="49" charset="-128"/>
              </a:rPr>
              <a:t>For example, you can define a conditional style variable to highlight exceptional data, such as product revenue that exceeds your target</a:t>
            </a:r>
            <a:r>
              <a:rPr lang="en-US" sz="1000">
                <a:ea typeface="MS Gothic" pitchFamily="49" charset="-128"/>
              </a:rPr>
              <a:t>. </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Conditions can also apply at the report layout level. Conditional layouts are useful for delivering reports to a multilingual audience. </a:t>
            </a:r>
            <a:r>
              <a:rPr lang="en-US" sz="1000" i="1">
                <a:ea typeface="MS Gothic" pitchFamily="49" charset="-128"/>
              </a:rPr>
              <a:t>For example, you can have text items, such as titles and cover pages, appear in the same language as the data in the report</a:t>
            </a:r>
            <a:r>
              <a:rPr lang="en-US" sz="1000">
                <a:ea typeface="MS Gothic" pitchFamily="49" charset="-128"/>
              </a:rPr>
              <a: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can also use conditional formatting to highlight exceptional data in a report. All conditional processing is based on report variables. There are three types of report variables: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a:ea typeface="MS Gothic" pitchFamily="49" charset="-128"/>
              </a:rPr>
              <a:t>string, boolean, and report language</a:t>
            </a:r>
            <a:r>
              <a:rPr lang="en-US" sz="1000">
                <a:ea typeface="MS Gothic" pitchFamily="49" charset="-128"/>
              </a:rPr>
              <a: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What is Conditional Rendering?</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add conditional rendering to specify which objects are rendered when a report is run. This is useful when your report contains sensitive data.</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Conditional rendering is not the same as showing or hiding objects. When you hide an object, the object exists but is transparent. If an object is not rendered, it is not in the report.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a:ea typeface="MS Gothic" pitchFamily="49" charset="-128"/>
              </a:rPr>
              <a:t>You can apply this conditioning on the listed items.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a:ea typeface="MS Gothic" pitchFamily="49"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p:cNvSpPr>
            <a:spLocks noGrp="1" noChangeArrowheads="1"/>
          </p:cNvSpPr>
          <p:nvPr>
            <p:ph type="dt" sz="quarter" idx="1"/>
          </p:nvPr>
        </p:nvSpPr>
        <p:spPr>
          <a:noFill/>
        </p:spPr>
        <p:txBody>
          <a:bodyPr/>
          <a:lstStyle/>
          <a:p>
            <a:fld id="{B6178870-FDD1-44BA-B87C-74EB85D11DF2}" type="datetime1">
              <a:rPr lang="en-GB" smtClean="0"/>
              <a:pPr/>
              <a:t>08/08/2016</a:t>
            </a:fld>
            <a:endParaRPr lang="de-DE"/>
          </a:p>
        </p:txBody>
      </p:sp>
      <p:sp>
        <p:nvSpPr>
          <p:cNvPr id="149507" name="Rectangle 6"/>
          <p:cNvSpPr>
            <a:spLocks noGrp="1" noChangeArrowheads="1"/>
          </p:cNvSpPr>
          <p:nvPr>
            <p:ph type="ftr" sz="quarter" idx="4"/>
          </p:nvPr>
        </p:nvSpPr>
        <p:spPr>
          <a:noFill/>
        </p:spPr>
        <p:txBody>
          <a:bodyPr/>
          <a:lstStyle/>
          <a:p>
            <a:r>
              <a:rPr lang="de-DE"/>
              <a:t>GMAC confidential</a:t>
            </a:r>
          </a:p>
        </p:txBody>
      </p:sp>
      <p:sp>
        <p:nvSpPr>
          <p:cNvPr id="149508" name="Rectangle 2"/>
          <p:cNvSpPr>
            <a:spLocks noGrp="1" noRot="1" noChangeAspect="1" noChangeArrowheads="1" noTextEdit="1"/>
          </p:cNvSpPr>
          <p:nvPr>
            <p:ph type="sldImg"/>
          </p:nvPr>
        </p:nvSpPr>
        <p:spPr>
          <a:xfrm>
            <a:off x="546100" y="411163"/>
            <a:ext cx="5705475" cy="3951287"/>
          </a:xfrm>
          <a:ln/>
        </p:spPr>
      </p:sp>
      <p:sp>
        <p:nvSpPr>
          <p:cNvPr id="149509" name="Rectangle 3"/>
          <p:cNvSpPr>
            <a:spLocks noGrp="1" noChangeArrowheads="1"/>
          </p:cNvSpPr>
          <p:nvPr>
            <p:ph type="body" idx="1"/>
          </p:nvPr>
        </p:nvSpPr>
        <p:spPr bwMode="auto">
          <a:xfrm>
            <a:off x="905127" y="4689258"/>
            <a:ext cx="4987424" cy="4444762"/>
          </a:xfrm>
          <a:prstGeom prst="rect">
            <a:avLst/>
          </a:prstGeom>
          <a:noFill/>
          <a:ln>
            <a:miter lim="800000"/>
            <a:headEnd/>
            <a:tailEnd/>
          </a:ln>
        </p:spPr>
        <p:txBody>
          <a:bodyPr lIns="93190" tIns="46595" rIns="93190" bIns="46595">
            <a:normAutofit lnSpcReduction="10000"/>
          </a:bodyPr>
          <a:lstStyle/>
          <a:p>
            <a:pPr eaLnBrk="1" hangingPunct="1"/>
            <a:r>
              <a:rPr lang="en-US" b="1"/>
              <a:t>SC, VCR</a:t>
            </a:r>
          </a:p>
          <a:p>
            <a:pPr eaLnBrk="1" hangingPunct="1"/>
            <a:r>
              <a:rPr lang="en-US"/>
              <a:t>Examples of bullet point items:</a:t>
            </a:r>
          </a:p>
          <a:p>
            <a:pPr eaLnBrk="1" hangingPunct="1"/>
            <a:r>
              <a:rPr lang="en-US"/>
              <a:t>Examine how to change properties.</a:t>
            </a:r>
          </a:p>
          <a:p>
            <a:pPr eaLnBrk="1" hangingPunct="1"/>
            <a:r>
              <a:rPr lang="en-US"/>
              <a:t>Modify a document.</a:t>
            </a:r>
          </a:p>
          <a:p>
            <a:pPr eaLnBrk="1" hangingPunct="1"/>
            <a:r>
              <a:rPr lang="en-US"/>
              <a:t>Distribute your findings.</a:t>
            </a:r>
          </a:p>
          <a:p>
            <a:pPr eaLnBrk="1" hangingPunct="1"/>
            <a:endParaRPr lang="en-US"/>
          </a:p>
          <a:p>
            <a:pPr eaLnBrk="1" hangingPunct="1"/>
            <a:r>
              <a:rPr lang="en-US"/>
              <a:t>Ensure that slide titles are not the same for more than 2 slides in a row. The second occurrence of the same slide title must include </a:t>
            </a:r>
            <a:r>
              <a:rPr lang="en-US" b="1"/>
              <a:t>(cont’d)</a:t>
            </a:r>
            <a:r>
              <a:rPr lang="en-US"/>
              <a:t>.</a:t>
            </a:r>
          </a:p>
          <a:p>
            <a:pPr eaLnBrk="1" hangingPunct="1"/>
            <a:endParaRPr lang="en-US"/>
          </a:p>
          <a:p>
            <a:pPr eaLnBrk="1" hangingPunct="1"/>
            <a:r>
              <a:rPr lang="en-US" u="sng"/>
              <a:t>Standard Classroom</a:t>
            </a:r>
          </a:p>
          <a:p>
            <a:pPr eaLnBrk="1" hangingPunct="1"/>
            <a:r>
              <a:rPr lang="en-US"/>
              <a:t>First level bullet standards: all sentences are bulleted, even standalone sentences. Sentences should be full sentences complete with punctuation.</a:t>
            </a:r>
          </a:p>
          <a:p>
            <a:pPr eaLnBrk="1" hangingPunct="1"/>
            <a:r>
              <a:rPr lang="en-US"/>
              <a:t>Second level bullet standards: items do not have to be complete sentences, however end punctuation should be consistent among all second level items on the same slide.</a:t>
            </a:r>
          </a:p>
          <a:p>
            <a:pPr eaLnBrk="1" hangingPunct="1"/>
            <a:endParaRPr lang="en-US"/>
          </a:p>
          <a:p>
            <a:pPr eaLnBrk="1" hangingPunct="1"/>
            <a:r>
              <a:rPr lang="en-US" u="sng"/>
              <a:t>Virtual Classroom Recording</a:t>
            </a:r>
          </a:p>
          <a:p>
            <a:pPr eaLnBrk="1" hangingPunct="1"/>
            <a:r>
              <a:rPr lang="en-US"/>
              <a:t>Bullet points do not have to be complete sentences for VCR. If bullet points are not complete sentences, do not capitalize the first word and do not add end punctuation.</a:t>
            </a:r>
          </a:p>
          <a:p>
            <a:pPr eaLnBrk="1" hangingPunct="1"/>
            <a:endParaRPr lang="en-US" i="1"/>
          </a:p>
          <a:p>
            <a:pPr eaLnBrk="1" hangingPunct="1"/>
            <a:r>
              <a:rPr lang="en-US" i="1"/>
              <a:t>Recommended VC Script:</a:t>
            </a:r>
            <a:endParaRPr lang="en-US"/>
          </a:p>
          <a:p>
            <a:pPr eaLnBrk="1" hangingPunct="1"/>
            <a:r>
              <a:rPr lang="en-CA">
                <a:cs typeface="Times New Roman" pitchFamily="18" charset="0"/>
              </a:rPr>
              <a:t>&lt;Topic discussion of your choice. Less than 5 minutes of discussion per slide is highly recommended.&gt;</a:t>
            </a:r>
            <a:endParaRPr lang="en-US">
              <a:cs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p:cNvSpPr>
            <a:spLocks noGrp="1" noChangeArrowheads="1"/>
          </p:cNvSpPr>
          <p:nvPr>
            <p:ph type="dt" sz="quarter" idx="1"/>
          </p:nvPr>
        </p:nvSpPr>
        <p:spPr>
          <a:noFill/>
        </p:spPr>
        <p:txBody>
          <a:bodyPr/>
          <a:lstStyle/>
          <a:p>
            <a:fld id="{E5574B65-4628-4EE5-B4FA-ED114CC4BC0C}" type="datetime1">
              <a:rPr lang="en-GB" smtClean="0"/>
              <a:pPr/>
              <a:t>08/08/2016</a:t>
            </a:fld>
            <a:endParaRPr lang="de-DE"/>
          </a:p>
        </p:txBody>
      </p:sp>
      <p:sp>
        <p:nvSpPr>
          <p:cNvPr id="150531" name="Rectangle 6"/>
          <p:cNvSpPr>
            <a:spLocks noGrp="1" noChangeArrowheads="1"/>
          </p:cNvSpPr>
          <p:nvPr>
            <p:ph type="ftr" sz="quarter" idx="4"/>
          </p:nvPr>
        </p:nvSpPr>
        <p:spPr>
          <a:noFill/>
        </p:spPr>
        <p:txBody>
          <a:bodyPr/>
          <a:lstStyle/>
          <a:p>
            <a:r>
              <a:rPr lang="de-DE"/>
              <a:t>GMAC confidential</a:t>
            </a:r>
          </a:p>
        </p:txBody>
      </p:sp>
      <p:sp>
        <p:nvSpPr>
          <p:cNvPr id="150532" name="Rectangle 2"/>
          <p:cNvSpPr>
            <a:spLocks noGrp="1" noRot="1" noChangeAspect="1" noChangeArrowheads="1" noTextEdit="1"/>
          </p:cNvSpPr>
          <p:nvPr>
            <p:ph type="sldImg"/>
          </p:nvPr>
        </p:nvSpPr>
        <p:spPr>
          <a:xfrm>
            <a:off x="546100" y="411163"/>
            <a:ext cx="5705475" cy="3951287"/>
          </a:xfrm>
          <a:ln/>
        </p:spPr>
      </p:sp>
      <p:sp>
        <p:nvSpPr>
          <p:cNvPr id="150533" name="Rectangle 3"/>
          <p:cNvSpPr>
            <a:spLocks noGrp="1" noChangeArrowheads="1"/>
          </p:cNvSpPr>
          <p:nvPr>
            <p:ph type="body" idx="1"/>
          </p:nvPr>
        </p:nvSpPr>
        <p:spPr bwMode="auto">
          <a:xfrm>
            <a:off x="905127" y="4689258"/>
            <a:ext cx="4987424" cy="4444762"/>
          </a:xfrm>
          <a:prstGeom prst="rect">
            <a:avLst/>
          </a:prstGeom>
          <a:noFill/>
          <a:ln>
            <a:miter lim="800000"/>
            <a:headEnd/>
            <a:tailEnd/>
          </a:ln>
        </p:spPr>
        <p:txBody>
          <a:bodyPr lIns="93190" tIns="46595" rIns="93190" bIns="46595">
            <a:normAutofit lnSpcReduction="10000"/>
          </a:bodyPr>
          <a:lstStyle/>
          <a:p>
            <a:pPr eaLnBrk="1" hangingPunct="1"/>
            <a:r>
              <a:rPr lang="en-US" b="1"/>
              <a:t>SC, VCR</a:t>
            </a:r>
          </a:p>
          <a:p>
            <a:pPr eaLnBrk="1" hangingPunct="1"/>
            <a:r>
              <a:rPr lang="en-US"/>
              <a:t>Examples of bullet point items:</a:t>
            </a:r>
          </a:p>
          <a:p>
            <a:pPr eaLnBrk="1" hangingPunct="1"/>
            <a:r>
              <a:rPr lang="en-US"/>
              <a:t>Examine how to change properties.</a:t>
            </a:r>
          </a:p>
          <a:p>
            <a:pPr eaLnBrk="1" hangingPunct="1"/>
            <a:r>
              <a:rPr lang="en-US"/>
              <a:t>Modify a document.</a:t>
            </a:r>
          </a:p>
          <a:p>
            <a:pPr eaLnBrk="1" hangingPunct="1"/>
            <a:r>
              <a:rPr lang="en-US"/>
              <a:t>Distribute your findings.</a:t>
            </a:r>
          </a:p>
          <a:p>
            <a:pPr eaLnBrk="1" hangingPunct="1"/>
            <a:endParaRPr lang="en-US"/>
          </a:p>
          <a:p>
            <a:pPr eaLnBrk="1" hangingPunct="1"/>
            <a:r>
              <a:rPr lang="en-US"/>
              <a:t>Ensure that slide titles are not the same for more than 2 slides in a row. The second occurrence of the same slide title must include </a:t>
            </a:r>
            <a:r>
              <a:rPr lang="en-US" b="1"/>
              <a:t>(cont’d)</a:t>
            </a:r>
            <a:r>
              <a:rPr lang="en-US"/>
              <a:t>.</a:t>
            </a:r>
          </a:p>
          <a:p>
            <a:pPr eaLnBrk="1" hangingPunct="1"/>
            <a:endParaRPr lang="en-US"/>
          </a:p>
          <a:p>
            <a:pPr eaLnBrk="1" hangingPunct="1"/>
            <a:r>
              <a:rPr lang="en-US" u="sng"/>
              <a:t>Standard Classroom</a:t>
            </a:r>
          </a:p>
          <a:p>
            <a:pPr eaLnBrk="1" hangingPunct="1"/>
            <a:r>
              <a:rPr lang="en-US"/>
              <a:t>First level bullet standards: all sentences are bulleted, even standalone sentences. Sentences should be full sentences complete with punctuation.</a:t>
            </a:r>
          </a:p>
          <a:p>
            <a:pPr eaLnBrk="1" hangingPunct="1"/>
            <a:r>
              <a:rPr lang="en-US"/>
              <a:t>Second level bullet standards: items do not have to be complete sentences, however end punctuation should be consistent among all second level items on the same slide.</a:t>
            </a:r>
          </a:p>
          <a:p>
            <a:pPr eaLnBrk="1" hangingPunct="1"/>
            <a:endParaRPr lang="en-US"/>
          </a:p>
          <a:p>
            <a:pPr eaLnBrk="1" hangingPunct="1"/>
            <a:r>
              <a:rPr lang="en-US" u="sng"/>
              <a:t>Virtual Classroom Recording</a:t>
            </a:r>
          </a:p>
          <a:p>
            <a:pPr eaLnBrk="1" hangingPunct="1"/>
            <a:r>
              <a:rPr lang="en-US"/>
              <a:t>Bullet points do not have to be complete sentences for VCR. If bullet points are not complete sentences, do not capitalize the first word and do not add end punctuation.</a:t>
            </a:r>
          </a:p>
          <a:p>
            <a:pPr eaLnBrk="1" hangingPunct="1"/>
            <a:endParaRPr lang="en-US" i="1"/>
          </a:p>
          <a:p>
            <a:pPr eaLnBrk="1" hangingPunct="1"/>
            <a:r>
              <a:rPr lang="en-US" i="1"/>
              <a:t>Recommended VC Script:</a:t>
            </a:r>
            <a:endParaRPr lang="en-US"/>
          </a:p>
          <a:p>
            <a:pPr eaLnBrk="1" hangingPunct="1"/>
            <a:r>
              <a:rPr lang="en-CA">
                <a:cs typeface="Times New Roman" pitchFamily="18" charset="0"/>
              </a:rPr>
              <a:t>&lt;Topic discussion of your choice. Less than 5 minutes of discussion per slide is highly recommended.&gt;</a:t>
            </a:r>
            <a:endParaRPr lang="en-US">
              <a:cs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3"/>
          <p:cNvSpPr>
            <a:spLocks noGrp="1" noChangeArrowheads="1"/>
          </p:cNvSpPr>
          <p:nvPr>
            <p:ph type="dt" sz="quarter" idx="1"/>
          </p:nvPr>
        </p:nvSpPr>
        <p:spPr>
          <a:noFill/>
        </p:spPr>
        <p:txBody>
          <a:bodyPr/>
          <a:lstStyle/>
          <a:p>
            <a:fld id="{42D3C353-AE28-4D54-AFAC-9DA77027748E}" type="datetime1">
              <a:rPr lang="en-GB" smtClean="0"/>
              <a:pPr/>
              <a:t>08/08/2016</a:t>
            </a:fld>
            <a:endParaRPr lang="de-DE"/>
          </a:p>
        </p:txBody>
      </p:sp>
      <p:sp>
        <p:nvSpPr>
          <p:cNvPr id="151555" name="Rectangle 6"/>
          <p:cNvSpPr>
            <a:spLocks noGrp="1" noChangeArrowheads="1"/>
          </p:cNvSpPr>
          <p:nvPr>
            <p:ph type="ftr" sz="quarter" idx="4"/>
          </p:nvPr>
        </p:nvSpPr>
        <p:spPr>
          <a:noFill/>
        </p:spPr>
        <p:txBody>
          <a:bodyPr/>
          <a:lstStyle/>
          <a:p>
            <a:r>
              <a:rPr lang="de-DE"/>
              <a:t>GMAC confidential</a:t>
            </a:r>
          </a:p>
        </p:txBody>
      </p:sp>
      <p:sp>
        <p:nvSpPr>
          <p:cNvPr id="151556" name="Rectangle 2"/>
          <p:cNvSpPr>
            <a:spLocks noGrp="1" noRot="1" noChangeAspect="1" noChangeArrowheads="1" noTextEdit="1"/>
          </p:cNvSpPr>
          <p:nvPr>
            <p:ph type="sldImg"/>
          </p:nvPr>
        </p:nvSpPr>
        <p:spPr>
          <a:xfrm>
            <a:off x="546100" y="411163"/>
            <a:ext cx="5705475" cy="3951287"/>
          </a:xfrm>
          <a:ln/>
        </p:spPr>
      </p:sp>
      <p:sp>
        <p:nvSpPr>
          <p:cNvPr id="151557" name="Rectangle 3"/>
          <p:cNvSpPr>
            <a:spLocks noGrp="1" noChangeArrowheads="1"/>
          </p:cNvSpPr>
          <p:nvPr>
            <p:ph type="body" idx="1"/>
          </p:nvPr>
        </p:nvSpPr>
        <p:spPr bwMode="auto">
          <a:xfrm>
            <a:off x="905127" y="4689258"/>
            <a:ext cx="4987424" cy="4444762"/>
          </a:xfrm>
          <a:prstGeom prst="rect">
            <a:avLst/>
          </a:prstGeom>
          <a:noFill/>
          <a:ln>
            <a:miter lim="800000"/>
            <a:headEnd/>
            <a:tailEnd/>
          </a:ln>
        </p:spPr>
        <p:txBody>
          <a:bodyPr lIns="93190" tIns="46595" rIns="93190" bIns="46595">
            <a:normAutofit lnSpcReduction="10000"/>
          </a:bodyPr>
          <a:lstStyle/>
          <a:p>
            <a:pPr eaLnBrk="1" hangingPunct="1"/>
            <a:r>
              <a:rPr lang="en-US" b="1"/>
              <a:t>SC, VCR</a:t>
            </a:r>
          </a:p>
          <a:p>
            <a:pPr eaLnBrk="1" hangingPunct="1"/>
            <a:r>
              <a:rPr lang="en-US"/>
              <a:t>Examples of bullet point items:</a:t>
            </a:r>
          </a:p>
          <a:p>
            <a:pPr eaLnBrk="1" hangingPunct="1"/>
            <a:r>
              <a:rPr lang="en-US"/>
              <a:t>Examine how to change properties.</a:t>
            </a:r>
          </a:p>
          <a:p>
            <a:pPr eaLnBrk="1" hangingPunct="1"/>
            <a:r>
              <a:rPr lang="en-US"/>
              <a:t>Modify a document.</a:t>
            </a:r>
          </a:p>
          <a:p>
            <a:pPr eaLnBrk="1" hangingPunct="1"/>
            <a:r>
              <a:rPr lang="en-US"/>
              <a:t>Distribute your findings.</a:t>
            </a:r>
          </a:p>
          <a:p>
            <a:pPr eaLnBrk="1" hangingPunct="1"/>
            <a:endParaRPr lang="en-US"/>
          </a:p>
          <a:p>
            <a:pPr eaLnBrk="1" hangingPunct="1"/>
            <a:r>
              <a:rPr lang="en-US"/>
              <a:t>Ensure that slide titles are not the same for more than 2 slides in a row. The second occurrence of the same slide title must include </a:t>
            </a:r>
            <a:r>
              <a:rPr lang="en-US" b="1"/>
              <a:t>(cont’d)</a:t>
            </a:r>
            <a:r>
              <a:rPr lang="en-US"/>
              <a:t>.</a:t>
            </a:r>
          </a:p>
          <a:p>
            <a:pPr eaLnBrk="1" hangingPunct="1"/>
            <a:endParaRPr lang="en-US"/>
          </a:p>
          <a:p>
            <a:pPr eaLnBrk="1" hangingPunct="1"/>
            <a:r>
              <a:rPr lang="en-US" u="sng"/>
              <a:t>Standard Classroom</a:t>
            </a:r>
          </a:p>
          <a:p>
            <a:pPr eaLnBrk="1" hangingPunct="1"/>
            <a:r>
              <a:rPr lang="en-US"/>
              <a:t>First level bullet standards: all sentences are bulleted, even standalone sentences. Sentences should be full sentences complete with punctuation.</a:t>
            </a:r>
          </a:p>
          <a:p>
            <a:pPr eaLnBrk="1" hangingPunct="1"/>
            <a:r>
              <a:rPr lang="en-US"/>
              <a:t>Second level bullet standards: items do not have to be complete sentences, however end punctuation should be consistent among all second level items on the same slide.</a:t>
            </a:r>
          </a:p>
          <a:p>
            <a:pPr eaLnBrk="1" hangingPunct="1"/>
            <a:endParaRPr lang="en-US"/>
          </a:p>
          <a:p>
            <a:pPr eaLnBrk="1" hangingPunct="1"/>
            <a:r>
              <a:rPr lang="en-US" u="sng"/>
              <a:t>Virtual Classroom Recording</a:t>
            </a:r>
          </a:p>
          <a:p>
            <a:pPr eaLnBrk="1" hangingPunct="1"/>
            <a:r>
              <a:rPr lang="en-US"/>
              <a:t>Bullet points do not have to be complete sentences for VCR. If bullet points are not complete sentences, do not capitalize the first word and do not add end punctuation.</a:t>
            </a:r>
          </a:p>
          <a:p>
            <a:pPr eaLnBrk="1" hangingPunct="1"/>
            <a:endParaRPr lang="en-US" i="1"/>
          </a:p>
          <a:p>
            <a:pPr eaLnBrk="1" hangingPunct="1"/>
            <a:r>
              <a:rPr lang="en-US" i="1"/>
              <a:t>Recommended VC Script:</a:t>
            </a:r>
            <a:endParaRPr lang="en-US"/>
          </a:p>
          <a:p>
            <a:pPr eaLnBrk="1" hangingPunct="1"/>
            <a:r>
              <a:rPr lang="en-CA">
                <a:cs typeface="Times New Roman" pitchFamily="18" charset="0"/>
              </a:rPr>
              <a:t>&lt;Topic discussion of your choice. Less than 5 minutes of discussion per slide is highly recommended.&gt;</a:t>
            </a:r>
            <a:endParaRPr lang="en-US">
              <a:cs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p:cNvSpPr>
            <a:spLocks noGrp="1" noChangeArrowheads="1"/>
          </p:cNvSpPr>
          <p:nvPr>
            <p:ph type="dt" sz="quarter" idx="1"/>
          </p:nvPr>
        </p:nvSpPr>
        <p:spPr>
          <a:noFill/>
        </p:spPr>
        <p:txBody>
          <a:bodyPr/>
          <a:lstStyle/>
          <a:p>
            <a:fld id="{B6178870-FDD1-44BA-B87C-74EB85D11DF2}" type="datetime1">
              <a:rPr lang="en-GB" smtClean="0"/>
              <a:pPr/>
              <a:t>08/08/2016</a:t>
            </a:fld>
            <a:endParaRPr lang="de-DE"/>
          </a:p>
        </p:txBody>
      </p:sp>
      <p:sp>
        <p:nvSpPr>
          <p:cNvPr id="149507" name="Rectangle 6"/>
          <p:cNvSpPr>
            <a:spLocks noGrp="1" noChangeArrowheads="1"/>
          </p:cNvSpPr>
          <p:nvPr>
            <p:ph type="ftr" sz="quarter" idx="4"/>
          </p:nvPr>
        </p:nvSpPr>
        <p:spPr>
          <a:noFill/>
        </p:spPr>
        <p:txBody>
          <a:bodyPr/>
          <a:lstStyle/>
          <a:p>
            <a:r>
              <a:rPr lang="de-DE"/>
              <a:t>GMAC confidential</a:t>
            </a:r>
          </a:p>
        </p:txBody>
      </p:sp>
      <p:sp>
        <p:nvSpPr>
          <p:cNvPr id="149508" name="Rectangle 2"/>
          <p:cNvSpPr>
            <a:spLocks noGrp="1" noRot="1" noChangeAspect="1" noChangeArrowheads="1" noTextEdit="1"/>
          </p:cNvSpPr>
          <p:nvPr>
            <p:ph type="sldImg"/>
          </p:nvPr>
        </p:nvSpPr>
        <p:spPr>
          <a:xfrm>
            <a:off x="546100" y="411163"/>
            <a:ext cx="5705475" cy="3951287"/>
          </a:xfrm>
          <a:ln/>
        </p:spPr>
      </p:sp>
      <p:sp>
        <p:nvSpPr>
          <p:cNvPr id="149509" name="Rectangle 3"/>
          <p:cNvSpPr>
            <a:spLocks noGrp="1" noChangeArrowheads="1"/>
          </p:cNvSpPr>
          <p:nvPr>
            <p:ph type="body" idx="1"/>
          </p:nvPr>
        </p:nvSpPr>
        <p:spPr bwMode="auto">
          <a:xfrm>
            <a:off x="905127" y="4689258"/>
            <a:ext cx="4987424" cy="4444762"/>
          </a:xfrm>
          <a:prstGeom prst="rect">
            <a:avLst/>
          </a:prstGeom>
          <a:noFill/>
          <a:ln>
            <a:miter lim="800000"/>
            <a:headEnd/>
            <a:tailEnd/>
          </a:ln>
        </p:spPr>
        <p:txBody>
          <a:bodyPr lIns="93190" tIns="46595" rIns="93190" bIns="46595">
            <a:normAutofit lnSpcReduction="10000"/>
          </a:bodyPr>
          <a:lstStyle/>
          <a:p>
            <a:pPr eaLnBrk="1" hangingPunct="1"/>
            <a:r>
              <a:rPr lang="en-US" b="1"/>
              <a:t>SC, VCR</a:t>
            </a:r>
          </a:p>
          <a:p>
            <a:pPr eaLnBrk="1" hangingPunct="1"/>
            <a:r>
              <a:rPr lang="en-US"/>
              <a:t>Examples of bullet point items:</a:t>
            </a:r>
          </a:p>
          <a:p>
            <a:pPr eaLnBrk="1" hangingPunct="1"/>
            <a:r>
              <a:rPr lang="en-US"/>
              <a:t>Examine how to change properties.</a:t>
            </a:r>
          </a:p>
          <a:p>
            <a:pPr eaLnBrk="1" hangingPunct="1"/>
            <a:r>
              <a:rPr lang="en-US"/>
              <a:t>Modify a document.</a:t>
            </a:r>
          </a:p>
          <a:p>
            <a:pPr eaLnBrk="1" hangingPunct="1"/>
            <a:r>
              <a:rPr lang="en-US"/>
              <a:t>Distribute your findings.</a:t>
            </a:r>
          </a:p>
          <a:p>
            <a:pPr eaLnBrk="1" hangingPunct="1"/>
            <a:endParaRPr lang="en-US"/>
          </a:p>
          <a:p>
            <a:pPr eaLnBrk="1" hangingPunct="1"/>
            <a:r>
              <a:rPr lang="en-US"/>
              <a:t>Ensure that slide titles are not the same for more than 2 slides in a row. The second occurrence of the same slide title must include </a:t>
            </a:r>
            <a:r>
              <a:rPr lang="en-US" b="1"/>
              <a:t>(cont’d)</a:t>
            </a:r>
            <a:r>
              <a:rPr lang="en-US"/>
              <a:t>.</a:t>
            </a:r>
          </a:p>
          <a:p>
            <a:pPr eaLnBrk="1" hangingPunct="1"/>
            <a:endParaRPr lang="en-US"/>
          </a:p>
          <a:p>
            <a:pPr eaLnBrk="1" hangingPunct="1"/>
            <a:r>
              <a:rPr lang="en-US" u="sng"/>
              <a:t>Standard Classroom</a:t>
            </a:r>
          </a:p>
          <a:p>
            <a:pPr eaLnBrk="1" hangingPunct="1"/>
            <a:r>
              <a:rPr lang="en-US"/>
              <a:t>First level bullet standards: all sentences are bulleted, even standalone sentences. Sentences should be full sentences complete with punctuation.</a:t>
            </a:r>
          </a:p>
          <a:p>
            <a:pPr eaLnBrk="1" hangingPunct="1"/>
            <a:r>
              <a:rPr lang="en-US"/>
              <a:t>Second level bullet standards: items do not have to be complete sentences, however end punctuation should be consistent among all second level items on the same slide.</a:t>
            </a:r>
          </a:p>
          <a:p>
            <a:pPr eaLnBrk="1" hangingPunct="1"/>
            <a:endParaRPr lang="en-US"/>
          </a:p>
          <a:p>
            <a:pPr eaLnBrk="1" hangingPunct="1"/>
            <a:r>
              <a:rPr lang="en-US" u="sng"/>
              <a:t>Virtual Classroom Recording</a:t>
            </a:r>
          </a:p>
          <a:p>
            <a:pPr eaLnBrk="1" hangingPunct="1"/>
            <a:r>
              <a:rPr lang="en-US"/>
              <a:t>Bullet points do not have to be complete sentences for VCR. If bullet points are not complete sentences, do not capitalize the first word and do not add end punctuation.</a:t>
            </a:r>
          </a:p>
          <a:p>
            <a:pPr eaLnBrk="1" hangingPunct="1"/>
            <a:endParaRPr lang="en-US" i="1"/>
          </a:p>
          <a:p>
            <a:pPr eaLnBrk="1" hangingPunct="1"/>
            <a:r>
              <a:rPr lang="en-US" i="1"/>
              <a:t>Recommended VC Script:</a:t>
            </a:r>
            <a:endParaRPr lang="en-US"/>
          </a:p>
          <a:p>
            <a:pPr eaLnBrk="1" hangingPunct="1"/>
            <a:r>
              <a:rPr lang="en-CA">
                <a:cs typeface="Times New Roman" pitchFamily="18" charset="0"/>
              </a:rPr>
              <a:t>&lt;Topic discussion of your choice. Less than 5 minutes of discussion per slide is highly recommended.&gt;</a:t>
            </a:r>
            <a:endParaRPr lang="en-US">
              <a:cs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1E7D22E-2FCF-4181-8686-08BDCDF94062}" type="slidenum">
              <a:rPr lang="en-US" smtClean="0"/>
              <a:pPr/>
              <a:t>20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1.xml"/><Relationship Id="rId7" Type="http://schemas.openxmlformats.org/officeDocument/2006/relationships/image" Target="../media/image3.jpe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3.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5.xml"/><Relationship Id="rId7" Type="http://schemas.openxmlformats.org/officeDocument/2006/relationships/image" Target="../media/image5.jpeg"/><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image" Target="../media/image6.jpeg"/><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21.xml"/><Relationship Id="rId10" Type="http://schemas.openxmlformats.org/officeDocument/2006/relationships/image" Target="../media/image2.png"/><Relationship Id="rId4" Type="http://schemas.openxmlformats.org/officeDocument/2006/relationships/tags" Target="../tags/tag20.xml"/><Relationship Id="rId9"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7.png"/><Relationship Id="rId4" Type="http://schemas.openxmlformats.org/officeDocument/2006/relationships/tags" Target="../tags/tag24.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1.xml"/><Relationship Id="rId7" Type="http://schemas.openxmlformats.org/officeDocument/2006/relationships/oleObject" Target="../embeddings/oleObject7.bin"/><Relationship Id="rId2" Type="http://schemas.openxmlformats.org/officeDocument/2006/relationships/tags" Target="../tags/tag30.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oleObject" Target="../embeddings/oleObject8.bin"/><Relationship Id="rId2" Type="http://schemas.openxmlformats.org/officeDocument/2006/relationships/tags" Target="../tags/tag34.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vmlDrawing" Target="../drawings/vmlDrawing9.v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emf"/><Relationship Id="rId4" Type="http://schemas.openxmlformats.org/officeDocument/2006/relationships/tags" Target="../tags/tag40.xml"/><Relationship Id="rId9"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58.xml"/><Relationship Id="rId7"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60.xml"/><Relationship Id="rId7" Type="http://schemas.openxmlformats.org/officeDocument/2006/relationships/image" Target="../media/image13.png"/><Relationship Id="rId2" Type="http://schemas.openxmlformats.org/officeDocument/2006/relationships/tags" Target="../tags/tag59.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emf"/><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image" Target="../media/image3.jpeg"/><Relationship Id="rId4"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emf"/><Relationship Id="rId2" Type="http://schemas.openxmlformats.org/officeDocument/2006/relationships/tags" Target="../tags/tag65.xml"/><Relationship Id="rId1" Type="http://schemas.openxmlformats.org/officeDocument/2006/relationships/vmlDrawing" Target="../drawings/vmlDrawing19.vml"/><Relationship Id="rId6" Type="http://schemas.openxmlformats.org/officeDocument/2006/relationships/oleObject" Target="../embeddings/oleObject19.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1.emf"/><Relationship Id="rId2" Type="http://schemas.openxmlformats.org/officeDocument/2006/relationships/tags" Target="../tags/tag67.xml"/><Relationship Id="rId1" Type="http://schemas.openxmlformats.org/officeDocument/2006/relationships/vmlDrawing" Target="../drawings/vmlDrawing20.vml"/><Relationship Id="rId6" Type="http://schemas.openxmlformats.org/officeDocument/2006/relationships/oleObject" Target="../embeddings/oleObject20.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0" name="Image 5"/>
          <p:cNvPicPr>
            <a:picLocks noChangeAspect="1"/>
          </p:cNvPicPr>
          <p:nvPr userDrawn="1"/>
        </p:nvPicPr>
        <p:blipFill rotWithShape="1">
          <a:blip r:embed="rId7"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11" name="Rectangle 10"/>
          <p:cNvSpPr/>
          <p:nvPr userDrawn="1"/>
        </p:nvSpPr>
        <p:spPr>
          <a:xfrm rot="10800000">
            <a:off x="-2" y="5388769"/>
            <a:ext cx="5895975" cy="1473606"/>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4907" name="think-cell Slide" r:id="rId8" imgW="360" imgH="360" progId="">
                  <p:embed/>
                </p:oleObj>
              </mc:Choice>
              <mc:Fallback>
                <p:oleObj name="think-cell Slide" r:id="rId8" imgW="360" imgH="360" progId="">
                  <p:embed/>
                  <p:pic>
                    <p:nvPicPr>
                      <p:cNvPr id="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14133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41342"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45108"/>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t="1404"/>
          <a:stretch/>
        </p:blipFill>
        <p:spPr>
          <a:xfrm>
            <a:off x="-2054" y="79513"/>
            <a:ext cx="9908054" cy="6778487"/>
          </a:xfrm>
          <a:prstGeom prst="rect">
            <a:avLst/>
          </a:prstGeom>
          <a:noFill/>
          <a:ln>
            <a:noFill/>
          </a:ln>
        </p:spPr>
      </p:pic>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2656" name="think-cell Slide" r:id="rId8" imgW="360" imgH="360" progId="">
                  <p:embed/>
                </p:oleObj>
              </mc:Choice>
              <mc:Fallback>
                <p:oleObj name="think-cell Slide" r:id="rId8" imgW="360" imgH="360" progId="">
                  <p:embed/>
                  <p:pic>
                    <p:nvPicPr>
                      <p:cNvPr id="0" name="Picture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4951973" y="3008823"/>
            <a:ext cx="4612715" cy="724977"/>
          </a:xfrm>
          <a:effectLst>
            <a:outerShdw blurRad="25400" dist="12700" dir="2700000" algn="tl" rotWithShape="0">
              <a:prstClr val="black">
                <a:alpha val="40000"/>
              </a:prstClr>
            </a:outerShdw>
          </a:effectLst>
        </p:spPr>
        <p:txBody>
          <a:bodyPr lIns="0" tIns="33059" rIns="0" bIns="33059" anchor="ctr"/>
          <a:lstStyle>
            <a:lvl1pPr algn="r">
              <a:lnSpc>
                <a:spcPct val="100000"/>
              </a:lnSpc>
              <a:defRPr sz="2800" b="0">
                <a:solidFill>
                  <a:schemeClr val="bg1"/>
                </a:solidFill>
                <a:effectLst/>
                <a:latin typeface="Arial Narrow" pitchFamily="34" charset="0"/>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5"/>
            </p:custDataLst>
          </p:nvPr>
        </p:nvSpPr>
        <p:spPr>
          <a:xfrm>
            <a:off x="5410200" y="3733800"/>
            <a:ext cx="4154488" cy="381000"/>
          </a:xfrm>
          <a:effectLst>
            <a:outerShdw blurRad="12700" dist="12700" dir="2700000" sx="133000" sy="133000" algn="tl" rotWithShape="0">
              <a:schemeClr val="bg1">
                <a:alpha val="80000"/>
              </a:schemeClr>
            </a:outerShdw>
          </a:effectLst>
        </p:spPr>
        <p:txBody>
          <a:bodyPr lIns="0" tIns="33059" rIns="0" bIns="33059" anchor="ctr"/>
          <a:lstStyle>
            <a:lvl1pPr marL="0" indent="0" algn="r">
              <a:lnSpc>
                <a:spcPct val="100000"/>
              </a:lnSpc>
              <a:buNone/>
              <a:defRPr sz="1800" b="0">
                <a:solidFill>
                  <a:schemeClr val="accent2">
                    <a:lumMod val="60000"/>
                    <a:lumOff val="40000"/>
                  </a:schemeClr>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1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a:solidFill>
                  <a:schemeClr val="accent2">
                    <a:lumMod val="60000"/>
                    <a:lumOff val="40000"/>
                  </a:schemeClr>
                </a:solidFill>
                <a:latin typeface="Arial Narrow" pitchFamily="34" charset="0"/>
                <a:ea typeface="+mn-ea"/>
                <a:cs typeface="+mn-cs"/>
              </a:rPr>
              <a:t>Learning and</a:t>
            </a:r>
            <a:br>
              <a:rPr lang="en-US" sz="1800" b="1" kern="1100" spc="0" baseline="0" dirty="0">
                <a:solidFill>
                  <a:schemeClr val="accent2">
                    <a:lumMod val="60000"/>
                    <a:lumOff val="40000"/>
                  </a:schemeClr>
                </a:solidFill>
                <a:latin typeface="Arial Narrow" pitchFamily="34" charset="0"/>
                <a:ea typeface="+mn-ea"/>
                <a:cs typeface="+mn-cs"/>
              </a:rPr>
            </a:br>
            <a:r>
              <a:rPr lang="en-US" sz="1800" b="1" kern="1100" spc="0" baseline="0" dirty="0">
                <a:solidFill>
                  <a:schemeClr val="accent2">
                    <a:lumMod val="60000"/>
                    <a:lumOff val="40000"/>
                  </a:schemeClr>
                </a:solidFill>
                <a:latin typeface="Arial Narrow" pitchFamily="34" charset="0"/>
              </a:rPr>
              <a:t>Development</a:t>
            </a:r>
          </a:p>
        </p:txBody>
      </p:sp>
      <p:sp>
        <p:nvSpPr>
          <p:cNvPr id="10" name="Rectangle 9"/>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a:solidFill>
                  <a:schemeClr val="bg1"/>
                </a:solidFill>
                <a:latin typeface="Arial Narrow" pitchFamily="34" charset="0"/>
                <a:ea typeface="+mn-ea"/>
                <a:cs typeface="+mn-cs"/>
              </a:rPr>
              <a:t>Enabling development,</a:t>
            </a:r>
          </a:p>
          <a:p>
            <a:pPr algn="l"/>
            <a:r>
              <a:rPr lang="en-US" sz="1100" b="0" kern="1100" spc="0" baseline="0" dirty="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269723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a:stretch/>
        </p:blipFill>
        <p:spPr>
          <a:xfrm>
            <a:off x="0" y="1334528"/>
            <a:ext cx="9906483" cy="5523472"/>
          </a:xfrm>
          <a:prstGeom prst="rect">
            <a:avLst/>
          </a:prstGeom>
          <a:noFill/>
          <a:ln>
            <a:noFill/>
          </a:ln>
        </p:spPr>
      </p:pic>
      <p:sp>
        <p:nvSpPr>
          <p:cNvPr id="11" name="Rectangle 10"/>
          <p:cNvSpPr/>
          <p:nvPr userDrawn="1"/>
        </p:nvSpPr>
        <p:spPr>
          <a:xfrm rot="10800000">
            <a:off x="-3" y="5381624"/>
            <a:ext cx="5895975" cy="1476375"/>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3682" name="think-cell Slide" r:id="rId8" imgW="360" imgH="360" progId="">
                  <p:embed/>
                </p:oleObj>
              </mc:Choice>
              <mc:Fallback>
                <p:oleObj name="think-cell Slide" r:id="rId8" imgW="360" imgH="360" progId="">
                  <p:embed/>
                  <p:pic>
                    <p:nvPicPr>
                      <p:cNvPr id="0" name="Picture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16"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6629400" y="5964783"/>
            <a:ext cx="2585072" cy="218008"/>
          </a:xfrm>
          <a:prstGeom prst="rect">
            <a:avLst/>
          </a:prstGeom>
          <a:effectLst>
            <a:outerShdw blurRad="38100" dist="12700" dir="2700000" algn="tl" rotWithShape="0">
              <a:schemeClr val="bg1">
                <a:alpha val="50000"/>
              </a:schemeClr>
            </a:outerShdw>
          </a:effectLst>
        </p:spPr>
        <p:txBody>
          <a:bodyPr wrap="square" lIns="0" tIns="0" rIns="0" bIns="0">
            <a:spAutoFit/>
          </a:bodyPr>
          <a:lstStyle/>
          <a:p>
            <a:pPr algn="r">
              <a:lnSpc>
                <a:spcPts val="1700"/>
              </a:lnSpc>
            </a:pPr>
            <a:r>
              <a:rPr lang="en-US" sz="1800" b="1" kern="1100" spc="0" baseline="0" dirty="0">
                <a:solidFill>
                  <a:schemeClr val="accent6"/>
                </a:solidFill>
                <a:latin typeface="Arial Narrow" pitchFamily="34" charset="0"/>
                <a:ea typeface="+mn-ea"/>
                <a:cs typeface="+mn-cs"/>
              </a:rPr>
              <a:t>Learning and </a:t>
            </a:r>
            <a:r>
              <a:rPr lang="en-US" sz="1800" b="1" kern="1100" spc="0" baseline="0" dirty="0">
                <a:solidFill>
                  <a:schemeClr val="accent6"/>
                </a:solidFill>
                <a:latin typeface="Arial Narrow" pitchFamily="34" charset="0"/>
              </a:rPr>
              <a:t>Development</a:t>
            </a:r>
          </a:p>
        </p:txBody>
      </p:sp>
      <p:sp>
        <p:nvSpPr>
          <p:cNvPr id="13" name="Rectangle 12"/>
          <p:cNvSpPr/>
          <p:nvPr userDrawn="1"/>
        </p:nvSpPr>
        <p:spPr>
          <a:xfrm>
            <a:off x="6781800" y="6214646"/>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r"/>
            <a:r>
              <a:rPr lang="en-US" sz="1100" b="0" kern="1100" spc="0" baseline="0" dirty="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307273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9787" name="think-cell Slide" r:id="rId8" imgW="360" imgH="360" progId="">
                  <p:embed/>
                </p:oleObj>
              </mc:Choice>
              <mc:Fallback>
                <p:oleObj name="think-cell Slide" r:id="rId8" imgW="360" imgH="360" progId="">
                  <p:embed/>
                  <p:pic>
                    <p:nvPicPr>
                      <p:cNvPr id="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solidFill>
                  <a:schemeClr val="accent2"/>
                </a:solidFill>
              </a:defRPr>
            </a:lvl1pPr>
          </a:lstStyle>
          <a:p>
            <a:r>
              <a:rPr lang="en-US" dirty="0"/>
              <a:t>Click to edit Master title style</a:t>
            </a:r>
          </a:p>
        </p:txBody>
      </p:sp>
      <p:cxnSp>
        <p:nvCxnSpPr>
          <p:cNvPr id="10" name="Straight Connector 5"/>
          <p:cNvCxnSpPr/>
          <p:nvPr userDrawn="1">
            <p:custDataLst>
              <p:tags r:id="rId4"/>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userDrawn="1"/>
        </p:nvGrpSpPr>
        <p:grpSpPr>
          <a:xfrm>
            <a:off x="2057400" y="957738"/>
            <a:ext cx="183356" cy="186929"/>
            <a:chOff x="3948113" y="3393281"/>
            <a:chExt cx="183356" cy="186929"/>
          </a:xfrm>
        </p:grpSpPr>
        <p:sp>
          <p:nvSpPr>
            <p:cNvPr id="18" name="Rectangle 17"/>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19" name="Rectangle 18"/>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grpSp>
        <p:nvGrpSpPr>
          <p:cNvPr id="20" name="Group 19"/>
          <p:cNvGrpSpPr/>
          <p:nvPr userDrawn="1"/>
        </p:nvGrpSpPr>
        <p:grpSpPr>
          <a:xfrm>
            <a:off x="3810000" y="5931502"/>
            <a:ext cx="183356" cy="186929"/>
            <a:chOff x="4191000" y="3876277"/>
            <a:chExt cx="183356" cy="186929"/>
          </a:xfrm>
        </p:grpSpPr>
        <p:sp>
          <p:nvSpPr>
            <p:cNvPr id="21" name="Rectangle 20"/>
            <p:cNvSpPr/>
            <p:nvPr userDrawn="1"/>
          </p:nvSpPr>
          <p:spPr bwMode="auto">
            <a:xfrm>
              <a:off x="4191000" y="3970337"/>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22" name="Rectangle 21"/>
            <p:cNvSpPr/>
            <p:nvPr userDrawn="1"/>
          </p:nvSpPr>
          <p:spPr bwMode="auto">
            <a:xfrm>
              <a:off x="4281487" y="3876277"/>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sp>
        <p:nvSpPr>
          <p:cNvPr id="23" name="Rectangle 22"/>
          <p:cNvSpPr/>
          <p:nvPr userDrawn="1"/>
        </p:nvSpPr>
        <p:spPr bwMode="auto">
          <a:xfrm>
            <a:off x="8686800" y="1752600"/>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24" name="Rectangle 23"/>
          <p:cNvSpPr/>
          <p:nvPr userDrawn="1"/>
        </p:nvSpPr>
        <p:spPr bwMode="auto">
          <a:xfrm>
            <a:off x="9440444" y="6209864"/>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nvGrpSpPr>
          <p:cNvPr id="25" name="Group 24"/>
          <p:cNvGrpSpPr/>
          <p:nvPr userDrawn="1"/>
        </p:nvGrpSpPr>
        <p:grpSpPr>
          <a:xfrm>
            <a:off x="7269956" y="5201670"/>
            <a:ext cx="183356" cy="186929"/>
            <a:chOff x="4622005" y="3393281"/>
            <a:chExt cx="183356" cy="186929"/>
          </a:xfrm>
        </p:grpSpPr>
        <p:sp>
          <p:nvSpPr>
            <p:cNvPr id="26" name="Rectangle 25"/>
            <p:cNvSpPr/>
            <p:nvPr userDrawn="1"/>
          </p:nvSpPr>
          <p:spPr bwMode="auto">
            <a:xfrm>
              <a:off x="4622005" y="3487341"/>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27" name="Rectangle 26"/>
            <p:cNvSpPr/>
            <p:nvPr userDrawn="1"/>
          </p:nvSpPr>
          <p:spPr bwMode="auto">
            <a:xfrm>
              <a:off x="4712492" y="3393281"/>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grpSp>
        <p:nvGrpSpPr>
          <p:cNvPr id="28" name="Group 27"/>
          <p:cNvGrpSpPr/>
          <p:nvPr userDrawn="1"/>
        </p:nvGrpSpPr>
        <p:grpSpPr>
          <a:xfrm>
            <a:off x="9486878" y="3025376"/>
            <a:ext cx="183356" cy="186929"/>
            <a:chOff x="3948113" y="3393281"/>
            <a:chExt cx="183356" cy="186929"/>
          </a:xfrm>
        </p:grpSpPr>
        <p:sp>
          <p:nvSpPr>
            <p:cNvPr id="29" name="Rectangle 28"/>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30" name="Rectangle 29"/>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sp>
        <p:nvSpPr>
          <p:cNvPr id="31" name="Rectangle 30"/>
          <p:cNvSpPr/>
          <p:nvPr userDrawn="1"/>
        </p:nvSpPr>
        <p:spPr bwMode="auto">
          <a:xfrm>
            <a:off x="9346861" y="4196384"/>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nvGrpSpPr>
          <p:cNvPr id="32" name="Group 31"/>
          <p:cNvGrpSpPr/>
          <p:nvPr userDrawn="1"/>
        </p:nvGrpSpPr>
        <p:grpSpPr>
          <a:xfrm>
            <a:off x="8382000" y="3165871"/>
            <a:ext cx="183356" cy="186929"/>
            <a:chOff x="5548313" y="3134916"/>
            <a:chExt cx="183356" cy="186929"/>
          </a:xfrm>
        </p:grpSpPr>
        <p:sp>
          <p:nvSpPr>
            <p:cNvPr id="33" name="Rectangle 32"/>
            <p:cNvSpPr/>
            <p:nvPr userDrawn="1"/>
          </p:nvSpPr>
          <p:spPr bwMode="auto">
            <a:xfrm>
              <a:off x="5548313" y="3228976"/>
              <a:ext cx="92869" cy="92869"/>
            </a:xfrm>
            <a:prstGeom prst="rect">
              <a:avLst/>
            </a:prstGeom>
            <a:solidFill>
              <a:schemeClr val="accent2">
                <a:lumMod val="20000"/>
                <a:lumOff val="8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sp>
          <p:nvSpPr>
            <p:cNvPr id="34" name="Rectangle 33"/>
            <p:cNvSpPr/>
            <p:nvPr userDrawn="1"/>
          </p:nvSpPr>
          <p:spPr bwMode="auto">
            <a:xfrm>
              <a:off x="5638800" y="3134916"/>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a:ln>
                  <a:noFill/>
                </a:ln>
                <a:solidFill>
                  <a:schemeClr val="tx2">
                    <a:lumMod val="50000"/>
                  </a:schemeClr>
                </a:solidFill>
                <a:effectLst/>
                <a:latin typeface="+mn-lt"/>
                <a:cs typeface="Arial" charset="0"/>
              </a:endParaRPr>
            </a:p>
          </p:txBody>
        </p:sp>
      </p:grpSp>
      <p:cxnSp>
        <p:nvCxnSpPr>
          <p:cNvPr id="35" name="Straight Connector 5"/>
          <p:cNvCxnSpPr/>
          <p:nvPr userDrawn="1">
            <p:custDataLst>
              <p:tags r:id="rId5"/>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36" name="Picture 68" descr="D:\Users\bkp\My Work\GSLs\TEMPLATES\I&amp;D\FINAL\04-17\Pyramid.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305800" y="5222873"/>
            <a:ext cx="879232" cy="80209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p:cNvSpPr>
            <a:spLocks noGrp="1"/>
          </p:cNvSpPr>
          <p:nvPr userDrawn="1">
            <p:ph sz="quarter" idx="10"/>
            <p:custDataLst>
              <p:tags r:id="rId6"/>
            </p:custDataLst>
          </p:nvPr>
        </p:nvSpPr>
        <p:spPr>
          <a:xfrm>
            <a:off x="341313" y="1255713"/>
            <a:ext cx="8896350" cy="3196515"/>
          </a:xfrm>
        </p:spPr>
        <p:txBody>
          <a:bodyPr lIns="91440"/>
          <a:lstStyle>
            <a:lvl1pPr marL="228600" indent="-228600">
              <a:spcAft>
                <a:spcPts val="1200"/>
              </a:spcAft>
              <a:buClr>
                <a:schemeClr val="accent2"/>
              </a:buClr>
              <a:defRPr>
                <a:solidFill>
                  <a:schemeClr val="tx1"/>
                </a:solidFill>
              </a:defRPr>
            </a:lvl1pPr>
            <a:lvl2pPr marL="457200" indent="-228600">
              <a:spcAft>
                <a:spcPts val="1200"/>
              </a:spcAft>
              <a:buClr>
                <a:schemeClr val="accent2"/>
              </a:buClr>
              <a:defRPr>
                <a:solidFill>
                  <a:schemeClr val="tx1"/>
                </a:solidFill>
              </a:defRPr>
            </a:lvl2pPr>
            <a:lvl3pPr marL="685800" indent="-228600">
              <a:spcAft>
                <a:spcPts val="1200"/>
              </a:spcAft>
              <a:buClr>
                <a:schemeClr val="accent2"/>
              </a:buClr>
              <a:defRPr>
                <a:solidFill>
                  <a:schemeClr val="tx1"/>
                </a:solidFill>
              </a:defRPr>
            </a:lvl3pPr>
            <a:lvl4pPr>
              <a:buClr>
                <a:schemeClr val="accent2"/>
              </a:buClr>
              <a:defRPr>
                <a:solidFill>
                  <a:schemeClr val="tx1"/>
                </a:solidFill>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2535039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8845" name="think-cell Slide" r:id="rId6" imgW="360" imgH="360" progId="">
                  <p:embed/>
                </p:oleObj>
              </mc:Choice>
              <mc:Fallback>
                <p:oleObj name="think-cell Slide" r:id="rId6" imgW="360" imgH="360" progId="">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p:custDataLst>
              <p:tags r:id="rId4"/>
            </p:custDataLst>
          </p:nvPr>
        </p:nvSpPr>
        <p:spPr>
          <a:xfrm>
            <a:off x="341313" y="1255713"/>
            <a:ext cx="9223375" cy="5011737"/>
          </a:xfrm>
        </p:spPr>
        <p:txBody>
          <a:bodyPr/>
          <a:lstStyle>
            <a:lvl1pPr>
              <a:defRPr b="0"/>
            </a:lvl1pPr>
            <a:lvl2pPr marL="457200" indent="-228600">
              <a:defRPr/>
            </a:lvl2pPr>
            <a:lvl3pPr marL="685800" indent="-228600">
              <a:defRPr/>
            </a:lvl3pPr>
            <a:lvl4pPr>
              <a:defRPr/>
            </a:lvl4pPr>
            <a:lvl5pPr>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869" name="think-cell Slide" r:id="rId7" imgW="360" imgH="360" progId="">
                  <p:embed/>
                </p:oleObj>
              </mc:Choice>
              <mc:Fallback>
                <p:oleObj name="think-cell Slide" r:id="rId7" imgW="360" imgH="360" progId="">
                  <p:embed/>
                  <p:pic>
                    <p:nvPicPr>
                      <p:cNvPr id="0" name="Picture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a:t>Click to edit Master title style</a:t>
            </a:r>
            <a:endParaRPr lang="en-US" dirty="0"/>
          </a:p>
        </p:txBody>
      </p:sp>
      <p:sp>
        <p:nvSpPr>
          <p:cNvPr id="3" name="Content Placeholder 2"/>
          <p:cNvSpPr>
            <a:spLocks noGrp="1"/>
          </p:cNvSpPr>
          <p:nvPr>
            <p:ph idx="1"/>
            <p:custDataLst>
              <p:tags r:id="rId4"/>
            </p:custDataLst>
          </p:nvPr>
        </p:nvSpPr>
        <p:spPr>
          <a:xfrm>
            <a:off x="341313" y="1828800"/>
            <a:ext cx="9223376" cy="4438649"/>
          </a:xfrm>
        </p:spPr>
        <p:txBody>
          <a:bodyPr/>
          <a:lstStyle>
            <a:lvl1pPr>
              <a:defRPr b="0"/>
            </a:lvl1pPr>
            <a:lvl2pPr marL="457200" indent="-223838">
              <a:defRPr/>
            </a:lvl2pPr>
            <a:lvl3pPr>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5"/>
            </p:custDataLst>
          </p:nvPr>
        </p:nvSpPr>
        <p:spPr>
          <a:xfrm>
            <a:off x="341313" y="1255713"/>
            <a:ext cx="9223376" cy="548640"/>
          </a:xfrm>
        </p:spPr>
        <p:txBody>
          <a:bodyPr/>
          <a:lstStyle>
            <a:lvl1pPr marL="0" indent="0">
              <a:buNone/>
              <a:defRPr sz="2000" b="1">
                <a:solidFill>
                  <a:srgbClr val="E47E1A"/>
                </a:solidFill>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964" name="think-cell Slide" r:id="rId7" imgW="360" imgH="360" progId="">
                  <p:embed/>
                </p:oleObj>
              </mc:Choice>
              <mc:Fallback>
                <p:oleObj name="think-cell Slide" r:id="rId7" imgW="360" imgH="360" progId="">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p:custDataLst>
              <p:tags r:id="rId4"/>
            </p:custDataLst>
          </p:nvPr>
        </p:nvSpPr>
        <p:spPr>
          <a:xfrm>
            <a:off x="341313" y="1255713"/>
            <a:ext cx="4487862" cy="4993230"/>
          </a:xfrm>
        </p:spPr>
        <p:txBody>
          <a:bodyPr/>
          <a:lstStyle>
            <a:lvl1pPr>
              <a:defRPr/>
            </a:lvl1pPr>
            <a:lvl2pPr marL="457200" indent="-228600">
              <a:defRPr/>
            </a:lvl2pPr>
            <a:lvl3pPr marL="685800" indent="-228600">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Espace réservé du contenu 5"/>
          <p:cNvSpPr>
            <a:spLocks noGrp="1"/>
          </p:cNvSpPr>
          <p:nvPr>
            <p:ph sz="quarter" idx="11"/>
            <p:custDataLst>
              <p:tags r:id="rId5"/>
            </p:custDataLst>
          </p:nvPr>
        </p:nvSpPr>
        <p:spPr>
          <a:xfrm>
            <a:off x="5076825" y="1255713"/>
            <a:ext cx="4487863" cy="5011737"/>
          </a:xfrm>
        </p:spPr>
        <p:txBody>
          <a:bodyPr/>
          <a:lstStyle>
            <a:lvl1pPr>
              <a:defRPr/>
            </a:lvl1pPr>
            <a:lvl2pPr marL="457200" indent="-228600">
              <a:defRPr/>
            </a:lvl2pPr>
            <a:lvl3pPr>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940" name="think-cell Slide" r:id="rId9" imgW="360" imgH="360" progId="">
                  <p:embed/>
                </p:oleObj>
              </mc:Choice>
              <mc:Fallback>
                <p:oleObj name="think-cell Slide" r:id="rId9" imgW="360" imgH="360" progId="">
                  <p:embed/>
                  <p:pic>
                    <p:nvPicPr>
                      <p:cNvPr id="0" name="Picture 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p:custDataLst>
              <p:tags r:id="rId4"/>
            </p:custDataLst>
          </p:nvPr>
        </p:nvSpPr>
        <p:spPr>
          <a:xfrm>
            <a:off x="341313" y="1828800"/>
            <a:ext cx="4487862" cy="4438649"/>
          </a:xfrm>
        </p:spPr>
        <p:txBody>
          <a:bodyPr/>
          <a:lstStyle>
            <a:lvl1pPr>
              <a:defRPr sz="2000"/>
            </a:lvl1pPr>
            <a:lvl2pPr>
              <a:defRPr sz="1800"/>
            </a:lvl2pPr>
            <a:lvl3pPr>
              <a:defRPr sz="1600"/>
            </a:lvl3pPr>
            <a:lvl4pPr>
              <a:defRPr sz="1400"/>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Espace réservé du contenu 5"/>
          <p:cNvSpPr>
            <a:spLocks noGrp="1"/>
          </p:cNvSpPr>
          <p:nvPr>
            <p:ph sz="quarter" idx="11"/>
            <p:custDataLst>
              <p:tags r:id="rId5"/>
            </p:custDataLst>
          </p:nvPr>
        </p:nvSpPr>
        <p:spPr>
          <a:xfrm>
            <a:off x="5076825" y="1828800"/>
            <a:ext cx="4487863" cy="4438649"/>
          </a:xfrm>
        </p:spPr>
        <p:txBody>
          <a:bodyPr/>
          <a:lstStyle>
            <a:lvl1pPr>
              <a:defRPr sz="2000"/>
            </a:lvl1pPr>
            <a:lvl2pPr>
              <a:defRPr sz="1800"/>
            </a:lvl2pPr>
            <a:lvl3pPr>
              <a:defRPr sz="1600"/>
            </a:lvl3pPr>
            <a:lvl4pPr>
              <a:defRPr sz="1300"/>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7" name="Espace réservé du texte 6"/>
          <p:cNvSpPr>
            <a:spLocks noGrp="1"/>
          </p:cNvSpPr>
          <p:nvPr>
            <p:ph type="body" sz="quarter" idx="12" hasCustomPrompt="1"/>
            <p:custDataLst>
              <p:tags r:id="rId6"/>
            </p:custDataLst>
          </p:nvPr>
        </p:nvSpPr>
        <p:spPr>
          <a:xfrm>
            <a:off x="341313" y="1255713"/>
            <a:ext cx="4487862"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5076825" y="1255713"/>
            <a:ext cx="4487863"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a:t>Click to edit Master text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1915" name="think-cell Slide" r:id="rId5" imgW="360" imgH="360" progId="">
                  <p:embed/>
                </p:oleObj>
              </mc:Choice>
              <mc:Fallback>
                <p:oleObj name="think-cell Slide" r:id="rId5" imgW="360" imgH="360" progId="">
                  <p:embed/>
                  <p:pic>
                    <p:nvPicPr>
                      <p:cNvPr id="0" name="Picture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6859" name="think-cell Slide" r:id="rId4" imgW="360" imgH="360" progId="">
                  <p:embed/>
                </p:oleObj>
              </mc:Choice>
              <mc:Fallback>
                <p:oleObj name="think-cell Slide" r:id="rId4" imgW="360" imgH="360" progId="">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51268" name="think-cell Slide" r:id="rId4" imgW="360" imgH="360" progId="">
                  <p:embed/>
                </p:oleObj>
              </mc:Choice>
              <mc:Fallback>
                <p:oleObj name="think-cell Slide" r:id="rId4" imgW="360" imgH="360"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nvPr>
        </p:nvSpPr>
        <p:spPr/>
        <p:txBody>
          <a:bodyPr/>
          <a:lstStyle>
            <a:lvl1pPr>
              <a:defRPr/>
            </a:lvl1pPr>
          </a:lstStyle>
          <a:p>
            <a:pPr lvl="0"/>
            <a:r>
              <a:rPr lang="en-US" noProof="0"/>
              <a:t>Click to edit Master title style</a:t>
            </a:r>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One column slide - blue">
    <p:spTree>
      <p:nvGrpSpPr>
        <p:cNvPr id="1" name=""/>
        <p:cNvGrpSpPr/>
        <p:nvPr/>
      </p:nvGrpSpPr>
      <p:grpSpPr>
        <a:xfrm>
          <a:off x="0" y="0"/>
          <a:ext cx="0" cy="0"/>
          <a:chOff x="0" y="0"/>
          <a:chExt cx="0" cy="0"/>
        </a:xfrm>
      </p:grpSpPr>
      <p:sp>
        <p:nvSpPr>
          <p:cNvPr id="2" name="Titre 1"/>
          <p:cNvSpPr>
            <a:spLocks noGrp="1"/>
          </p:cNvSpPr>
          <p:nvPr>
            <p:ph type="title"/>
          </p:nvPr>
        </p:nvSpPr>
        <p:spPr>
          <a:xfrm>
            <a:off x="360000" y="357166"/>
            <a:ext cx="9126000" cy="369332"/>
          </a:xfrm>
        </p:spPr>
        <p:txBody>
          <a:bodyPr/>
          <a:lstStyle>
            <a:lvl1pPr>
              <a:defRPr>
                <a:solidFill>
                  <a:schemeClr val="accent2"/>
                </a:solidFill>
              </a:defRPr>
            </a:lvl1pPr>
          </a:lstStyle>
          <a:p>
            <a:r>
              <a:rPr lang="en-US" dirty="0"/>
              <a:t>Click to edit Master title style</a:t>
            </a:r>
          </a:p>
        </p:txBody>
      </p:sp>
      <p:sp>
        <p:nvSpPr>
          <p:cNvPr id="3" name="Espace réservé du contenu 2"/>
          <p:cNvSpPr>
            <a:spLocks noGrp="1"/>
          </p:cNvSpPr>
          <p:nvPr>
            <p:ph idx="1"/>
          </p:nvPr>
        </p:nvSpPr>
        <p:spPr>
          <a:xfrm>
            <a:off x="360000" y="1142984"/>
            <a:ext cx="9126000" cy="4977016"/>
          </a:xfrm>
        </p:spPr>
        <p:txBody>
          <a:bodyPr/>
          <a:lstStyle>
            <a:lvl1pPr marL="0">
              <a:buSzPct val="100000"/>
              <a:defRPr>
                <a:solidFill>
                  <a:schemeClr val="tx1"/>
                </a:solidFill>
              </a:defRPr>
            </a:lvl1pPr>
            <a:lvl2pPr>
              <a:defRPr>
                <a:solidFill>
                  <a:schemeClr val="tx1"/>
                </a:solidFill>
              </a:defRPr>
            </a:lvl2pPr>
            <a:lvl3pPr>
              <a:defRPr>
                <a:solidFill>
                  <a:schemeClr val="tx1"/>
                </a:solidFill>
              </a:defRPr>
            </a:lvl3pPr>
          </a:lstStyle>
          <a:p>
            <a:pPr lvl="0"/>
            <a:r>
              <a:rPr lang="en-US" dirty="0"/>
              <a:t>Click to edit Master text styles</a:t>
            </a:r>
          </a:p>
          <a:p>
            <a:pPr lvl="1"/>
            <a:r>
              <a:rPr lang="en-US" dirty="0"/>
              <a:t>Second level</a:t>
            </a:r>
          </a:p>
          <a:p>
            <a:pPr lvl="2"/>
            <a:r>
              <a:rPr lang="en-US" dirty="0"/>
              <a:t>Third level</a:t>
            </a:r>
          </a:p>
        </p:txBody>
      </p:sp>
    </p:spTree>
  </p:cSld>
  <p:clrMapOvr>
    <a:masterClrMapping/>
  </p:clrMapOvr>
  <p:transition advClick="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1835" name="think-cell Slide" r:id="rId5" imgW="360" imgH="360" progId="">
                  <p:embed/>
                </p:oleObj>
              </mc:Choice>
              <mc:Fallback>
                <p:oleObj name="think-cell Slide" r:id="rId5" imgW="360" imgH="360" progId="">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Rectangle 9"/>
          <p:cNvSpPr>
            <a:spLocks noChangeArrowheads="1"/>
          </p:cNvSpPr>
          <p:nvPr userDrawn="1">
            <p:custDataLst>
              <p:tags r:id="rId3"/>
            </p:custDataLst>
          </p:nvPr>
        </p:nvSpPr>
        <p:spPr bwMode="gray">
          <a:xfrm>
            <a:off x="1117963" y="34326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spcBef>
                <a:spcPts val="600"/>
              </a:spcBef>
            </a:pPr>
            <a:r>
              <a:rPr lang="en-US" sz="1000" dirty="0">
                <a:solidFill>
                  <a:schemeClr val="bg1"/>
                </a:solidFill>
                <a:latin typeface="Arial" pitchFamily="34" charset="0"/>
                <a:cs typeface="Arial" pitchFamily="34" charset="0"/>
              </a:rPr>
              <a:t>With almost 145,000 people in over 40 countries, </a:t>
            </a:r>
            <a:r>
              <a:rPr lang="en-US" sz="1000" dirty="0" err="1">
                <a:solidFill>
                  <a:schemeClr val="bg1"/>
                </a:solidFill>
                <a:latin typeface="Arial" pitchFamily="34" charset="0"/>
                <a:cs typeface="Arial" pitchFamily="34" charset="0"/>
              </a:rPr>
              <a:t>Capgemini</a:t>
            </a:r>
            <a:r>
              <a:rPr lang="en-US" sz="1000" dirty="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a:solidFill>
                  <a:schemeClr val="bg1"/>
                </a:solidFill>
                <a:latin typeface="Arial" pitchFamily="34" charset="0"/>
                <a:cs typeface="Arial" pitchFamily="34" charset="0"/>
              </a:rPr>
              <a:t>the Collaborative Business Experience™</a:t>
            </a:r>
            <a:r>
              <a:rPr lang="en-US" sz="1000" dirty="0">
                <a:solidFill>
                  <a:schemeClr val="bg1"/>
                </a:solidFill>
                <a:latin typeface="Arial" pitchFamily="34" charset="0"/>
                <a:cs typeface="Arial" pitchFamily="34" charset="0"/>
              </a:rPr>
              <a:t>, and draws on </a:t>
            </a:r>
            <a:r>
              <a:rPr lang="en-US" sz="1000" u="sng" dirty="0" err="1">
                <a:solidFill>
                  <a:schemeClr val="bg1"/>
                </a:solidFill>
                <a:latin typeface="Arial" pitchFamily="34" charset="0"/>
                <a:cs typeface="Arial" pitchFamily="34" charset="0"/>
              </a:rPr>
              <a:t>Rightshore</a:t>
            </a:r>
            <a:r>
              <a:rPr lang="en-US" sz="1000" u="sng" baseline="30000" dirty="0">
                <a:solidFill>
                  <a:schemeClr val="bg1"/>
                </a:solidFill>
                <a:latin typeface="Arial" pitchFamily="34" charset="0"/>
                <a:cs typeface="Arial" pitchFamily="34" charset="0"/>
              </a:rPr>
              <a:t>®</a:t>
            </a:r>
            <a:r>
              <a:rPr lang="en-US" sz="1000" dirty="0">
                <a:solidFill>
                  <a:schemeClr val="bg1"/>
                </a:solidFill>
                <a:latin typeface="Arial" pitchFamily="34" charset="0"/>
                <a:cs typeface="Arial" pitchFamily="34" charset="0"/>
              </a:rPr>
              <a:t>, its worldwide delivery model.</a:t>
            </a:r>
          </a:p>
          <a:p>
            <a:pPr marL="0" indent="0" algn="just">
              <a:spcBef>
                <a:spcPts val="600"/>
              </a:spcBef>
            </a:pPr>
            <a:r>
              <a:rPr lang="en-US" sz="1000" dirty="0">
                <a:solidFill>
                  <a:schemeClr val="bg1"/>
                </a:solidFill>
                <a:latin typeface="Arial" pitchFamily="34" charset="0"/>
                <a:cs typeface="Arial" pitchFamily="34" charset="0"/>
              </a:rPr>
              <a:t>Learn more about us at </a:t>
            </a:r>
            <a:r>
              <a:rPr lang="en-US" sz="1000" b="1" u="sng" dirty="0">
                <a:solidFill>
                  <a:schemeClr val="bg1"/>
                </a:solidFill>
                <a:latin typeface="Arial" pitchFamily="34" charset="0"/>
                <a:cs typeface="Arial" pitchFamily="34" charset="0"/>
              </a:rPr>
              <a:t>www.capgemini.com</a:t>
            </a:r>
            <a:r>
              <a:rPr lang="en-US" sz="1000" dirty="0">
                <a:solidFill>
                  <a:schemeClr val="bg1"/>
                </a:solidFill>
                <a:latin typeface="Arial" pitchFamily="34" charset="0"/>
                <a:cs typeface="Arial" pitchFamily="34" charset="0"/>
              </a:rPr>
              <a:t>.</a:t>
            </a:r>
          </a:p>
        </p:txBody>
      </p:sp>
      <p:pic>
        <p:nvPicPr>
          <p:cNvPr id="208" name="Image 337" descr="CBE_Label_ppt.png"/>
          <p:cNvPicPr>
            <a:picLocks noChangeAspect="1"/>
          </p:cNvPicPr>
          <p:nvPr userDrawn="1"/>
        </p:nvPicPr>
        <p:blipFill>
          <a:blip r:embed="rId7" cstate="screen"/>
          <a:stretch>
            <a:fillRect/>
          </a:stretch>
        </p:blipFill>
        <p:spPr>
          <a:xfrm>
            <a:off x="867725" y="3283811"/>
            <a:ext cx="519572" cy="522508"/>
          </a:xfrm>
          <a:prstGeom prst="rect">
            <a:avLst/>
          </a:prstGeom>
        </p:spPr>
      </p:pic>
      <p:grpSp>
        <p:nvGrpSpPr>
          <p:cNvPr id="75" name="Group 74"/>
          <p:cNvGrpSpPr/>
          <p:nvPr userDrawn="1"/>
        </p:nvGrpSpPr>
        <p:grpSpPr>
          <a:xfrm>
            <a:off x="5722379" y="3575705"/>
            <a:ext cx="3826121" cy="1827268"/>
            <a:chOff x="5722379" y="3575705"/>
            <a:chExt cx="3826121" cy="1827268"/>
          </a:xfrm>
        </p:grpSpPr>
        <p:grpSp>
          <p:nvGrpSpPr>
            <p:cNvPr id="77" name="Group 76"/>
            <p:cNvGrpSpPr/>
            <p:nvPr userDrawn="1"/>
          </p:nvGrpSpPr>
          <p:grpSpPr>
            <a:xfrm>
              <a:off x="5722379" y="3575705"/>
              <a:ext cx="3826121" cy="1827268"/>
              <a:chOff x="5722379" y="3575705"/>
              <a:chExt cx="3826121" cy="1827268"/>
            </a:xfrm>
          </p:grpSpPr>
          <p:grpSp>
            <p:nvGrpSpPr>
              <p:cNvPr id="187" name="Groupe 203"/>
              <p:cNvGrpSpPr/>
              <p:nvPr userDrawn="1"/>
            </p:nvGrpSpPr>
            <p:grpSpPr>
              <a:xfrm>
                <a:off x="5722379" y="3575705"/>
                <a:ext cx="3826121" cy="1827268"/>
                <a:chOff x="5421313" y="3175001"/>
                <a:chExt cx="4141788" cy="1978025"/>
              </a:xfrm>
              <a:noFill/>
            </p:grpSpPr>
            <p:sp>
              <p:nvSpPr>
                <p:cNvPr id="192" name="Freeform 6"/>
                <p:cNvSpPr>
                  <a:spLocks/>
                </p:cNvSpPr>
                <p:nvPr userDrawn="1"/>
              </p:nvSpPr>
              <p:spPr bwMode="auto">
                <a:xfrm>
                  <a:off x="6532563" y="3200401"/>
                  <a:ext cx="503238" cy="406400"/>
                </a:xfrm>
                <a:custGeom>
                  <a:avLst/>
                  <a:gdLst/>
                  <a:ahLst/>
                  <a:cxnLst>
                    <a:cxn ang="0">
                      <a:pos x="24" y="71"/>
                    </a:cxn>
                    <a:cxn ang="0">
                      <a:pos x="0" y="49"/>
                    </a:cxn>
                    <a:cxn ang="0">
                      <a:pos x="41" y="11"/>
                    </a:cxn>
                    <a:cxn ang="0">
                      <a:pos x="114" y="11"/>
                    </a:cxn>
                    <a:cxn ang="0">
                      <a:pos x="124" y="0"/>
                    </a:cxn>
                    <a:cxn ang="0">
                      <a:pos x="259" y="0"/>
                    </a:cxn>
                    <a:cxn ang="0">
                      <a:pos x="273" y="16"/>
                    </a:cxn>
                    <a:cxn ang="0">
                      <a:pos x="317" y="14"/>
                    </a:cxn>
                    <a:cxn ang="0">
                      <a:pos x="302" y="28"/>
                    </a:cxn>
                    <a:cxn ang="0">
                      <a:pos x="276" y="31"/>
                    </a:cxn>
                    <a:cxn ang="0">
                      <a:pos x="276" y="137"/>
                    </a:cxn>
                    <a:cxn ang="0">
                      <a:pos x="223" y="185"/>
                    </a:cxn>
                    <a:cxn ang="0">
                      <a:pos x="171" y="185"/>
                    </a:cxn>
                    <a:cxn ang="0">
                      <a:pos x="133" y="216"/>
                    </a:cxn>
                    <a:cxn ang="0">
                      <a:pos x="131" y="245"/>
                    </a:cxn>
                    <a:cxn ang="0">
                      <a:pos x="114" y="256"/>
                    </a:cxn>
                    <a:cxn ang="0">
                      <a:pos x="83" y="228"/>
                    </a:cxn>
                    <a:cxn ang="0">
                      <a:pos x="83" y="174"/>
                    </a:cxn>
                    <a:cxn ang="0">
                      <a:pos x="112" y="149"/>
                    </a:cxn>
                    <a:cxn ang="0">
                      <a:pos x="87" y="123"/>
                    </a:cxn>
                    <a:cxn ang="0">
                      <a:pos x="85" y="74"/>
                    </a:cxn>
                    <a:cxn ang="0">
                      <a:pos x="63" y="52"/>
                    </a:cxn>
                    <a:cxn ang="0">
                      <a:pos x="48" y="52"/>
                    </a:cxn>
                    <a:cxn ang="0">
                      <a:pos x="24" y="71"/>
                    </a:cxn>
                  </a:cxnLst>
                  <a:rect l="0" t="0" r="r" b="b"/>
                  <a:pathLst>
                    <a:path w="317" h="256">
                      <a:moveTo>
                        <a:pt x="24" y="71"/>
                      </a:moveTo>
                      <a:lnTo>
                        <a:pt x="0" y="49"/>
                      </a:lnTo>
                      <a:lnTo>
                        <a:pt x="41" y="11"/>
                      </a:lnTo>
                      <a:lnTo>
                        <a:pt x="114" y="11"/>
                      </a:lnTo>
                      <a:lnTo>
                        <a:pt x="124" y="0"/>
                      </a:lnTo>
                      <a:lnTo>
                        <a:pt x="259" y="0"/>
                      </a:lnTo>
                      <a:lnTo>
                        <a:pt x="273" y="16"/>
                      </a:lnTo>
                      <a:lnTo>
                        <a:pt x="317" y="14"/>
                      </a:lnTo>
                      <a:lnTo>
                        <a:pt x="302" y="28"/>
                      </a:lnTo>
                      <a:lnTo>
                        <a:pt x="276" y="31"/>
                      </a:lnTo>
                      <a:lnTo>
                        <a:pt x="276" y="137"/>
                      </a:lnTo>
                      <a:lnTo>
                        <a:pt x="223" y="185"/>
                      </a:lnTo>
                      <a:lnTo>
                        <a:pt x="171" y="185"/>
                      </a:lnTo>
                      <a:lnTo>
                        <a:pt x="133" y="216"/>
                      </a:lnTo>
                      <a:lnTo>
                        <a:pt x="131" y="245"/>
                      </a:lnTo>
                      <a:lnTo>
                        <a:pt x="114" y="256"/>
                      </a:lnTo>
                      <a:lnTo>
                        <a:pt x="83" y="228"/>
                      </a:lnTo>
                      <a:lnTo>
                        <a:pt x="83" y="174"/>
                      </a:lnTo>
                      <a:lnTo>
                        <a:pt x="112" y="149"/>
                      </a:lnTo>
                      <a:lnTo>
                        <a:pt x="87" y="123"/>
                      </a:lnTo>
                      <a:lnTo>
                        <a:pt x="85" y="74"/>
                      </a:lnTo>
                      <a:lnTo>
                        <a:pt x="63" y="52"/>
                      </a:lnTo>
                      <a:lnTo>
                        <a:pt x="48" y="52"/>
                      </a:lnTo>
                      <a:lnTo>
                        <a:pt x="24" y="71"/>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7"/>
                <p:cNvSpPr>
                  <a:spLocks/>
                </p:cNvSpPr>
                <p:nvPr userDrawn="1"/>
              </p:nvSpPr>
              <p:spPr bwMode="auto">
                <a:xfrm>
                  <a:off x="6362701" y="3333751"/>
                  <a:ext cx="185738" cy="201613"/>
                </a:xfrm>
                <a:custGeom>
                  <a:avLst/>
                  <a:gdLst/>
                  <a:ahLst/>
                  <a:cxnLst>
                    <a:cxn ang="0">
                      <a:pos x="63" y="72"/>
                    </a:cxn>
                    <a:cxn ang="0">
                      <a:pos x="35" y="98"/>
                    </a:cxn>
                    <a:cxn ang="0">
                      <a:pos x="66" y="127"/>
                    </a:cxn>
                    <a:cxn ang="0">
                      <a:pos x="90" y="106"/>
                    </a:cxn>
                    <a:cxn ang="0">
                      <a:pos x="98" y="106"/>
                    </a:cxn>
                    <a:cxn ang="0">
                      <a:pos x="117" y="90"/>
                    </a:cxn>
                    <a:cxn ang="0">
                      <a:pos x="76" y="55"/>
                    </a:cxn>
                    <a:cxn ang="0">
                      <a:pos x="73" y="23"/>
                    </a:cxn>
                    <a:cxn ang="0">
                      <a:pos x="41" y="19"/>
                    </a:cxn>
                    <a:cxn ang="0">
                      <a:pos x="39" y="0"/>
                    </a:cxn>
                    <a:cxn ang="0">
                      <a:pos x="0" y="2"/>
                    </a:cxn>
                    <a:cxn ang="0">
                      <a:pos x="0" y="8"/>
                    </a:cxn>
                    <a:cxn ang="0">
                      <a:pos x="23" y="31"/>
                    </a:cxn>
                    <a:cxn ang="0">
                      <a:pos x="63" y="59"/>
                    </a:cxn>
                    <a:cxn ang="0">
                      <a:pos x="63" y="72"/>
                    </a:cxn>
                  </a:cxnLst>
                  <a:rect l="0" t="0" r="r" b="b"/>
                  <a:pathLst>
                    <a:path w="117" h="127">
                      <a:moveTo>
                        <a:pt x="63" y="72"/>
                      </a:moveTo>
                      <a:lnTo>
                        <a:pt x="35" y="98"/>
                      </a:lnTo>
                      <a:lnTo>
                        <a:pt x="66" y="127"/>
                      </a:lnTo>
                      <a:lnTo>
                        <a:pt x="90" y="106"/>
                      </a:lnTo>
                      <a:lnTo>
                        <a:pt x="98" y="106"/>
                      </a:lnTo>
                      <a:lnTo>
                        <a:pt x="117" y="90"/>
                      </a:lnTo>
                      <a:lnTo>
                        <a:pt x="76" y="55"/>
                      </a:lnTo>
                      <a:lnTo>
                        <a:pt x="73" y="23"/>
                      </a:lnTo>
                      <a:lnTo>
                        <a:pt x="41" y="19"/>
                      </a:lnTo>
                      <a:lnTo>
                        <a:pt x="39" y="0"/>
                      </a:lnTo>
                      <a:lnTo>
                        <a:pt x="0" y="2"/>
                      </a:lnTo>
                      <a:lnTo>
                        <a:pt x="0" y="8"/>
                      </a:lnTo>
                      <a:lnTo>
                        <a:pt x="23" y="31"/>
                      </a:lnTo>
                      <a:lnTo>
                        <a:pt x="63" y="59"/>
                      </a:lnTo>
                      <a:lnTo>
                        <a:pt x="63"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8"/>
                <p:cNvSpPr>
                  <a:spLocks/>
                </p:cNvSpPr>
                <p:nvPr userDrawn="1"/>
              </p:nvSpPr>
              <p:spPr bwMode="auto">
                <a:xfrm>
                  <a:off x="6005513" y="3241676"/>
                  <a:ext cx="176213" cy="122238"/>
                </a:xfrm>
                <a:custGeom>
                  <a:avLst/>
                  <a:gdLst/>
                  <a:ahLst/>
                  <a:cxnLst>
                    <a:cxn ang="0">
                      <a:pos x="0" y="19"/>
                    </a:cxn>
                    <a:cxn ang="0">
                      <a:pos x="2" y="0"/>
                    </a:cxn>
                    <a:cxn ang="0">
                      <a:pos x="29" y="2"/>
                    </a:cxn>
                    <a:cxn ang="0">
                      <a:pos x="33" y="7"/>
                    </a:cxn>
                    <a:cxn ang="0">
                      <a:pos x="44" y="17"/>
                    </a:cxn>
                    <a:cxn ang="0">
                      <a:pos x="56" y="15"/>
                    </a:cxn>
                    <a:cxn ang="0">
                      <a:pos x="78" y="36"/>
                    </a:cxn>
                    <a:cxn ang="0">
                      <a:pos x="88" y="27"/>
                    </a:cxn>
                    <a:cxn ang="0">
                      <a:pos x="111" y="26"/>
                    </a:cxn>
                    <a:cxn ang="0">
                      <a:pos x="111" y="67"/>
                    </a:cxn>
                    <a:cxn ang="0">
                      <a:pos x="102" y="67"/>
                    </a:cxn>
                    <a:cxn ang="0">
                      <a:pos x="92" y="76"/>
                    </a:cxn>
                    <a:cxn ang="0">
                      <a:pos x="58" y="77"/>
                    </a:cxn>
                    <a:cxn ang="0">
                      <a:pos x="43" y="62"/>
                    </a:cxn>
                    <a:cxn ang="0">
                      <a:pos x="17" y="62"/>
                    </a:cxn>
                    <a:cxn ang="0">
                      <a:pos x="15" y="29"/>
                    </a:cxn>
                    <a:cxn ang="0">
                      <a:pos x="0" y="19"/>
                    </a:cxn>
                  </a:cxnLst>
                  <a:rect l="0" t="0" r="r" b="b"/>
                  <a:pathLst>
                    <a:path w="111" h="77">
                      <a:moveTo>
                        <a:pt x="0" y="19"/>
                      </a:moveTo>
                      <a:lnTo>
                        <a:pt x="2" y="0"/>
                      </a:lnTo>
                      <a:lnTo>
                        <a:pt x="29" y="2"/>
                      </a:lnTo>
                      <a:lnTo>
                        <a:pt x="33" y="7"/>
                      </a:lnTo>
                      <a:lnTo>
                        <a:pt x="44" y="17"/>
                      </a:lnTo>
                      <a:lnTo>
                        <a:pt x="56" y="15"/>
                      </a:lnTo>
                      <a:lnTo>
                        <a:pt x="78" y="36"/>
                      </a:lnTo>
                      <a:lnTo>
                        <a:pt x="88" y="27"/>
                      </a:lnTo>
                      <a:lnTo>
                        <a:pt x="111" y="26"/>
                      </a:lnTo>
                      <a:lnTo>
                        <a:pt x="111" y="67"/>
                      </a:lnTo>
                      <a:lnTo>
                        <a:pt x="102" y="67"/>
                      </a:lnTo>
                      <a:lnTo>
                        <a:pt x="92" y="76"/>
                      </a:lnTo>
                      <a:lnTo>
                        <a:pt x="58" y="77"/>
                      </a:lnTo>
                      <a:lnTo>
                        <a:pt x="43" y="62"/>
                      </a:lnTo>
                      <a:lnTo>
                        <a:pt x="17" y="62"/>
                      </a:lnTo>
                      <a:lnTo>
                        <a:pt x="15" y="29"/>
                      </a:lnTo>
                      <a:lnTo>
                        <a:pt x="0" y="19"/>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9"/>
                <p:cNvSpPr>
                  <a:spLocks/>
                </p:cNvSpPr>
                <p:nvPr userDrawn="1"/>
              </p:nvSpPr>
              <p:spPr bwMode="auto">
                <a:xfrm>
                  <a:off x="5421313" y="3175001"/>
                  <a:ext cx="1276350" cy="1889125"/>
                </a:xfrm>
                <a:custGeom>
                  <a:avLst/>
                  <a:gdLst/>
                  <a:ahLst/>
                  <a:cxnLst>
                    <a:cxn ang="0">
                      <a:pos x="618" y="1172"/>
                    </a:cxn>
                    <a:cxn ang="0">
                      <a:pos x="618" y="1132"/>
                    </a:cxn>
                    <a:cxn ang="0">
                      <a:pos x="596" y="1057"/>
                    </a:cxn>
                    <a:cxn ang="0">
                      <a:pos x="628" y="1002"/>
                    </a:cxn>
                    <a:cxn ang="0">
                      <a:pos x="728" y="918"/>
                    </a:cxn>
                    <a:cxn ang="0">
                      <a:pos x="783" y="840"/>
                    </a:cxn>
                    <a:cxn ang="0">
                      <a:pos x="738" y="789"/>
                    </a:cxn>
                    <a:cxn ang="0">
                      <a:pos x="637" y="728"/>
                    </a:cxn>
                    <a:cxn ang="0">
                      <a:pos x="581" y="687"/>
                    </a:cxn>
                    <a:cxn ang="0">
                      <a:pos x="509" y="661"/>
                    </a:cxn>
                    <a:cxn ang="0">
                      <a:pos x="454" y="683"/>
                    </a:cxn>
                    <a:cxn ang="0">
                      <a:pos x="407" y="677"/>
                    </a:cxn>
                    <a:cxn ang="0">
                      <a:pos x="385" y="623"/>
                    </a:cxn>
                    <a:cxn ang="0">
                      <a:pos x="381" y="587"/>
                    </a:cxn>
                    <a:cxn ang="0">
                      <a:pos x="295" y="587"/>
                    </a:cxn>
                    <a:cxn ang="0">
                      <a:pos x="329" y="517"/>
                    </a:cxn>
                    <a:cxn ang="0">
                      <a:pos x="465" y="553"/>
                    </a:cxn>
                    <a:cxn ang="0">
                      <a:pos x="554" y="407"/>
                    </a:cxn>
                    <a:cxn ang="0">
                      <a:pos x="637" y="389"/>
                    </a:cxn>
                    <a:cxn ang="0">
                      <a:pos x="591" y="366"/>
                    </a:cxn>
                    <a:cxn ang="0">
                      <a:pos x="698" y="343"/>
                    </a:cxn>
                    <a:cxn ang="0">
                      <a:pos x="677" y="259"/>
                    </a:cxn>
                    <a:cxn ang="0">
                      <a:pos x="565" y="258"/>
                    </a:cxn>
                    <a:cxn ang="0">
                      <a:pos x="491" y="276"/>
                    </a:cxn>
                    <a:cxn ang="0">
                      <a:pos x="491" y="203"/>
                    </a:cxn>
                    <a:cxn ang="0">
                      <a:pos x="585" y="162"/>
                    </a:cxn>
                    <a:cxn ang="0">
                      <a:pos x="544" y="110"/>
                    </a:cxn>
                    <a:cxn ang="0">
                      <a:pos x="511" y="159"/>
                    </a:cxn>
                    <a:cxn ang="0">
                      <a:pos x="334" y="65"/>
                    </a:cxn>
                    <a:cxn ang="0">
                      <a:pos x="184" y="16"/>
                    </a:cxn>
                    <a:cxn ang="0">
                      <a:pos x="136" y="0"/>
                    </a:cxn>
                    <a:cxn ang="0">
                      <a:pos x="63" y="51"/>
                    </a:cxn>
                    <a:cxn ang="0">
                      <a:pos x="27" y="159"/>
                    </a:cxn>
                    <a:cxn ang="0">
                      <a:pos x="53" y="153"/>
                    </a:cxn>
                    <a:cxn ang="0">
                      <a:pos x="170" y="170"/>
                    </a:cxn>
                    <a:cxn ang="0">
                      <a:pos x="192" y="339"/>
                    </a:cxn>
                    <a:cxn ang="0">
                      <a:pos x="176" y="454"/>
                    </a:cxn>
                    <a:cxn ang="0">
                      <a:pos x="199" y="493"/>
                    </a:cxn>
                    <a:cxn ang="0">
                      <a:pos x="270" y="608"/>
                    </a:cxn>
                    <a:cxn ang="0">
                      <a:pos x="327" y="634"/>
                    </a:cxn>
                    <a:cxn ang="0">
                      <a:pos x="385" y="677"/>
                    </a:cxn>
                    <a:cxn ang="0">
                      <a:pos x="465" y="738"/>
                    </a:cxn>
                    <a:cxn ang="0">
                      <a:pos x="468" y="806"/>
                    </a:cxn>
                    <a:cxn ang="0">
                      <a:pos x="503" y="873"/>
                    </a:cxn>
                    <a:cxn ang="0">
                      <a:pos x="550" y="943"/>
                    </a:cxn>
                    <a:cxn ang="0">
                      <a:pos x="620" y="1190"/>
                    </a:cxn>
                  </a:cxnLst>
                  <a:rect l="0" t="0" r="r" b="b"/>
                  <a:pathLst>
                    <a:path w="804" h="1190">
                      <a:moveTo>
                        <a:pt x="620" y="1190"/>
                      </a:moveTo>
                      <a:lnTo>
                        <a:pt x="634" y="1190"/>
                      </a:lnTo>
                      <a:lnTo>
                        <a:pt x="618" y="1172"/>
                      </a:lnTo>
                      <a:lnTo>
                        <a:pt x="596" y="1162"/>
                      </a:lnTo>
                      <a:lnTo>
                        <a:pt x="599" y="1147"/>
                      </a:lnTo>
                      <a:lnTo>
                        <a:pt x="618" y="1132"/>
                      </a:lnTo>
                      <a:lnTo>
                        <a:pt x="622" y="1120"/>
                      </a:lnTo>
                      <a:lnTo>
                        <a:pt x="596" y="1109"/>
                      </a:lnTo>
                      <a:lnTo>
                        <a:pt x="596" y="1057"/>
                      </a:lnTo>
                      <a:lnTo>
                        <a:pt x="632" y="1023"/>
                      </a:lnTo>
                      <a:lnTo>
                        <a:pt x="644" y="1021"/>
                      </a:lnTo>
                      <a:lnTo>
                        <a:pt x="628" y="1002"/>
                      </a:lnTo>
                      <a:lnTo>
                        <a:pt x="669" y="998"/>
                      </a:lnTo>
                      <a:lnTo>
                        <a:pt x="728" y="953"/>
                      </a:lnTo>
                      <a:lnTo>
                        <a:pt x="728" y="918"/>
                      </a:lnTo>
                      <a:lnTo>
                        <a:pt x="765" y="917"/>
                      </a:lnTo>
                      <a:lnTo>
                        <a:pt x="763" y="849"/>
                      </a:lnTo>
                      <a:lnTo>
                        <a:pt x="783" y="840"/>
                      </a:lnTo>
                      <a:lnTo>
                        <a:pt x="804" y="818"/>
                      </a:lnTo>
                      <a:lnTo>
                        <a:pt x="804" y="792"/>
                      </a:lnTo>
                      <a:lnTo>
                        <a:pt x="738" y="789"/>
                      </a:lnTo>
                      <a:lnTo>
                        <a:pt x="685" y="739"/>
                      </a:lnTo>
                      <a:lnTo>
                        <a:pt x="657" y="728"/>
                      </a:lnTo>
                      <a:lnTo>
                        <a:pt x="637" y="728"/>
                      </a:lnTo>
                      <a:lnTo>
                        <a:pt x="608" y="702"/>
                      </a:lnTo>
                      <a:lnTo>
                        <a:pt x="599" y="703"/>
                      </a:lnTo>
                      <a:lnTo>
                        <a:pt x="581" y="687"/>
                      </a:lnTo>
                      <a:lnTo>
                        <a:pt x="538" y="685"/>
                      </a:lnTo>
                      <a:lnTo>
                        <a:pt x="538" y="664"/>
                      </a:lnTo>
                      <a:lnTo>
                        <a:pt x="509" y="661"/>
                      </a:lnTo>
                      <a:lnTo>
                        <a:pt x="491" y="669"/>
                      </a:lnTo>
                      <a:lnTo>
                        <a:pt x="479" y="685"/>
                      </a:lnTo>
                      <a:lnTo>
                        <a:pt x="454" y="683"/>
                      </a:lnTo>
                      <a:lnTo>
                        <a:pt x="426" y="683"/>
                      </a:lnTo>
                      <a:lnTo>
                        <a:pt x="417" y="687"/>
                      </a:lnTo>
                      <a:lnTo>
                        <a:pt x="407" y="677"/>
                      </a:lnTo>
                      <a:lnTo>
                        <a:pt x="405" y="635"/>
                      </a:lnTo>
                      <a:lnTo>
                        <a:pt x="387" y="634"/>
                      </a:lnTo>
                      <a:lnTo>
                        <a:pt x="385" y="623"/>
                      </a:lnTo>
                      <a:lnTo>
                        <a:pt x="407" y="606"/>
                      </a:lnTo>
                      <a:lnTo>
                        <a:pt x="407" y="589"/>
                      </a:lnTo>
                      <a:lnTo>
                        <a:pt x="381" y="587"/>
                      </a:lnTo>
                      <a:lnTo>
                        <a:pt x="358" y="606"/>
                      </a:lnTo>
                      <a:lnTo>
                        <a:pt x="319" y="606"/>
                      </a:lnTo>
                      <a:lnTo>
                        <a:pt x="295" y="587"/>
                      </a:lnTo>
                      <a:lnTo>
                        <a:pt x="293" y="544"/>
                      </a:lnTo>
                      <a:lnTo>
                        <a:pt x="327" y="544"/>
                      </a:lnTo>
                      <a:lnTo>
                        <a:pt x="329" y="517"/>
                      </a:lnTo>
                      <a:lnTo>
                        <a:pt x="448" y="515"/>
                      </a:lnTo>
                      <a:lnTo>
                        <a:pt x="452" y="554"/>
                      </a:lnTo>
                      <a:lnTo>
                        <a:pt x="465" y="553"/>
                      </a:lnTo>
                      <a:lnTo>
                        <a:pt x="465" y="497"/>
                      </a:lnTo>
                      <a:lnTo>
                        <a:pt x="552" y="425"/>
                      </a:lnTo>
                      <a:lnTo>
                        <a:pt x="554" y="407"/>
                      </a:lnTo>
                      <a:lnTo>
                        <a:pt x="608" y="405"/>
                      </a:lnTo>
                      <a:lnTo>
                        <a:pt x="613" y="413"/>
                      </a:lnTo>
                      <a:lnTo>
                        <a:pt x="637" y="389"/>
                      </a:lnTo>
                      <a:lnTo>
                        <a:pt x="636" y="374"/>
                      </a:lnTo>
                      <a:lnTo>
                        <a:pt x="591" y="376"/>
                      </a:lnTo>
                      <a:lnTo>
                        <a:pt x="591" y="366"/>
                      </a:lnTo>
                      <a:lnTo>
                        <a:pt x="613" y="353"/>
                      </a:lnTo>
                      <a:lnTo>
                        <a:pt x="625" y="341"/>
                      </a:lnTo>
                      <a:lnTo>
                        <a:pt x="698" y="343"/>
                      </a:lnTo>
                      <a:lnTo>
                        <a:pt x="698" y="321"/>
                      </a:lnTo>
                      <a:lnTo>
                        <a:pt x="679" y="304"/>
                      </a:lnTo>
                      <a:lnTo>
                        <a:pt x="677" y="259"/>
                      </a:lnTo>
                      <a:lnTo>
                        <a:pt x="622" y="259"/>
                      </a:lnTo>
                      <a:lnTo>
                        <a:pt x="591" y="233"/>
                      </a:lnTo>
                      <a:lnTo>
                        <a:pt x="565" y="258"/>
                      </a:lnTo>
                      <a:lnTo>
                        <a:pt x="562" y="290"/>
                      </a:lnTo>
                      <a:lnTo>
                        <a:pt x="509" y="292"/>
                      </a:lnTo>
                      <a:lnTo>
                        <a:pt x="491" y="276"/>
                      </a:lnTo>
                      <a:lnTo>
                        <a:pt x="462" y="278"/>
                      </a:lnTo>
                      <a:lnTo>
                        <a:pt x="460" y="233"/>
                      </a:lnTo>
                      <a:lnTo>
                        <a:pt x="491" y="203"/>
                      </a:lnTo>
                      <a:lnTo>
                        <a:pt x="532" y="201"/>
                      </a:lnTo>
                      <a:lnTo>
                        <a:pt x="544" y="196"/>
                      </a:lnTo>
                      <a:lnTo>
                        <a:pt x="585" y="162"/>
                      </a:lnTo>
                      <a:lnTo>
                        <a:pt x="585" y="141"/>
                      </a:lnTo>
                      <a:lnTo>
                        <a:pt x="546" y="139"/>
                      </a:lnTo>
                      <a:lnTo>
                        <a:pt x="544" y="110"/>
                      </a:lnTo>
                      <a:lnTo>
                        <a:pt x="523" y="110"/>
                      </a:lnTo>
                      <a:lnTo>
                        <a:pt x="526" y="149"/>
                      </a:lnTo>
                      <a:lnTo>
                        <a:pt x="511" y="159"/>
                      </a:lnTo>
                      <a:lnTo>
                        <a:pt x="426" y="162"/>
                      </a:lnTo>
                      <a:lnTo>
                        <a:pt x="334" y="83"/>
                      </a:lnTo>
                      <a:lnTo>
                        <a:pt x="334" y="65"/>
                      </a:lnTo>
                      <a:lnTo>
                        <a:pt x="272" y="61"/>
                      </a:lnTo>
                      <a:lnTo>
                        <a:pt x="250" y="75"/>
                      </a:lnTo>
                      <a:lnTo>
                        <a:pt x="184" y="16"/>
                      </a:lnTo>
                      <a:lnTo>
                        <a:pt x="172" y="15"/>
                      </a:lnTo>
                      <a:lnTo>
                        <a:pt x="158" y="0"/>
                      </a:lnTo>
                      <a:lnTo>
                        <a:pt x="136" y="0"/>
                      </a:lnTo>
                      <a:lnTo>
                        <a:pt x="117" y="15"/>
                      </a:lnTo>
                      <a:lnTo>
                        <a:pt x="63" y="16"/>
                      </a:lnTo>
                      <a:lnTo>
                        <a:pt x="63" y="51"/>
                      </a:lnTo>
                      <a:lnTo>
                        <a:pt x="8" y="98"/>
                      </a:lnTo>
                      <a:lnTo>
                        <a:pt x="8" y="141"/>
                      </a:lnTo>
                      <a:lnTo>
                        <a:pt x="27" y="159"/>
                      </a:lnTo>
                      <a:lnTo>
                        <a:pt x="0" y="186"/>
                      </a:lnTo>
                      <a:lnTo>
                        <a:pt x="8" y="191"/>
                      </a:lnTo>
                      <a:lnTo>
                        <a:pt x="53" y="153"/>
                      </a:lnTo>
                      <a:lnTo>
                        <a:pt x="127" y="151"/>
                      </a:lnTo>
                      <a:lnTo>
                        <a:pt x="131" y="170"/>
                      </a:lnTo>
                      <a:lnTo>
                        <a:pt x="170" y="170"/>
                      </a:lnTo>
                      <a:lnTo>
                        <a:pt x="170" y="232"/>
                      </a:lnTo>
                      <a:lnTo>
                        <a:pt x="194" y="253"/>
                      </a:lnTo>
                      <a:lnTo>
                        <a:pt x="192" y="339"/>
                      </a:lnTo>
                      <a:lnTo>
                        <a:pt x="158" y="368"/>
                      </a:lnTo>
                      <a:lnTo>
                        <a:pt x="162" y="439"/>
                      </a:lnTo>
                      <a:lnTo>
                        <a:pt x="176" y="454"/>
                      </a:lnTo>
                      <a:lnTo>
                        <a:pt x="176" y="517"/>
                      </a:lnTo>
                      <a:lnTo>
                        <a:pt x="197" y="534"/>
                      </a:lnTo>
                      <a:lnTo>
                        <a:pt x="199" y="493"/>
                      </a:lnTo>
                      <a:lnTo>
                        <a:pt x="223" y="512"/>
                      </a:lnTo>
                      <a:lnTo>
                        <a:pt x="225" y="563"/>
                      </a:lnTo>
                      <a:lnTo>
                        <a:pt x="270" y="608"/>
                      </a:lnTo>
                      <a:lnTo>
                        <a:pt x="278" y="606"/>
                      </a:lnTo>
                      <a:lnTo>
                        <a:pt x="303" y="631"/>
                      </a:lnTo>
                      <a:lnTo>
                        <a:pt x="327" y="634"/>
                      </a:lnTo>
                      <a:lnTo>
                        <a:pt x="337" y="640"/>
                      </a:lnTo>
                      <a:lnTo>
                        <a:pt x="383" y="645"/>
                      </a:lnTo>
                      <a:lnTo>
                        <a:pt x="385" y="677"/>
                      </a:lnTo>
                      <a:lnTo>
                        <a:pt x="407" y="691"/>
                      </a:lnTo>
                      <a:lnTo>
                        <a:pt x="463" y="697"/>
                      </a:lnTo>
                      <a:lnTo>
                        <a:pt x="465" y="738"/>
                      </a:lnTo>
                      <a:lnTo>
                        <a:pt x="450" y="746"/>
                      </a:lnTo>
                      <a:lnTo>
                        <a:pt x="424" y="769"/>
                      </a:lnTo>
                      <a:lnTo>
                        <a:pt x="468" y="806"/>
                      </a:lnTo>
                      <a:lnTo>
                        <a:pt x="482" y="808"/>
                      </a:lnTo>
                      <a:lnTo>
                        <a:pt x="479" y="855"/>
                      </a:lnTo>
                      <a:lnTo>
                        <a:pt x="503" y="873"/>
                      </a:lnTo>
                      <a:lnTo>
                        <a:pt x="524" y="890"/>
                      </a:lnTo>
                      <a:lnTo>
                        <a:pt x="526" y="922"/>
                      </a:lnTo>
                      <a:lnTo>
                        <a:pt x="550" y="943"/>
                      </a:lnTo>
                      <a:lnTo>
                        <a:pt x="552" y="1135"/>
                      </a:lnTo>
                      <a:lnTo>
                        <a:pt x="587" y="1166"/>
                      </a:lnTo>
                      <a:lnTo>
                        <a:pt x="620" y="119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0"/>
                <p:cNvSpPr>
                  <a:spLocks/>
                </p:cNvSpPr>
                <p:nvPr userDrawn="1"/>
              </p:nvSpPr>
              <p:spPr bwMode="auto">
                <a:xfrm>
                  <a:off x="7072313" y="3178176"/>
                  <a:ext cx="2179638" cy="1611313"/>
                </a:xfrm>
                <a:custGeom>
                  <a:avLst/>
                  <a:gdLst/>
                  <a:ahLst/>
                  <a:cxnLst>
                    <a:cxn ang="0">
                      <a:pos x="1125" y="471"/>
                    </a:cxn>
                    <a:cxn ang="0">
                      <a:pos x="1145" y="382"/>
                    </a:cxn>
                    <a:cxn ang="0">
                      <a:pos x="1111" y="261"/>
                    </a:cxn>
                    <a:cxn ang="0">
                      <a:pos x="1191" y="174"/>
                    </a:cxn>
                    <a:cxn ang="0">
                      <a:pos x="1237" y="107"/>
                    </a:cxn>
                    <a:cxn ang="0">
                      <a:pos x="1237" y="220"/>
                    </a:cxn>
                    <a:cxn ang="0">
                      <a:pos x="1266" y="202"/>
                    </a:cxn>
                    <a:cxn ang="0">
                      <a:pos x="1322" y="81"/>
                    </a:cxn>
                    <a:cxn ang="0">
                      <a:pos x="1291" y="47"/>
                    </a:cxn>
                    <a:cxn ang="0">
                      <a:pos x="1341" y="41"/>
                    </a:cxn>
                    <a:cxn ang="0">
                      <a:pos x="1344" y="0"/>
                    </a:cxn>
                    <a:cxn ang="0">
                      <a:pos x="1213" y="35"/>
                    </a:cxn>
                    <a:cxn ang="0">
                      <a:pos x="1109" y="14"/>
                    </a:cxn>
                    <a:cxn ang="0">
                      <a:pos x="910" y="65"/>
                    </a:cxn>
                    <a:cxn ang="0">
                      <a:pos x="864" y="49"/>
                    </a:cxn>
                    <a:cxn ang="0">
                      <a:pos x="733" y="81"/>
                    </a:cxn>
                    <a:cxn ang="0">
                      <a:pos x="749" y="41"/>
                    </a:cxn>
                    <a:cxn ang="0">
                      <a:pos x="632" y="108"/>
                    </a:cxn>
                    <a:cxn ang="0">
                      <a:pos x="566" y="172"/>
                    </a:cxn>
                    <a:cxn ang="0">
                      <a:pos x="455" y="204"/>
                    </a:cxn>
                    <a:cxn ang="0">
                      <a:pos x="375" y="252"/>
                    </a:cxn>
                    <a:cxn ang="0">
                      <a:pos x="377" y="204"/>
                    </a:cxn>
                    <a:cxn ang="0">
                      <a:pos x="230" y="227"/>
                    </a:cxn>
                    <a:cxn ang="0">
                      <a:pos x="184" y="274"/>
                    </a:cxn>
                    <a:cxn ang="0">
                      <a:pos x="234" y="336"/>
                    </a:cxn>
                    <a:cxn ang="0">
                      <a:pos x="299" y="239"/>
                    </a:cxn>
                    <a:cxn ang="0">
                      <a:pos x="258" y="346"/>
                    </a:cxn>
                    <a:cxn ang="0">
                      <a:pos x="219" y="348"/>
                    </a:cxn>
                    <a:cxn ang="0">
                      <a:pos x="119" y="404"/>
                    </a:cxn>
                    <a:cxn ang="0">
                      <a:pos x="82" y="450"/>
                    </a:cxn>
                    <a:cxn ang="0">
                      <a:pos x="138" y="489"/>
                    </a:cxn>
                    <a:cxn ang="0">
                      <a:pos x="217" y="474"/>
                    </a:cxn>
                    <a:cxn ang="0">
                      <a:pos x="261" y="491"/>
                    </a:cxn>
                    <a:cxn ang="0">
                      <a:pos x="227" y="442"/>
                    </a:cxn>
                    <a:cxn ang="0">
                      <a:pos x="346" y="458"/>
                    </a:cxn>
                    <a:cxn ang="0">
                      <a:pos x="432" y="438"/>
                    </a:cxn>
                    <a:cxn ang="0">
                      <a:pos x="356" y="481"/>
                    </a:cxn>
                    <a:cxn ang="0">
                      <a:pos x="432" y="522"/>
                    </a:cxn>
                    <a:cxn ang="0">
                      <a:pos x="299" y="534"/>
                    </a:cxn>
                    <a:cxn ang="0">
                      <a:pos x="82" y="520"/>
                    </a:cxn>
                    <a:cxn ang="0">
                      <a:pos x="21" y="597"/>
                    </a:cxn>
                    <a:cxn ang="0">
                      <a:pos x="109" y="739"/>
                    </a:cxn>
                    <a:cxn ang="0">
                      <a:pos x="217" y="756"/>
                    </a:cxn>
                    <a:cxn ang="0">
                      <a:pos x="276" y="998"/>
                    </a:cxn>
                    <a:cxn ang="0">
                      <a:pos x="379" y="974"/>
                    </a:cxn>
                    <a:cxn ang="0">
                      <a:pos x="426" y="904"/>
                    </a:cxn>
                    <a:cxn ang="0">
                      <a:pos x="446" y="828"/>
                    </a:cxn>
                    <a:cxn ang="0">
                      <a:pos x="477" y="638"/>
                    </a:cxn>
                    <a:cxn ang="0">
                      <a:pos x="423" y="563"/>
                    </a:cxn>
                    <a:cxn ang="0">
                      <a:pos x="571" y="657"/>
                    </a:cxn>
                    <a:cxn ang="0">
                      <a:pos x="563" y="587"/>
                    </a:cxn>
                    <a:cxn ang="0">
                      <a:pos x="554" y="539"/>
                    </a:cxn>
                    <a:cxn ang="0">
                      <a:pos x="722" y="652"/>
                    </a:cxn>
                    <a:cxn ang="0">
                      <a:pos x="841" y="601"/>
                    </a:cxn>
                    <a:cxn ang="0">
                      <a:pos x="941" y="703"/>
                    </a:cxn>
                    <a:cxn ang="0">
                      <a:pos x="998" y="730"/>
                    </a:cxn>
                    <a:cxn ang="0">
                      <a:pos x="995" y="695"/>
                    </a:cxn>
                    <a:cxn ang="0">
                      <a:pos x="1027" y="650"/>
                    </a:cxn>
                    <a:cxn ang="0">
                      <a:pos x="980" y="602"/>
                    </a:cxn>
                    <a:cxn ang="0">
                      <a:pos x="1099" y="495"/>
                    </a:cxn>
                    <a:cxn ang="0">
                      <a:pos x="1062" y="444"/>
                    </a:cxn>
                    <a:cxn ang="0">
                      <a:pos x="1029" y="423"/>
                    </a:cxn>
                  </a:cxnLst>
                  <a:rect l="0" t="0" r="r" b="b"/>
                  <a:pathLst>
                    <a:path w="1373" h="1015">
                      <a:moveTo>
                        <a:pt x="1066" y="397"/>
                      </a:moveTo>
                      <a:lnTo>
                        <a:pt x="1125" y="450"/>
                      </a:lnTo>
                      <a:lnTo>
                        <a:pt x="1113" y="466"/>
                      </a:lnTo>
                      <a:lnTo>
                        <a:pt x="1125" y="471"/>
                      </a:lnTo>
                      <a:lnTo>
                        <a:pt x="1147" y="450"/>
                      </a:lnTo>
                      <a:lnTo>
                        <a:pt x="1119" y="425"/>
                      </a:lnTo>
                      <a:lnTo>
                        <a:pt x="1117" y="384"/>
                      </a:lnTo>
                      <a:lnTo>
                        <a:pt x="1145" y="382"/>
                      </a:lnTo>
                      <a:lnTo>
                        <a:pt x="1147" y="348"/>
                      </a:lnTo>
                      <a:lnTo>
                        <a:pt x="1129" y="334"/>
                      </a:lnTo>
                      <a:lnTo>
                        <a:pt x="1129" y="276"/>
                      </a:lnTo>
                      <a:lnTo>
                        <a:pt x="1111" y="261"/>
                      </a:lnTo>
                      <a:lnTo>
                        <a:pt x="1111" y="201"/>
                      </a:lnTo>
                      <a:lnTo>
                        <a:pt x="1145" y="180"/>
                      </a:lnTo>
                      <a:lnTo>
                        <a:pt x="1168" y="189"/>
                      </a:lnTo>
                      <a:lnTo>
                        <a:pt x="1191" y="174"/>
                      </a:lnTo>
                      <a:lnTo>
                        <a:pt x="1189" y="151"/>
                      </a:lnTo>
                      <a:lnTo>
                        <a:pt x="1205" y="148"/>
                      </a:lnTo>
                      <a:lnTo>
                        <a:pt x="1209" y="108"/>
                      </a:lnTo>
                      <a:lnTo>
                        <a:pt x="1237" y="107"/>
                      </a:lnTo>
                      <a:lnTo>
                        <a:pt x="1237" y="168"/>
                      </a:lnTo>
                      <a:lnTo>
                        <a:pt x="1223" y="172"/>
                      </a:lnTo>
                      <a:lnTo>
                        <a:pt x="1221" y="202"/>
                      </a:lnTo>
                      <a:lnTo>
                        <a:pt x="1237" y="220"/>
                      </a:lnTo>
                      <a:lnTo>
                        <a:pt x="1250" y="220"/>
                      </a:lnTo>
                      <a:lnTo>
                        <a:pt x="1250" y="247"/>
                      </a:lnTo>
                      <a:lnTo>
                        <a:pt x="1266" y="256"/>
                      </a:lnTo>
                      <a:lnTo>
                        <a:pt x="1266" y="202"/>
                      </a:lnTo>
                      <a:lnTo>
                        <a:pt x="1250" y="190"/>
                      </a:lnTo>
                      <a:lnTo>
                        <a:pt x="1249" y="141"/>
                      </a:lnTo>
                      <a:lnTo>
                        <a:pt x="1266" y="127"/>
                      </a:lnTo>
                      <a:lnTo>
                        <a:pt x="1322" y="81"/>
                      </a:lnTo>
                      <a:lnTo>
                        <a:pt x="1295" y="78"/>
                      </a:lnTo>
                      <a:lnTo>
                        <a:pt x="1291" y="66"/>
                      </a:lnTo>
                      <a:lnTo>
                        <a:pt x="1305" y="59"/>
                      </a:lnTo>
                      <a:lnTo>
                        <a:pt x="1291" y="47"/>
                      </a:lnTo>
                      <a:lnTo>
                        <a:pt x="1295" y="39"/>
                      </a:lnTo>
                      <a:lnTo>
                        <a:pt x="1307" y="25"/>
                      </a:lnTo>
                      <a:lnTo>
                        <a:pt x="1322" y="23"/>
                      </a:lnTo>
                      <a:lnTo>
                        <a:pt x="1341" y="41"/>
                      </a:lnTo>
                      <a:lnTo>
                        <a:pt x="1352" y="34"/>
                      </a:lnTo>
                      <a:lnTo>
                        <a:pt x="1360" y="37"/>
                      </a:lnTo>
                      <a:lnTo>
                        <a:pt x="1373" y="23"/>
                      </a:lnTo>
                      <a:lnTo>
                        <a:pt x="1344" y="0"/>
                      </a:lnTo>
                      <a:lnTo>
                        <a:pt x="1215" y="0"/>
                      </a:lnTo>
                      <a:lnTo>
                        <a:pt x="1205" y="13"/>
                      </a:lnTo>
                      <a:lnTo>
                        <a:pt x="1217" y="28"/>
                      </a:lnTo>
                      <a:lnTo>
                        <a:pt x="1213" y="35"/>
                      </a:lnTo>
                      <a:lnTo>
                        <a:pt x="1147" y="37"/>
                      </a:lnTo>
                      <a:lnTo>
                        <a:pt x="1129" y="22"/>
                      </a:lnTo>
                      <a:lnTo>
                        <a:pt x="1119" y="22"/>
                      </a:lnTo>
                      <a:lnTo>
                        <a:pt x="1109" y="14"/>
                      </a:lnTo>
                      <a:lnTo>
                        <a:pt x="1096" y="30"/>
                      </a:lnTo>
                      <a:lnTo>
                        <a:pt x="995" y="32"/>
                      </a:lnTo>
                      <a:lnTo>
                        <a:pt x="956" y="67"/>
                      </a:lnTo>
                      <a:lnTo>
                        <a:pt x="910" y="65"/>
                      </a:lnTo>
                      <a:lnTo>
                        <a:pt x="908" y="44"/>
                      </a:lnTo>
                      <a:lnTo>
                        <a:pt x="882" y="42"/>
                      </a:lnTo>
                      <a:lnTo>
                        <a:pt x="874" y="51"/>
                      </a:lnTo>
                      <a:lnTo>
                        <a:pt x="864" y="49"/>
                      </a:lnTo>
                      <a:lnTo>
                        <a:pt x="862" y="55"/>
                      </a:lnTo>
                      <a:lnTo>
                        <a:pt x="818" y="55"/>
                      </a:lnTo>
                      <a:lnTo>
                        <a:pt x="765" y="104"/>
                      </a:lnTo>
                      <a:lnTo>
                        <a:pt x="733" y="81"/>
                      </a:lnTo>
                      <a:lnTo>
                        <a:pt x="751" y="66"/>
                      </a:lnTo>
                      <a:lnTo>
                        <a:pt x="759" y="66"/>
                      </a:lnTo>
                      <a:lnTo>
                        <a:pt x="784" y="41"/>
                      </a:lnTo>
                      <a:lnTo>
                        <a:pt x="749" y="41"/>
                      </a:lnTo>
                      <a:lnTo>
                        <a:pt x="729" y="30"/>
                      </a:lnTo>
                      <a:lnTo>
                        <a:pt x="665" y="86"/>
                      </a:lnTo>
                      <a:lnTo>
                        <a:pt x="655" y="83"/>
                      </a:lnTo>
                      <a:lnTo>
                        <a:pt x="632" y="108"/>
                      </a:lnTo>
                      <a:lnTo>
                        <a:pt x="630" y="143"/>
                      </a:lnTo>
                      <a:lnTo>
                        <a:pt x="569" y="145"/>
                      </a:lnTo>
                      <a:lnTo>
                        <a:pt x="554" y="160"/>
                      </a:lnTo>
                      <a:lnTo>
                        <a:pt x="566" y="172"/>
                      </a:lnTo>
                      <a:lnTo>
                        <a:pt x="563" y="178"/>
                      </a:lnTo>
                      <a:lnTo>
                        <a:pt x="528" y="180"/>
                      </a:lnTo>
                      <a:lnTo>
                        <a:pt x="501" y="199"/>
                      </a:lnTo>
                      <a:lnTo>
                        <a:pt x="455" y="204"/>
                      </a:lnTo>
                      <a:lnTo>
                        <a:pt x="452" y="227"/>
                      </a:lnTo>
                      <a:lnTo>
                        <a:pt x="421" y="227"/>
                      </a:lnTo>
                      <a:lnTo>
                        <a:pt x="389" y="254"/>
                      </a:lnTo>
                      <a:lnTo>
                        <a:pt x="375" y="252"/>
                      </a:lnTo>
                      <a:lnTo>
                        <a:pt x="348" y="229"/>
                      </a:lnTo>
                      <a:lnTo>
                        <a:pt x="372" y="225"/>
                      </a:lnTo>
                      <a:lnTo>
                        <a:pt x="385" y="215"/>
                      </a:lnTo>
                      <a:lnTo>
                        <a:pt x="377" y="204"/>
                      </a:lnTo>
                      <a:lnTo>
                        <a:pt x="342" y="208"/>
                      </a:lnTo>
                      <a:lnTo>
                        <a:pt x="326" y="190"/>
                      </a:lnTo>
                      <a:lnTo>
                        <a:pt x="270" y="190"/>
                      </a:lnTo>
                      <a:lnTo>
                        <a:pt x="230" y="227"/>
                      </a:lnTo>
                      <a:lnTo>
                        <a:pt x="229" y="230"/>
                      </a:lnTo>
                      <a:lnTo>
                        <a:pt x="203" y="252"/>
                      </a:lnTo>
                      <a:lnTo>
                        <a:pt x="203" y="272"/>
                      </a:lnTo>
                      <a:lnTo>
                        <a:pt x="184" y="274"/>
                      </a:lnTo>
                      <a:lnTo>
                        <a:pt x="179" y="313"/>
                      </a:lnTo>
                      <a:lnTo>
                        <a:pt x="207" y="317"/>
                      </a:lnTo>
                      <a:lnTo>
                        <a:pt x="217" y="319"/>
                      </a:lnTo>
                      <a:lnTo>
                        <a:pt x="234" y="336"/>
                      </a:lnTo>
                      <a:lnTo>
                        <a:pt x="250" y="323"/>
                      </a:lnTo>
                      <a:lnTo>
                        <a:pt x="248" y="271"/>
                      </a:lnTo>
                      <a:lnTo>
                        <a:pt x="291" y="239"/>
                      </a:lnTo>
                      <a:lnTo>
                        <a:pt x="299" y="239"/>
                      </a:lnTo>
                      <a:lnTo>
                        <a:pt x="317" y="251"/>
                      </a:lnTo>
                      <a:lnTo>
                        <a:pt x="293" y="272"/>
                      </a:lnTo>
                      <a:lnTo>
                        <a:pt x="293" y="346"/>
                      </a:lnTo>
                      <a:lnTo>
                        <a:pt x="258" y="346"/>
                      </a:lnTo>
                      <a:lnTo>
                        <a:pt x="237" y="370"/>
                      </a:lnTo>
                      <a:lnTo>
                        <a:pt x="226" y="370"/>
                      </a:lnTo>
                      <a:lnTo>
                        <a:pt x="223" y="348"/>
                      </a:lnTo>
                      <a:lnTo>
                        <a:pt x="219" y="348"/>
                      </a:lnTo>
                      <a:lnTo>
                        <a:pt x="216" y="371"/>
                      </a:lnTo>
                      <a:lnTo>
                        <a:pt x="186" y="372"/>
                      </a:lnTo>
                      <a:lnTo>
                        <a:pt x="152" y="401"/>
                      </a:lnTo>
                      <a:lnTo>
                        <a:pt x="119" y="404"/>
                      </a:lnTo>
                      <a:lnTo>
                        <a:pt x="135" y="417"/>
                      </a:lnTo>
                      <a:lnTo>
                        <a:pt x="128" y="430"/>
                      </a:lnTo>
                      <a:lnTo>
                        <a:pt x="133" y="448"/>
                      </a:lnTo>
                      <a:lnTo>
                        <a:pt x="82" y="450"/>
                      </a:lnTo>
                      <a:lnTo>
                        <a:pt x="77" y="483"/>
                      </a:lnTo>
                      <a:lnTo>
                        <a:pt x="92" y="493"/>
                      </a:lnTo>
                      <a:lnTo>
                        <a:pt x="107" y="495"/>
                      </a:lnTo>
                      <a:lnTo>
                        <a:pt x="138" y="489"/>
                      </a:lnTo>
                      <a:lnTo>
                        <a:pt x="137" y="474"/>
                      </a:lnTo>
                      <a:lnTo>
                        <a:pt x="164" y="452"/>
                      </a:lnTo>
                      <a:lnTo>
                        <a:pt x="201" y="452"/>
                      </a:lnTo>
                      <a:lnTo>
                        <a:pt x="217" y="474"/>
                      </a:lnTo>
                      <a:lnTo>
                        <a:pt x="237" y="474"/>
                      </a:lnTo>
                      <a:lnTo>
                        <a:pt x="250" y="488"/>
                      </a:lnTo>
                      <a:lnTo>
                        <a:pt x="246" y="501"/>
                      </a:lnTo>
                      <a:lnTo>
                        <a:pt x="261" y="491"/>
                      </a:lnTo>
                      <a:lnTo>
                        <a:pt x="259" y="480"/>
                      </a:lnTo>
                      <a:lnTo>
                        <a:pt x="269" y="481"/>
                      </a:lnTo>
                      <a:lnTo>
                        <a:pt x="239" y="454"/>
                      </a:lnTo>
                      <a:lnTo>
                        <a:pt x="227" y="442"/>
                      </a:lnTo>
                      <a:lnTo>
                        <a:pt x="230" y="430"/>
                      </a:lnTo>
                      <a:lnTo>
                        <a:pt x="240" y="430"/>
                      </a:lnTo>
                      <a:lnTo>
                        <a:pt x="309" y="486"/>
                      </a:lnTo>
                      <a:lnTo>
                        <a:pt x="346" y="458"/>
                      </a:lnTo>
                      <a:lnTo>
                        <a:pt x="344" y="444"/>
                      </a:lnTo>
                      <a:lnTo>
                        <a:pt x="382" y="411"/>
                      </a:lnTo>
                      <a:lnTo>
                        <a:pt x="387" y="437"/>
                      </a:lnTo>
                      <a:lnTo>
                        <a:pt x="432" y="438"/>
                      </a:lnTo>
                      <a:lnTo>
                        <a:pt x="453" y="457"/>
                      </a:lnTo>
                      <a:lnTo>
                        <a:pt x="453" y="466"/>
                      </a:lnTo>
                      <a:lnTo>
                        <a:pt x="372" y="469"/>
                      </a:lnTo>
                      <a:lnTo>
                        <a:pt x="356" y="481"/>
                      </a:lnTo>
                      <a:lnTo>
                        <a:pt x="370" y="498"/>
                      </a:lnTo>
                      <a:lnTo>
                        <a:pt x="421" y="497"/>
                      </a:lnTo>
                      <a:lnTo>
                        <a:pt x="442" y="517"/>
                      </a:lnTo>
                      <a:lnTo>
                        <a:pt x="432" y="522"/>
                      </a:lnTo>
                      <a:lnTo>
                        <a:pt x="411" y="546"/>
                      </a:lnTo>
                      <a:lnTo>
                        <a:pt x="346" y="544"/>
                      </a:lnTo>
                      <a:lnTo>
                        <a:pt x="338" y="534"/>
                      </a:lnTo>
                      <a:lnTo>
                        <a:pt x="299" y="534"/>
                      </a:lnTo>
                      <a:lnTo>
                        <a:pt x="293" y="544"/>
                      </a:lnTo>
                      <a:lnTo>
                        <a:pt x="240" y="546"/>
                      </a:lnTo>
                      <a:lnTo>
                        <a:pt x="211" y="519"/>
                      </a:lnTo>
                      <a:lnTo>
                        <a:pt x="82" y="520"/>
                      </a:lnTo>
                      <a:lnTo>
                        <a:pt x="55" y="544"/>
                      </a:lnTo>
                      <a:lnTo>
                        <a:pt x="55" y="585"/>
                      </a:lnTo>
                      <a:lnTo>
                        <a:pt x="27" y="604"/>
                      </a:lnTo>
                      <a:lnTo>
                        <a:pt x="21" y="597"/>
                      </a:lnTo>
                      <a:lnTo>
                        <a:pt x="7" y="619"/>
                      </a:lnTo>
                      <a:lnTo>
                        <a:pt x="0" y="673"/>
                      </a:lnTo>
                      <a:lnTo>
                        <a:pt x="82" y="737"/>
                      </a:lnTo>
                      <a:lnTo>
                        <a:pt x="109" y="739"/>
                      </a:lnTo>
                      <a:lnTo>
                        <a:pt x="131" y="726"/>
                      </a:lnTo>
                      <a:lnTo>
                        <a:pt x="207" y="726"/>
                      </a:lnTo>
                      <a:lnTo>
                        <a:pt x="219" y="732"/>
                      </a:lnTo>
                      <a:lnTo>
                        <a:pt x="217" y="756"/>
                      </a:lnTo>
                      <a:lnTo>
                        <a:pt x="244" y="787"/>
                      </a:lnTo>
                      <a:lnTo>
                        <a:pt x="246" y="889"/>
                      </a:lnTo>
                      <a:lnTo>
                        <a:pt x="276" y="916"/>
                      </a:lnTo>
                      <a:lnTo>
                        <a:pt x="276" y="998"/>
                      </a:lnTo>
                      <a:lnTo>
                        <a:pt x="299" y="1015"/>
                      </a:lnTo>
                      <a:lnTo>
                        <a:pt x="312" y="1005"/>
                      </a:lnTo>
                      <a:lnTo>
                        <a:pt x="344" y="1005"/>
                      </a:lnTo>
                      <a:lnTo>
                        <a:pt x="379" y="974"/>
                      </a:lnTo>
                      <a:lnTo>
                        <a:pt x="397" y="973"/>
                      </a:lnTo>
                      <a:lnTo>
                        <a:pt x="399" y="943"/>
                      </a:lnTo>
                      <a:lnTo>
                        <a:pt x="428" y="941"/>
                      </a:lnTo>
                      <a:lnTo>
                        <a:pt x="426" y="904"/>
                      </a:lnTo>
                      <a:lnTo>
                        <a:pt x="438" y="906"/>
                      </a:lnTo>
                      <a:lnTo>
                        <a:pt x="463" y="882"/>
                      </a:lnTo>
                      <a:lnTo>
                        <a:pt x="465" y="843"/>
                      </a:lnTo>
                      <a:lnTo>
                        <a:pt x="446" y="828"/>
                      </a:lnTo>
                      <a:lnTo>
                        <a:pt x="448" y="790"/>
                      </a:lnTo>
                      <a:lnTo>
                        <a:pt x="557" y="689"/>
                      </a:lnTo>
                      <a:lnTo>
                        <a:pt x="481" y="689"/>
                      </a:lnTo>
                      <a:lnTo>
                        <a:pt x="477" y="638"/>
                      </a:lnTo>
                      <a:lnTo>
                        <a:pt x="467" y="626"/>
                      </a:lnTo>
                      <a:lnTo>
                        <a:pt x="457" y="630"/>
                      </a:lnTo>
                      <a:lnTo>
                        <a:pt x="391" y="566"/>
                      </a:lnTo>
                      <a:lnTo>
                        <a:pt x="423" y="563"/>
                      </a:lnTo>
                      <a:lnTo>
                        <a:pt x="463" y="599"/>
                      </a:lnTo>
                      <a:lnTo>
                        <a:pt x="513" y="638"/>
                      </a:lnTo>
                      <a:lnTo>
                        <a:pt x="515" y="657"/>
                      </a:lnTo>
                      <a:lnTo>
                        <a:pt x="571" y="657"/>
                      </a:lnTo>
                      <a:lnTo>
                        <a:pt x="569" y="642"/>
                      </a:lnTo>
                      <a:lnTo>
                        <a:pt x="620" y="597"/>
                      </a:lnTo>
                      <a:lnTo>
                        <a:pt x="575" y="593"/>
                      </a:lnTo>
                      <a:lnTo>
                        <a:pt x="563" y="587"/>
                      </a:lnTo>
                      <a:lnTo>
                        <a:pt x="554" y="587"/>
                      </a:lnTo>
                      <a:lnTo>
                        <a:pt x="515" y="551"/>
                      </a:lnTo>
                      <a:lnTo>
                        <a:pt x="532" y="532"/>
                      </a:lnTo>
                      <a:lnTo>
                        <a:pt x="554" y="539"/>
                      </a:lnTo>
                      <a:lnTo>
                        <a:pt x="585" y="568"/>
                      </a:lnTo>
                      <a:lnTo>
                        <a:pt x="688" y="568"/>
                      </a:lnTo>
                      <a:lnTo>
                        <a:pt x="718" y="595"/>
                      </a:lnTo>
                      <a:lnTo>
                        <a:pt x="722" y="652"/>
                      </a:lnTo>
                      <a:lnTo>
                        <a:pt x="769" y="687"/>
                      </a:lnTo>
                      <a:lnTo>
                        <a:pt x="804" y="662"/>
                      </a:lnTo>
                      <a:lnTo>
                        <a:pt x="802" y="634"/>
                      </a:lnTo>
                      <a:lnTo>
                        <a:pt x="841" y="601"/>
                      </a:lnTo>
                      <a:lnTo>
                        <a:pt x="872" y="601"/>
                      </a:lnTo>
                      <a:lnTo>
                        <a:pt x="908" y="630"/>
                      </a:lnTo>
                      <a:lnTo>
                        <a:pt x="941" y="632"/>
                      </a:lnTo>
                      <a:lnTo>
                        <a:pt x="941" y="703"/>
                      </a:lnTo>
                      <a:lnTo>
                        <a:pt x="973" y="728"/>
                      </a:lnTo>
                      <a:lnTo>
                        <a:pt x="980" y="726"/>
                      </a:lnTo>
                      <a:lnTo>
                        <a:pt x="992" y="736"/>
                      </a:lnTo>
                      <a:lnTo>
                        <a:pt x="998" y="730"/>
                      </a:lnTo>
                      <a:lnTo>
                        <a:pt x="954" y="693"/>
                      </a:lnTo>
                      <a:lnTo>
                        <a:pt x="954" y="664"/>
                      </a:lnTo>
                      <a:lnTo>
                        <a:pt x="961" y="664"/>
                      </a:lnTo>
                      <a:lnTo>
                        <a:pt x="995" y="695"/>
                      </a:lnTo>
                      <a:lnTo>
                        <a:pt x="1005" y="693"/>
                      </a:lnTo>
                      <a:lnTo>
                        <a:pt x="1017" y="685"/>
                      </a:lnTo>
                      <a:lnTo>
                        <a:pt x="1029" y="685"/>
                      </a:lnTo>
                      <a:lnTo>
                        <a:pt x="1027" y="650"/>
                      </a:lnTo>
                      <a:lnTo>
                        <a:pt x="1004" y="626"/>
                      </a:lnTo>
                      <a:lnTo>
                        <a:pt x="998" y="626"/>
                      </a:lnTo>
                      <a:lnTo>
                        <a:pt x="984" y="612"/>
                      </a:lnTo>
                      <a:lnTo>
                        <a:pt x="980" y="602"/>
                      </a:lnTo>
                      <a:lnTo>
                        <a:pt x="1007" y="580"/>
                      </a:lnTo>
                      <a:lnTo>
                        <a:pt x="1053" y="579"/>
                      </a:lnTo>
                      <a:lnTo>
                        <a:pt x="1099" y="530"/>
                      </a:lnTo>
                      <a:lnTo>
                        <a:pt x="1099" y="495"/>
                      </a:lnTo>
                      <a:lnTo>
                        <a:pt x="1086" y="481"/>
                      </a:lnTo>
                      <a:lnTo>
                        <a:pt x="1058" y="460"/>
                      </a:lnTo>
                      <a:lnTo>
                        <a:pt x="1068" y="448"/>
                      </a:lnTo>
                      <a:lnTo>
                        <a:pt x="1062" y="444"/>
                      </a:lnTo>
                      <a:lnTo>
                        <a:pt x="1055" y="450"/>
                      </a:lnTo>
                      <a:lnTo>
                        <a:pt x="1037" y="435"/>
                      </a:lnTo>
                      <a:lnTo>
                        <a:pt x="1031" y="435"/>
                      </a:lnTo>
                      <a:lnTo>
                        <a:pt x="1029" y="423"/>
                      </a:lnTo>
                      <a:lnTo>
                        <a:pt x="1066" y="397"/>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8747126" y="4297363"/>
                  <a:ext cx="101600" cy="130175"/>
                </a:xfrm>
                <a:custGeom>
                  <a:avLst/>
                  <a:gdLst/>
                  <a:ahLst/>
                  <a:cxnLst>
                    <a:cxn ang="0">
                      <a:pos x="0" y="45"/>
                    </a:cxn>
                    <a:cxn ang="0">
                      <a:pos x="27" y="44"/>
                    </a:cxn>
                    <a:cxn ang="0">
                      <a:pos x="31" y="0"/>
                    </a:cxn>
                    <a:cxn ang="0">
                      <a:pos x="62" y="0"/>
                    </a:cxn>
                    <a:cxn ang="0">
                      <a:pos x="64" y="28"/>
                    </a:cxn>
                    <a:cxn ang="0">
                      <a:pos x="51" y="38"/>
                    </a:cxn>
                    <a:cxn ang="0">
                      <a:pos x="52" y="47"/>
                    </a:cxn>
                    <a:cxn ang="0">
                      <a:pos x="60" y="47"/>
                    </a:cxn>
                    <a:cxn ang="0">
                      <a:pos x="27" y="80"/>
                    </a:cxn>
                    <a:cxn ang="0">
                      <a:pos x="0" y="82"/>
                    </a:cxn>
                    <a:cxn ang="0">
                      <a:pos x="0" y="45"/>
                    </a:cxn>
                  </a:cxnLst>
                  <a:rect l="0" t="0" r="r" b="b"/>
                  <a:pathLst>
                    <a:path w="64" h="82">
                      <a:moveTo>
                        <a:pt x="0" y="45"/>
                      </a:moveTo>
                      <a:lnTo>
                        <a:pt x="27" y="44"/>
                      </a:lnTo>
                      <a:lnTo>
                        <a:pt x="31" y="0"/>
                      </a:lnTo>
                      <a:lnTo>
                        <a:pt x="62" y="0"/>
                      </a:lnTo>
                      <a:lnTo>
                        <a:pt x="64" y="28"/>
                      </a:lnTo>
                      <a:lnTo>
                        <a:pt x="51" y="38"/>
                      </a:lnTo>
                      <a:lnTo>
                        <a:pt x="52" y="47"/>
                      </a:lnTo>
                      <a:lnTo>
                        <a:pt x="60" y="47"/>
                      </a:lnTo>
                      <a:lnTo>
                        <a:pt x="27" y="80"/>
                      </a:lnTo>
                      <a:lnTo>
                        <a:pt x="0" y="82"/>
                      </a:lnTo>
                      <a:lnTo>
                        <a:pt x="0" y="45"/>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8537576" y="4337051"/>
                  <a:ext cx="220663" cy="206375"/>
                </a:xfrm>
                <a:custGeom>
                  <a:avLst/>
                  <a:gdLst/>
                  <a:ahLst/>
                  <a:cxnLst>
                    <a:cxn ang="0">
                      <a:pos x="0" y="0"/>
                    </a:cxn>
                    <a:cxn ang="0">
                      <a:pos x="70" y="63"/>
                    </a:cxn>
                    <a:cxn ang="0">
                      <a:pos x="69" y="90"/>
                    </a:cxn>
                    <a:cxn ang="0">
                      <a:pos x="111" y="92"/>
                    </a:cxn>
                    <a:cxn ang="0">
                      <a:pos x="139" y="119"/>
                    </a:cxn>
                    <a:cxn ang="0">
                      <a:pos x="134" y="130"/>
                    </a:cxn>
                    <a:cxn ang="0">
                      <a:pos x="111" y="110"/>
                    </a:cxn>
                    <a:cxn ang="0">
                      <a:pos x="69" y="109"/>
                    </a:cxn>
                    <a:cxn ang="0">
                      <a:pos x="26" y="69"/>
                    </a:cxn>
                    <a:cxn ang="0">
                      <a:pos x="24" y="48"/>
                    </a:cxn>
                    <a:cxn ang="0">
                      <a:pos x="0" y="24"/>
                    </a:cxn>
                    <a:cxn ang="0">
                      <a:pos x="0" y="0"/>
                    </a:cxn>
                  </a:cxnLst>
                  <a:rect l="0" t="0" r="r" b="b"/>
                  <a:pathLst>
                    <a:path w="139" h="130">
                      <a:moveTo>
                        <a:pt x="0" y="0"/>
                      </a:moveTo>
                      <a:lnTo>
                        <a:pt x="70" y="63"/>
                      </a:lnTo>
                      <a:lnTo>
                        <a:pt x="69" y="90"/>
                      </a:lnTo>
                      <a:lnTo>
                        <a:pt x="111" y="92"/>
                      </a:lnTo>
                      <a:lnTo>
                        <a:pt x="139" y="119"/>
                      </a:lnTo>
                      <a:lnTo>
                        <a:pt x="134" y="130"/>
                      </a:lnTo>
                      <a:lnTo>
                        <a:pt x="111" y="110"/>
                      </a:lnTo>
                      <a:lnTo>
                        <a:pt x="69" y="109"/>
                      </a:lnTo>
                      <a:lnTo>
                        <a:pt x="26" y="69"/>
                      </a:lnTo>
                      <a:lnTo>
                        <a:pt x="24" y="48"/>
                      </a:lnTo>
                      <a:lnTo>
                        <a:pt x="0" y="24"/>
                      </a:lnTo>
                      <a:lnTo>
                        <a:pt x="0" y="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9028113" y="4403726"/>
                  <a:ext cx="198438" cy="130175"/>
                </a:xfrm>
                <a:custGeom>
                  <a:avLst/>
                  <a:gdLst/>
                  <a:ahLst/>
                  <a:cxnLst>
                    <a:cxn ang="0">
                      <a:pos x="2" y="2"/>
                    </a:cxn>
                    <a:cxn ang="0">
                      <a:pos x="21" y="0"/>
                    </a:cxn>
                    <a:cxn ang="0">
                      <a:pos x="22" y="19"/>
                    </a:cxn>
                    <a:cxn ang="0">
                      <a:pos x="58" y="19"/>
                    </a:cxn>
                    <a:cxn ang="0">
                      <a:pos x="69" y="12"/>
                    </a:cxn>
                    <a:cxn ang="0">
                      <a:pos x="125" y="60"/>
                    </a:cxn>
                    <a:cxn ang="0">
                      <a:pos x="118" y="82"/>
                    </a:cxn>
                    <a:cxn ang="0">
                      <a:pos x="92" y="57"/>
                    </a:cxn>
                    <a:cxn ang="0">
                      <a:pos x="75" y="72"/>
                    </a:cxn>
                    <a:cxn ang="0">
                      <a:pos x="50" y="48"/>
                    </a:cxn>
                    <a:cxn ang="0">
                      <a:pos x="51" y="35"/>
                    </a:cxn>
                    <a:cxn ang="0">
                      <a:pos x="37" y="37"/>
                    </a:cxn>
                    <a:cxn ang="0">
                      <a:pos x="0" y="13"/>
                    </a:cxn>
                    <a:cxn ang="0">
                      <a:pos x="2" y="2"/>
                    </a:cxn>
                  </a:cxnLst>
                  <a:rect l="0" t="0" r="r" b="b"/>
                  <a:pathLst>
                    <a:path w="125" h="82">
                      <a:moveTo>
                        <a:pt x="2" y="2"/>
                      </a:moveTo>
                      <a:lnTo>
                        <a:pt x="21" y="0"/>
                      </a:lnTo>
                      <a:lnTo>
                        <a:pt x="22" y="19"/>
                      </a:lnTo>
                      <a:lnTo>
                        <a:pt x="58" y="19"/>
                      </a:lnTo>
                      <a:lnTo>
                        <a:pt x="69" y="12"/>
                      </a:lnTo>
                      <a:lnTo>
                        <a:pt x="125" y="60"/>
                      </a:lnTo>
                      <a:lnTo>
                        <a:pt x="118" y="82"/>
                      </a:lnTo>
                      <a:lnTo>
                        <a:pt x="92" y="57"/>
                      </a:lnTo>
                      <a:lnTo>
                        <a:pt x="75" y="72"/>
                      </a:lnTo>
                      <a:lnTo>
                        <a:pt x="50" y="48"/>
                      </a:lnTo>
                      <a:lnTo>
                        <a:pt x="51" y="35"/>
                      </a:lnTo>
                      <a:lnTo>
                        <a:pt x="37" y="37"/>
                      </a:lnTo>
                      <a:lnTo>
                        <a:pt x="0" y="13"/>
                      </a:lnTo>
                      <a:lnTo>
                        <a:pt x="2" y="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8688388" y="4570413"/>
                  <a:ext cx="557213" cy="382588"/>
                </a:xfrm>
                <a:custGeom>
                  <a:avLst/>
                  <a:gdLst/>
                  <a:ahLst/>
                  <a:cxnLst>
                    <a:cxn ang="0">
                      <a:pos x="49" y="60"/>
                    </a:cxn>
                    <a:cxn ang="0">
                      <a:pos x="94" y="60"/>
                    </a:cxn>
                    <a:cxn ang="0">
                      <a:pos x="151" y="12"/>
                    </a:cxn>
                    <a:cxn ang="0">
                      <a:pos x="174" y="30"/>
                    </a:cxn>
                    <a:cxn ang="0">
                      <a:pos x="211" y="0"/>
                    </a:cxn>
                    <a:cxn ang="0">
                      <a:pos x="236" y="0"/>
                    </a:cxn>
                    <a:cxn ang="0">
                      <a:pos x="223" y="17"/>
                    </a:cxn>
                    <a:cxn ang="0">
                      <a:pos x="264" y="45"/>
                    </a:cxn>
                    <a:cxn ang="0">
                      <a:pos x="301" y="21"/>
                    </a:cxn>
                    <a:cxn ang="0">
                      <a:pos x="303" y="65"/>
                    </a:cxn>
                    <a:cxn ang="0">
                      <a:pos x="325" y="85"/>
                    </a:cxn>
                    <a:cxn ang="0">
                      <a:pos x="325" y="103"/>
                    </a:cxn>
                    <a:cxn ang="0">
                      <a:pos x="349" y="119"/>
                    </a:cxn>
                    <a:cxn ang="0">
                      <a:pos x="351" y="167"/>
                    </a:cxn>
                    <a:cxn ang="0">
                      <a:pos x="284" y="224"/>
                    </a:cxn>
                    <a:cxn ang="0">
                      <a:pos x="272" y="226"/>
                    </a:cxn>
                    <a:cxn ang="0">
                      <a:pos x="258" y="240"/>
                    </a:cxn>
                    <a:cxn ang="0">
                      <a:pos x="233" y="241"/>
                    </a:cxn>
                    <a:cxn ang="0">
                      <a:pos x="231" y="236"/>
                    </a:cxn>
                    <a:cxn ang="0">
                      <a:pos x="179" y="234"/>
                    </a:cxn>
                    <a:cxn ang="0">
                      <a:pos x="180" y="221"/>
                    </a:cxn>
                    <a:cxn ang="0">
                      <a:pos x="144" y="195"/>
                    </a:cxn>
                    <a:cxn ang="0">
                      <a:pos x="152" y="180"/>
                    </a:cxn>
                    <a:cxn ang="0">
                      <a:pos x="152" y="172"/>
                    </a:cxn>
                    <a:cxn ang="0">
                      <a:pos x="138" y="164"/>
                    </a:cxn>
                    <a:cxn ang="0">
                      <a:pos x="125" y="164"/>
                    </a:cxn>
                    <a:cxn ang="0">
                      <a:pos x="106" y="183"/>
                    </a:cxn>
                    <a:cxn ang="0">
                      <a:pos x="17" y="186"/>
                    </a:cxn>
                    <a:cxn ang="0">
                      <a:pos x="0" y="166"/>
                    </a:cxn>
                    <a:cxn ang="0">
                      <a:pos x="8" y="154"/>
                    </a:cxn>
                    <a:cxn ang="0">
                      <a:pos x="13" y="94"/>
                    </a:cxn>
                    <a:cxn ang="0">
                      <a:pos x="49" y="60"/>
                    </a:cxn>
                  </a:cxnLst>
                  <a:rect l="0" t="0" r="r" b="b"/>
                  <a:pathLst>
                    <a:path w="351" h="241">
                      <a:moveTo>
                        <a:pt x="49" y="60"/>
                      </a:moveTo>
                      <a:lnTo>
                        <a:pt x="94" y="60"/>
                      </a:lnTo>
                      <a:lnTo>
                        <a:pt x="151" y="12"/>
                      </a:lnTo>
                      <a:lnTo>
                        <a:pt x="174" y="30"/>
                      </a:lnTo>
                      <a:lnTo>
                        <a:pt x="211" y="0"/>
                      </a:lnTo>
                      <a:lnTo>
                        <a:pt x="236" y="0"/>
                      </a:lnTo>
                      <a:lnTo>
                        <a:pt x="223" y="17"/>
                      </a:lnTo>
                      <a:lnTo>
                        <a:pt x="264" y="45"/>
                      </a:lnTo>
                      <a:lnTo>
                        <a:pt x="301" y="21"/>
                      </a:lnTo>
                      <a:lnTo>
                        <a:pt x="303" y="65"/>
                      </a:lnTo>
                      <a:lnTo>
                        <a:pt x="325" y="85"/>
                      </a:lnTo>
                      <a:lnTo>
                        <a:pt x="325" y="103"/>
                      </a:lnTo>
                      <a:lnTo>
                        <a:pt x="349" y="119"/>
                      </a:lnTo>
                      <a:lnTo>
                        <a:pt x="351" y="167"/>
                      </a:lnTo>
                      <a:lnTo>
                        <a:pt x="284" y="224"/>
                      </a:lnTo>
                      <a:lnTo>
                        <a:pt x="272" y="226"/>
                      </a:lnTo>
                      <a:lnTo>
                        <a:pt x="258" y="240"/>
                      </a:lnTo>
                      <a:lnTo>
                        <a:pt x="233" y="241"/>
                      </a:lnTo>
                      <a:lnTo>
                        <a:pt x="231" y="236"/>
                      </a:lnTo>
                      <a:lnTo>
                        <a:pt x="179" y="234"/>
                      </a:lnTo>
                      <a:lnTo>
                        <a:pt x="180" y="221"/>
                      </a:lnTo>
                      <a:lnTo>
                        <a:pt x="144" y="195"/>
                      </a:lnTo>
                      <a:lnTo>
                        <a:pt x="152" y="180"/>
                      </a:lnTo>
                      <a:lnTo>
                        <a:pt x="152" y="172"/>
                      </a:lnTo>
                      <a:lnTo>
                        <a:pt x="138" y="164"/>
                      </a:lnTo>
                      <a:lnTo>
                        <a:pt x="125" y="164"/>
                      </a:lnTo>
                      <a:lnTo>
                        <a:pt x="106" y="183"/>
                      </a:lnTo>
                      <a:lnTo>
                        <a:pt x="17" y="186"/>
                      </a:lnTo>
                      <a:lnTo>
                        <a:pt x="0" y="166"/>
                      </a:lnTo>
                      <a:lnTo>
                        <a:pt x="8" y="154"/>
                      </a:lnTo>
                      <a:lnTo>
                        <a:pt x="13" y="94"/>
                      </a:lnTo>
                      <a:lnTo>
                        <a:pt x="49" y="6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20"/>
                <p:cNvSpPr>
                  <a:spLocks/>
                </p:cNvSpPr>
                <p:nvPr userDrawn="1"/>
              </p:nvSpPr>
              <p:spPr bwMode="auto">
                <a:xfrm>
                  <a:off x="8956676" y="3713163"/>
                  <a:ext cx="122238" cy="157163"/>
                </a:xfrm>
                <a:custGeom>
                  <a:avLst/>
                  <a:gdLst/>
                  <a:ahLst/>
                  <a:cxnLst>
                    <a:cxn ang="0">
                      <a:pos x="0" y="91"/>
                    </a:cxn>
                    <a:cxn ang="0">
                      <a:pos x="3" y="99"/>
                    </a:cxn>
                    <a:cxn ang="0">
                      <a:pos x="28" y="84"/>
                    </a:cxn>
                    <a:cxn ang="0">
                      <a:pos x="31" y="96"/>
                    </a:cxn>
                    <a:cxn ang="0">
                      <a:pos x="69" y="68"/>
                    </a:cxn>
                    <a:cxn ang="0">
                      <a:pos x="70" y="40"/>
                    </a:cxn>
                    <a:cxn ang="0">
                      <a:pos x="77" y="19"/>
                    </a:cxn>
                    <a:cxn ang="0">
                      <a:pos x="67" y="0"/>
                    </a:cxn>
                    <a:cxn ang="0">
                      <a:pos x="59" y="1"/>
                    </a:cxn>
                    <a:cxn ang="0">
                      <a:pos x="55" y="37"/>
                    </a:cxn>
                    <a:cxn ang="0">
                      <a:pos x="40" y="48"/>
                    </a:cxn>
                    <a:cxn ang="0">
                      <a:pos x="32" y="68"/>
                    </a:cxn>
                    <a:cxn ang="0">
                      <a:pos x="11" y="75"/>
                    </a:cxn>
                    <a:cxn ang="0">
                      <a:pos x="1" y="87"/>
                    </a:cxn>
                  </a:cxnLst>
                  <a:rect l="0" t="0" r="r" b="b"/>
                  <a:pathLst>
                    <a:path w="77" h="99">
                      <a:moveTo>
                        <a:pt x="0" y="91"/>
                      </a:moveTo>
                      <a:lnTo>
                        <a:pt x="3" y="99"/>
                      </a:lnTo>
                      <a:lnTo>
                        <a:pt x="28" y="84"/>
                      </a:lnTo>
                      <a:lnTo>
                        <a:pt x="31" y="96"/>
                      </a:lnTo>
                      <a:lnTo>
                        <a:pt x="69" y="68"/>
                      </a:lnTo>
                      <a:lnTo>
                        <a:pt x="70" y="40"/>
                      </a:lnTo>
                      <a:lnTo>
                        <a:pt x="77" y="19"/>
                      </a:lnTo>
                      <a:lnTo>
                        <a:pt x="67" y="0"/>
                      </a:lnTo>
                      <a:lnTo>
                        <a:pt x="59" y="1"/>
                      </a:lnTo>
                      <a:lnTo>
                        <a:pt x="55" y="37"/>
                      </a:lnTo>
                      <a:lnTo>
                        <a:pt x="40" y="48"/>
                      </a:lnTo>
                      <a:lnTo>
                        <a:pt x="32" y="68"/>
                      </a:lnTo>
                      <a:lnTo>
                        <a:pt x="11" y="75"/>
                      </a:lnTo>
                      <a:lnTo>
                        <a:pt x="1" y="87"/>
                      </a:lnTo>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22"/>
                <p:cNvSpPr>
                  <a:spLocks/>
                </p:cNvSpPr>
                <p:nvPr userDrawn="1"/>
              </p:nvSpPr>
              <p:spPr bwMode="auto">
                <a:xfrm>
                  <a:off x="9040813" y="3621088"/>
                  <a:ext cx="73025" cy="79375"/>
                </a:xfrm>
                <a:custGeom>
                  <a:avLst/>
                  <a:gdLst/>
                  <a:ahLst/>
                  <a:cxnLst>
                    <a:cxn ang="0">
                      <a:pos x="5" y="50"/>
                    </a:cxn>
                    <a:cxn ang="0">
                      <a:pos x="12" y="47"/>
                    </a:cxn>
                    <a:cxn ang="0">
                      <a:pos x="17" y="36"/>
                    </a:cxn>
                    <a:cxn ang="0">
                      <a:pos x="29" y="45"/>
                    </a:cxn>
                    <a:cxn ang="0">
                      <a:pos x="33" y="34"/>
                    </a:cxn>
                    <a:cxn ang="0">
                      <a:pos x="46" y="30"/>
                    </a:cxn>
                    <a:cxn ang="0">
                      <a:pos x="42" y="15"/>
                    </a:cxn>
                    <a:cxn ang="0">
                      <a:pos x="33" y="16"/>
                    </a:cxn>
                    <a:cxn ang="0">
                      <a:pos x="13" y="0"/>
                    </a:cxn>
                    <a:cxn ang="0">
                      <a:pos x="13" y="26"/>
                    </a:cxn>
                    <a:cxn ang="0">
                      <a:pos x="7" y="34"/>
                    </a:cxn>
                    <a:cxn ang="0">
                      <a:pos x="0" y="43"/>
                    </a:cxn>
                    <a:cxn ang="0">
                      <a:pos x="5" y="50"/>
                    </a:cxn>
                  </a:cxnLst>
                  <a:rect l="0" t="0" r="r" b="b"/>
                  <a:pathLst>
                    <a:path w="46" h="50">
                      <a:moveTo>
                        <a:pt x="5" y="50"/>
                      </a:moveTo>
                      <a:lnTo>
                        <a:pt x="12" y="47"/>
                      </a:lnTo>
                      <a:lnTo>
                        <a:pt x="17" y="36"/>
                      </a:lnTo>
                      <a:lnTo>
                        <a:pt x="29" y="45"/>
                      </a:lnTo>
                      <a:lnTo>
                        <a:pt x="33" y="34"/>
                      </a:lnTo>
                      <a:lnTo>
                        <a:pt x="46" y="30"/>
                      </a:lnTo>
                      <a:lnTo>
                        <a:pt x="42" y="15"/>
                      </a:lnTo>
                      <a:lnTo>
                        <a:pt x="33" y="16"/>
                      </a:lnTo>
                      <a:lnTo>
                        <a:pt x="13" y="0"/>
                      </a:lnTo>
                      <a:lnTo>
                        <a:pt x="13" y="26"/>
                      </a:lnTo>
                      <a:lnTo>
                        <a:pt x="7" y="34"/>
                      </a:lnTo>
                      <a:lnTo>
                        <a:pt x="0" y="43"/>
                      </a:lnTo>
                      <a:lnTo>
                        <a:pt x="5" y="5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24"/>
                <p:cNvSpPr>
                  <a:spLocks/>
                </p:cNvSpPr>
                <p:nvPr userDrawn="1"/>
              </p:nvSpPr>
              <p:spPr bwMode="auto">
                <a:xfrm>
                  <a:off x="9383713" y="4995863"/>
                  <a:ext cx="115888" cy="122238"/>
                </a:xfrm>
                <a:custGeom>
                  <a:avLst/>
                  <a:gdLst/>
                  <a:ahLst/>
                  <a:cxnLst>
                    <a:cxn ang="0">
                      <a:pos x="0" y="74"/>
                    </a:cxn>
                    <a:cxn ang="0">
                      <a:pos x="24" y="77"/>
                    </a:cxn>
                    <a:cxn ang="0">
                      <a:pos x="31" y="70"/>
                    </a:cxn>
                    <a:cxn ang="0">
                      <a:pos x="48" y="41"/>
                    </a:cxn>
                    <a:cxn ang="0">
                      <a:pos x="61" y="41"/>
                    </a:cxn>
                    <a:cxn ang="0">
                      <a:pos x="61" y="34"/>
                    </a:cxn>
                    <a:cxn ang="0">
                      <a:pos x="73" y="20"/>
                    </a:cxn>
                    <a:cxn ang="0">
                      <a:pos x="70" y="8"/>
                    </a:cxn>
                    <a:cxn ang="0">
                      <a:pos x="62" y="7"/>
                    </a:cxn>
                    <a:cxn ang="0">
                      <a:pos x="58" y="0"/>
                    </a:cxn>
                    <a:cxn ang="0">
                      <a:pos x="54" y="2"/>
                    </a:cxn>
                    <a:cxn ang="0">
                      <a:pos x="50" y="16"/>
                    </a:cxn>
                    <a:cxn ang="0">
                      <a:pos x="34" y="35"/>
                    </a:cxn>
                    <a:cxn ang="0">
                      <a:pos x="21" y="39"/>
                    </a:cxn>
                    <a:cxn ang="0">
                      <a:pos x="1" y="57"/>
                    </a:cxn>
                    <a:cxn ang="0">
                      <a:pos x="0" y="74"/>
                    </a:cxn>
                  </a:cxnLst>
                  <a:rect l="0" t="0" r="r" b="b"/>
                  <a:pathLst>
                    <a:path w="73" h="77">
                      <a:moveTo>
                        <a:pt x="0" y="74"/>
                      </a:moveTo>
                      <a:lnTo>
                        <a:pt x="24" y="77"/>
                      </a:lnTo>
                      <a:lnTo>
                        <a:pt x="31" y="70"/>
                      </a:lnTo>
                      <a:lnTo>
                        <a:pt x="48" y="41"/>
                      </a:lnTo>
                      <a:lnTo>
                        <a:pt x="61" y="41"/>
                      </a:lnTo>
                      <a:lnTo>
                        <a:pt x="61" y="34"/>
                      </a:lnTo>
                      <a:lnTo>
                        <a:pt x="73" y="20"/>
                      </a:lnTo>
                      <a:lnTo>
                        <a:pt x="70" y="8"/>
                      </a:lnTo>
                      <a:lnTo>
                        <a:pt x="62" y="7"/>
                      </a:lnTo>
                      <a:lnTo>
                        <a:pt x="58" y="0"/>
                      </a:lnTo>
                      <a:lnTo>
                        <a:pt x="54" y="2"/>
                      </a:lnTo>
                      <a:lnTo>
                        <a:pt x="50" y="16"/>
                      </a:lnTo>
                      <a:lnTo>
                        <a:pt x="34" y="35"/>
                      </a:lnTo>
                      <a:lnTo>
                        <a:pt x="21" y="39"/>
                      </a:lnTo>
                      <a:lnTo>
                        <a:pt x="1" y="57"/>
                      </a:lnTo>
                      <a:lnTo>
                        <a:pt x="0" y="7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25"/>
                <p:cNvSpPr>
                  <a:spLocks/>
                </p:cNvSpPr>
                <p:nvPr userDrawn="1"/>
              </p:nvSpPr>
              <p:spPr bwMode="auto">
                <a:xfrm>
                  <a:off x="9490076" y="4900613"/>
                  <a:ext cx="73025" cy="119063"/>
                </a:xfrm>
                <a:custGeom>
                  <a:avLst/>
                  <a:gdLst/>
                  <a:ahLst/>
                  <a:cxnLst>
                    <a:cxn ang="0">
                      <a:pos x="3" y="56"/>
                    </a:cxn>
                    <a:cxn ang="0">
                      <a:pos x="12" y="58"/>
                    </a:cxn>
                    <a:cxn ang="0">
                      <a:pos x="13" y="72"/>
                    </a:cxn>
                    <a:cxn ang="0">
                      <a:pos x="18" y="75"/>
                    </a:cxn>
                    <a:cxn ang="0">
                      <a:pos x="46" y="45"/>
                    </a:cxn>
                    <a:cxn ang="0">
                      <a:pos x="41" y="32"/>
                    </a:cxn>
                    <a:cxn ang="0">
                      <a:pos x="32" y="35"/>
                    </a:cxn>
                    <a:cxn ang="0">
                      <a:pos x="23" y="22"/>
                    </a:cxn>
                    <a:cxn ang="0">
                      <a:pos x="17" y="22"/>
                    </a:cxn>
                    <a:cxn ang="0">
                      <a:pos x="14" y="11"/>
                    </a:cxn>
                    <a:cxn ang="0">
                      <a:pos x="2" y="0"/>
                    </a:cxn>
                    <a:cxn ang="0">
                      <a:pos x="0" y="12"/>
                    </a:cxn>
                    <a:cxn ang="0">
                      <a:pos x="9" y="22"/>
                    </a:cxn>
                    <a:cxn ang="0">
                      <a:pos x="14" y="36"/>
                    </a:cxn>
                    <a:cxn ang="0">
                      <a:pos x="12" y="43"/>
                    </a:cxn>
                    <a:cxn ang="0">
                      <a:pos x="3" y="45"/>
                    </a:cxn>
                    <a:cxn ang="0">
                      <a:pos x="3" y="56"/>
                    </a:cxn>
                  </a:cxnLst>
                  <a:rect l="0" t="0" r="r" b="b"/>
                  <a:pathLst>
                    <a:path w="46" h="75">
                      <a:moveTo>
                        <a:pt x="3" y="56"/>
                      </a:moveTo>
                      <a:lnTo>
                        <a:pt x="12" y="58"/>
                      </a:lnTo>
                      <a:lnTo>
                        <a:pt x="13" y="72"/>
                      </a:lnTo>
                      <a:lnTo>
                        <a:pt x="18" y="75"/>
                      </a:lnTo>
                      <a:lnTo>
                        <a:pt x="46" y="45"/>
                      </a:lnTo>
                      <a:lnTo>
                        <a:pt x="41" y="32"/>
                      </a:lnTo>
                      <a:lnTo>
                        <a:pt x="32" y="35"/>
                      </a:lnTo>
                      <a:lnTo>
                        <a:pt x="23" y="22"/>
                      </a:lnTo>
                      <a:lnTo>
                        <a:pt x="17" y="22"/>
                      </a:lnTo>
                      <a:lnTo>
                        <a:pt x="14" y="11"/>
                      </a:lnTo>
                      <a:lnTo>
                        <a:pt x="2" y="0"/>
                      </a:lnTo>
                      <a:lnTo>
                        <a:pt x="0" y="12"/>
                      </a:lnTo>
                      <a:lnTo>
                        <a:pt x="9" y="22"/>
                      </a:lnTo>
                      <a:lnTo>
                        <a:pt x="14" y="36"/>
                      </a:lnTo>
                      <a:lnTo>
                        <a:pt x="12" y="43"/>
                      </a:lnTo>
                      <a:lnTo>
                        <a:pt x="3" y="45"/>
                      </a:lnTo>
                      <a:lnTo>
                        <a:pt x="3" y="56"/>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1"/>
                <p:cNvSpPr>
                  <a:spLocks/>
                </p:cNvSpPr>
                <p:nvPr userDrawn="1"/>
              </p:nvSpPr>
              <p:spPr bwMode="auto">
                <a:xfrm>
                  <a:off x="7856538" y="4543426"/>
                  <a:ext cx="95250" cy="146050"/>
                </a:xfrm>
                <a:custGeom>
                  <a:avLst/>
                  <a:gdLst/>
                  <a:ahLst/>
                  <a:cxnLst>
                    <a:cxn ang="0">
                      <a:pos x="1" y="92"/>
                    </a:cxn>
                    <a:cxn ang="0">
                      <a:pos x="0" y="70"/>
                    </a:cxn>
                    <a:cxn ang="0">
                      <a:pos x="11" y="61"/>
                    </a:cxn>
                    <a:cxn ang="0">
                      <a:pos x="13" y="21"/>
                    </a:cxn>
                    <a:cxn ang="0">
                      <a:pos x="29" y="22"/>
                    </a:cxn>
                    <a:cxn ang="0">
                      <a:pos x="57" y="0"/>
                    </a:cxn>
                    <a:cxn ang="0">
                      <a:pos x="60" y="17"/>
                    </a:cxn>
                    <a:cxn ang="0">
                      <a:pos x="40" y="39"/>
                    </a:cxn>
                    <a:cxn ang="0">
                      <a:pos x="36" y="63"/>
                    </a:cxn>
                    <a:cxn ang="0">
                      <a:pos x="26" y="66"/>
                    </a:cxn>
                    <a:cxn ang="0">
                      <a:pos x="17" y="73"/>
                    </a:cxn>
                    <a:cxn ang="0">
                      <a:pos x="16" y="90"/>
                    </a:cxn>
                    <a:cxn ang="0">
                      <a:pos x="1" y="92"/>
                    </a:cxn>
                  </a:cxnLst>
                  <a:rect l="0" t="0" r="r" b="b"/>
                  <a:pathLst>
                    <a:path w="60" h="92">
                      <a:moveTo>
                        <a:pt x="1" y="92"/>
                      </a:moveTo>
                      <a:lnTo>
                        <a:pt x="0" y="70"/>
                      </a:lnTo>
                      <a:lnTo>
                        <a:pt x="11" y="61"/>
                      </a:lnTo>
                      <a:lnTo>
                        <a:pt x="13" y="21"/>
                      </a:lnTo>
                      <a:lnTo>
                        <a:pt x="29" y="22"/>
                      </a:lnTo>
                      <a:lnTo>
                        <a:pt x="57" y="0"/>
                      </a:lnTo>
                      <a:lnTo>
                        <a:pt x="60" y="17"/>
                      </a:lnTo>
                      <a:lnTo>
                        <a:pt x="40" y="39"/>
                      </a:lnTo>
                      <a:lnTo>
                        <a:pt x="36" y="63"/>
                      </a:lnTo>
                      <a:lnTo>
                        <a:pt x="26" y="66"/>
                      </a:lnTo>
                      <a:lnTo>
                        <a:pt x="17" y="73"/>
                      </a:lnTo>
                      <a:lnTo>
                        <a:pt x="16" y="90"/>
                      </a:lnTo>
                      <a:lnTo>
                        <a:pt x="1" y="9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6"/>
                <p:cNvSpPr>
                  <a:spLocks/>
                </p:cNvSpPr>
                <p:nvPr userDrawn="1"/>
              </p:nvSpPr>
              <p:spPr bwMode="auto">
                <a:xfrm>
                  <a:off x="7258051" y="3683001"/>
                  <a:ext cx="60325" cy="114300"/>
                </a:xfrm>
                <a:custGeom>
                  <a:avLst/>
                  <a:gdLst/>
                  <a:ahLst/>
                  <a:cxnLst>
                    <a:cxn ang="0">
                      <a:pos x="14" y="72"/>
                    </a:cxn>
                    <a:cxn ang="0">
                      <a:pos x="38" y="65"/>
                    </a:cxn>
                    <a:cxn ang="0">
                      <a:pos x="22" y="21"/>
                    </a:cxn>
                    <a:cxn ang="0">
                      <a:pos x="30" y="7"/>
                    </a:cxn>
                    <a:cxn ang="0">
                      <a:pos x="19" y="10"/>
                    </a:cxn>
                    <a:cxn ang="0">
                      <a:pos x="22" y="1"/>
                    </a:cxn>
                    <a:cxn ang="0">
                      <a:pos x="9" y="0"/>
                    </a:cxn>
                    <a:cxn ang="0">
                      <a:pos x="9" y="25"/>
                    </a:cxn>
                    <a:cxn ang="0">
                      <a:pos x="14" y="36"/>
                    </a:cxn>
                    <a:cxn ang="0">
                      <a:pos x="4" y="54"/>
                    </a:cxn>
                    <a:cxn ang="0">
                      <a:pos x="12" y="57"/>
                    </a:cxn>
                    <a:cxn ang="0">
                      <a:pos x="0" y="72"/>
                    </a:cxn>
                    <a:cxn ang="0">
                      <a:pos x="14" y="72"/>
                    </a:cxn>
                  </a:cxnLst>
                  <a:rect l="0" t="0" r="r" b="b"/>
                  <a:pathLst>
                    <a:path w="38" h="72">
                      <a:moveTo>
                        <a:pt x="14" y="72"/>
                      </a:moveTo>
                      <a:lnTo>
                        <a:pt x="38" y="65"/>
                      </a:lnTo>
                      <a:lnTo>
                        <a:pt x="22" y="21"/>
                      </a:lnTo>
                      <a:lnTo>
                        <a:pt x="30" y="7"/>
                      </a:lnTo>
                      <a:lnTo>
                        <a:pt x="19" y="10"/>
                      </a:lnTo>
                      <a:lnTo>
                        <a:pt x="22" y="1"/>
                      </a:lnTo>
                      <a:lnTo>
                        <a:pt x="9" y="0"/>
                      </a:lnTo>
                      <a:lnTo>
                        <a:pt x="9" y="25"/>
                      </a:lnTo>
                      <a:lnTo>
                        <a:pt x="14" y="36"/>
                      </a:lnTo>
                      <a:lnTo>
                        <a:pt x="4" y="54"/>
                      </a:lnTo>
                      <a:lnTo>
                        <a:pt x="12" y="57"/>
                      </a:lnTo>
                      <a:lnTo>
                        <a:pt x="0" y="72"/>
                      </a:lnTo>
                      <a:lnTo>
                        <a:pt x="14"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23"/>
                <p:cNvSpPr>
                  <a:spLocks/>
                </p:cNvSpPr>
                <p:nvPr userDrawn="1"/>
              </p:nvSpPr>
              <p:spPr bwMode="auto">
                <a:xfrm>
                  <a:off x="9393238" y="5130801"/>
                  <a:ext cx="20638" cy="22225"/>
                </a:xfrm>
                <a:custGeom>
                  <a:avLst/>
                  <a:gdLst/>
                  <a:ahLst/>
                  <a:cxnLst>
                    <a:cxn ang="0">
                      <a:pos x="7" y="14"/>
                    </a:cxn>
                    <a:cxn ang="0">
                      <a:pos x="13" y="10"/>
                    </a:cxn>
                    <a:cxn ang="0">
                      <a:pos x="10" y="1"/>
                    </a:cxn>
                    <a:cxn ang="0">
                      <a:pos x="0" y="0"/>
                    </a:cxn>
                    <a:cxn ang="0">
                      <a:pos x="2" y="9"/>
                    </a:cxn>
                    <a:cxn ang="0">
                      <a:pos x="1" y="13"/>
                    </a:cxn>
                    <a:cxn ang="0">
                      <a:pos x="7" y="14"/>
                    </a:cxn>
                  </a:cxnLst>
                  <a:rect l="0" t="0" r="r" b="b"/>
                  <a:pathLst>
                    <a:path w="13" h="14">
                      <a:moveTo>
                        <a:pt x="7" y="14"/>
                      </a:moveTo>
                      <a:lnTo>
                        <a:pt x="13" y="10"/>
                      </a:lnTo>
                      <a:lnTo>
                        <a:pt x="10" y="1"/>
                      </a:lnTo>
                      <a:lnTo>
                        <a:pt x="0" y="0"/>
                      </a:lnTo>
                      <a:lnTo>
                        <a:pt x="2" y="9"/>
                      </a:lnTo>
                      <a:lnTo>
                        <a:pt x="1" y="13"/>
                      </a:lnTo>
                      <a:lnTo>
                        <a:pt x="7" y="1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noFill/>
                  </a:endParaRPr>
                </a:p>
              </p:txBody>
            </p:sp>
            <p:sp>
              <p:nvSpPr>
                <p:cNvPr id="209" name="Freeform 17"/>
                <p:cNvSpPr>
                  <a:spLocks/>
                </p:cNvSpPr>
                <p:nvPr userDrawn="1"/>
              </p:nvSpPr>
              <p:spPr bwMode="auto">
                <a:xfrm>
                  <a:off x="7213601" y="3740151"/>
                  <a:ext cx="44450" cy="41275"/>
                </a:xfrm>
                <a:custGeom>
                  <a:avLst/>
                  <a:gdLst/>
                  <a:ahLst/>
                  <a:cxnLst>
                    <a:cxn ang="0">
                      <a:pos x="20" y="3"/>
                    </a:cxn>
                    <a:cxn ang="0">
                      <a:pos x="28" y="9"/>
                    </a:cxn>
                    <a:cxn ang="0">
                      <a:pos x="22" y="23"/>
                    </a:cxn>
                    <a:cxn ang="0">
                      <a:pos x="3" y="26"/>
                    </a:cxn>
                    <a:cxn ang="0">
                      <a:pos x="1" y="19"/>
                    </a:cxn>
                    <a:cxn ang="0">
                      <a:pos x="5" y="16"/>
                    </a:cxn>
                    <a:cxn ang="0">
                      <a:pos x="0" y="13"/>
                    </a:cxn>
                    <a:cxn ang="0">
                      <a:pos x="1" y="6"/>
                    </a:cxn>
                    <a:cxn ang="0">
                      <a:pos x="7" y="6"/>
                    </a:cxn>
                    <a:cxn ang="0">
                      <a:pos x="11" y="0"/>
                    </a:cxn>
                    <a:cxn ang="0">
                      <a:pos x="17" y="0"/>
                    </a:cxn>
                    <a:cxn ang="0">
                      <a:pos x="20" y="3"/>
                    </a:cxn>
                  </a:cxnLst>
                  <a:rect l="0" t="0" r="r" b="b"/>
                  <a:pathLst>
                    <a:path w="28" h="26">
                      <a:moveTo>
                        <a:pt x="20" y="3"/>
                      </a:moveTo>
                      <a:lnTo>
                        <a:pt x="28" y="9"/>
                      </a:lnTo>
                      <a:lnTo>
                        <a:pt x="22" y="23"/>
                      </a:lnTo>
                      <a:lnTo>
                        <a:pt x="3" y="26"/>
                      </a:lnTo>
                      <a:lnTo>
                        <a:pt x="1" y="19"/>
                      </a:lnTo>
                      <a:lnTo>
                        <a:pt x="5" y="16"/>
                      </a:lnTo>
                      <a:lnTo>
                        <a:pt x="0" y="13"/>
                      </a:lnTo>
                      <a:lnTo>
                        <a:pt x="1" y="6"/>
                      </a:lnTo>
                      <a:lnTo>
                        <a:pt x="7" y="6"/>
                      </a:lnTo>
                      <a:lnTo>
                        <a:pt x="11" y="0"/>
                      </a:lnTo>
                      <a:lnTo>
                        <a:pt x="17" y="0"/>
                      </a:lnTo>
                      <a:lnTo>
                        <a:pt x="20" y="3"/>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8" name="Freeform 19"/>
              <p:cNvSpPr>
                <a:spLocks/>
              </p:cNvSpPr>
              <p:nvPr userDrawn="1"/>
            </p:nvSpPr>
            <p:spPr bwMode="auto">
              <a:xfrm>
                <a:off x="8873856" y="4479060"/>
                <a:ext cx="51328" cy="74792"/>
              </a:xfrm>
              <a:custGeom>
                <a:avLst/>
                <a:gdLst/>
                <a:ahLst/>
                <a:cxnLst>
                  <a:cxn ang="0">
                    <a:pos x="0" y="0"/>
                  </a:cxn>
                  <a:cxn ang="0">
                    <a:pos x="17" y="0"/>
                  </a:cxn>
                  <a:cxn ang="0">
                    <a:pos x="18" y="14"/>
                  </a:cxn>
                  <a:cxn ang="0">
                    <a:pos x="18" y="25"/>
                  </a:cxn>
                  <a:cxn ang="0">
                    <a:pos x="30" y="31"/>
                  </a:cxn>
                  <a:cxn ang="0">
                    <a:pos x="35" y="40"/>
                  </a:cxn>
                  <a:cxn ang="0">
                    <a:pos x="29" y="51"/>
                  </a:cxn>
                  <a:cxn ang="0">
                    <a:pos x="15" y="50"/>
                  </a:cxn>
                  <a:cxn ang="0">
                    <a:pos x="6" y="40"/>
                  </a:cxn>
                  <a:cxn ang="0">
                    <a:pos x="15" y="37"/>
                  </a:cxn>
                  <a:cxn ang="0">
                    <a:pos x="14" y="27"/>
                  </a:cxn>
                  <a:cxn ang="0">
                    <a:pos x="5" y="20"/>
                  </a:cxn>
                  <a:cxn ang="0">
                    <a:pos x="0" y="0"/>
                  </a:cxn>
                </a:cxnLst>
                <a:rect l="0" t="0" r="r" b="b"/>
                <a:pathLst>
                  <a:path w="35" h="51">
                    <a:moveTo>
                      <a:pt x="0" y="0"/>
                    </a:moveTo>
                    <a:lnTo>
                      <a:pt x="17" y="0"/>
                    </a:lnTo>
                    <a:lnTo>
                      <a:pt x="18" y="14"/>
                    </a:lnTo>
                    <a:lnTo>
                      <a:pt x="18" y="25"/>
                    </a:lnTo>
                    <a:lnTo>
                      <a:pt x="30" y="31"/>
                    </a:lnTo>
                    <a:lnTo>
                      <a:pt x="35" y="40"/>
                    </a:lnTo>
                    <a:lnTo>
                      <a:pt x="29" y="51"/>
                    </a:lnTo>
                    <a:lnTo>
                      <a:pt x="15" y="50"/>
                    </a:lnTo>
                    <a:lnTo>
                      <a:pt x="6" y="40"/>
                    </a:lnTo>
                    <a:lnTo>
                      <a:pt x="15" y="37"/>
                    </a:lnTo>
                    <a:lnTo>
                      <a:pt x="14" y="27"/>
                    </a:lnTo>
                    <a:lnTo>
                      <a:pt x="5" y="20"/>
                    </a:lnTo>
                    <a:lnTo>
                      <a:pt x="0"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21"/>
              <p:cNvSpPr>
                <a:spLocks/>
              </p:cNvSpPr>
              <p:nvPr userDrawn="1"/>
            </p:nvSpPr>
            <p:spPr bwMode="auto">
              <a:xfrm>
                <a:off x="8966245" y="4218023"/>
                <a:ext cx="24931" cy="43995"/>
              </a:xfrm>
              <a:custGeom>
                <a:avLst/>
                <a:gdLst/>
                <a:ahLst/>
                <a:cxnLst>
                  <a:cxn ang="0">
                    <a:pos x="15" y="30"/>
                  </a:cxn>
                  <a:cxn ang="0">
                    <a:pos x="6" y="16"/>
                  </a:cxn>
                  <a:cxn ang="0">
                    <a:pos x="0" y="7"/>
                  </a:cxn>
                  <a:cxn ang="0">
                    <a:pos x="7" y="0"/>
                  </a:cxn>
                  <a:cxn ang="0">
                    <a:pos x="17" y="8"/>
                  </a:cxn>
                  <a:cxn ang="0">
                    <a:pos x="15" y="30"/>
                  </a:cxn>
                </a:cxnLst>
                <a:rect l="0" t="0" r="r" b="b"/>
                <a:pathLst>
                  <a:path w="17" h="30">
                    <a:moveTo>
                      <a:pt x="15" y="30"/>
                    </a:moveTo>
                    <a:lnTo>
                      <a:pt x="6" y="16"/>
                    </a:lnTo>
                    <a:lnTo>
                      <a:pt x="0" y="7"/>
                    </a:lnTo>
                    <a:lnTo>
                      <a:pt x="7" y="0"/>
                    </a:lnTo>
                    <a:lnTo>
                      <a:pt x="17" y="8"/>
                    </a:lnTo>
                    <a:lnTo>
                      <a:pt x="15" y="3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Oval 68"/>
              <p:cNvSpPr>
                <a:spLocks noChangeArrowheads="1"/>
              </p:cNvSpPr>
              <p:nvPr userDrawn="1"/>
            </p:nvSpPr>
            <p:spPr bwMode="auto">
              <a:xfrm>
                <a:off x="8848925" y="4398402"/>
                <a:ext cx="29330" cy="30797"/>
              </a:xfrm>
              <a:prstGeom prst="ellipse">
                <a:avLst/>
              </a:prstGeom>
              <a:noFill/>
              <a:ln w="9525">
                <a:solidFill>
                  <a:schemeClr val="bg1">
                    <a:lumMod val="85000"/>
                  </a:schemeClr>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8"/>
              <p:cNvSpPr>
                <a:spLocks/>
              </p:cNvSpPr>
              <p:nvPr userDrawn="1"/>
            </p:nvSpPr>
            <p:spPr bwMode="auto">
              <a:xfrm>
                <a:off x="8841593" y="4394003"/>
                <a:ext cx="32263" cy="27864"/>
              </a:xfrm>
              <a:custGeom>
                <a:avLst/>
                <a:gdLst/>
                <a:ahLst/>
                <a:cxnLst>
                  <a:cxn ang="0">
                    <a:pos x="9" y="0"/>
                  </a:cxn>
                  <a:cxn ang="0">
                    <a:pos x="0" y="15"/>
                  </a:cxn>
                  <a:cxn ang="0">
                    <a:pos x="11" y="19"/>
                  </a:cxn>
                  <a:cxn ang="0">
                    <a:pos x="22" y="17"/>
                  </a:cxn>
                  <a:cxn ang="0">
                    <a:pos x="9" y="0"/>
                  </a:cxn>
                </a:cxnLst>
                <a:rect l="0" t="0" r="r" b="b"/>
                <a:pathLst>
                  <a:path w="22" h="19">
                    <a:moveTo>
                      <a:pt x="9" y="0"/>
                    </a:moveTo>
                    <a:lnTo>
                      <a:pt x="0" y="15"/>
                    </a:lnTo>
                    <a:lnTo>
                      <a:pt x="11" y="19"/>
                    </a:lnTo>
                    <a:lnTo>
                      <a:pt x="22" y="17"/>
                    </a:lnTo>
                    <a:lnTo>
                      <a:pt x="9"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p:cNvGrpSpPr/>
            <p:nvPr userDrawn="1"/>
          </p:nvGrpSpPr>
          <p:grpSpPr>
            <a:xfrm>
              <a:off x="6087506" y="3983383"/>
              <a:ext cx="3425744" cy="1287587"/>
              <a:chOff x="6087506" y="3983383"/>
              <a:chExt cx="3425744" cy="1287587"/>
            </a:xfrm>
            <a:solidFill>
              <a:schemeClr val="accent6"/>
            </a:solidFill>
          </p:grpSpPr>
          <p:sp>
            <p:nvSpPr>
              <p:cNvPr id="79" name="Oval 26"/>
              <p:cNvSpPr>
                <a:spLocks noChangeArrowheads="1"/>
              </p:cNvSpPr>
              <p:nvPr userDrawn="1"/>
            </p:nvSpPr>
            <p:spPr bwMode="auto">
              <a:xfrm>
                <a:off x="6496659" y="4839819"/>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27"/>
              <p:cNvSpPr>
                <a:spLocks noChangeArrowheads="1"/>
              </p:cNvSpPr>
              <p:nvPr userDrawn="1"/>
            </p:nvSpPr>
            <p:spPr bwMode="auto">
              <a:xfrm>
                <a:off x="6437999" y="460224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Oval 28"/>
              <p:cNvSpPr>
                <a:spLocks noChangeArrowheads="1"/>
              </p:cNvSpPr>
              <p:nvPr userDrawn="1"/>
            </p:nvSpPr>
            <p:spPr bwMode="auto">
              <a:xfrm>
                <a:off x="9114362" y="503779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29"/>
              <p:cNvSpPr>
                <a:spLocks noChangeArrowheads="1"/>
              </p:cNvSpPr>
              <p:nvPr userDrawn="1"/>
            </p:nvSpPr>
            <p:spPr bwMode="auto">
              <a:xfrm>
                <a:off x="9483920" y="524017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Oval 30"/>
              <p:cNvSpPr>
                <a:spLocks noChangeArrowheads="1"/>
              </p:cNvSpPr>
              <p:nvPr userDrawn="1"/>
            </p:nvSpPr>
            <p:spPr bwMode="auto">
              <a:xfrm>
                <a:off x="8816662" y="466090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31"/>
              <p:cNvSpPr>
                <a:spLocks noChangeArrowheads="1"/>
              </p:cNvSpPr>
              <p:nvPr userDrawn="1"/>
            </p:nvSpPr>
            <p:spPr bwMode="auto">
              <a:xfrm>
                <a:off x="8643615" y="425028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Oval 32"/>
              <p:cNvSpPr>
                <a:spLocks noChangeArrowheads="1"/>
              </p:cNvSpPr>
              <p:nvPr userDrawn="1"/>
            </p:nvSpPr>
            <p:spPr bwMode="auto">
              <a:xfrm>
                <a:off x="8894387" y="4499591"/>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33"/>
              <p:cNvSpPr>
                <a:spLocks noChangeArrowheads="1"/>
              </p:cNvSpPr>
              <p:nvPr userDrawn="1"/>
            </p:nvSpPr>
            <p:spPr bwMode="auto">
              <a:xfrm>
                <a:off x="9061568" y="41564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Oval 34"/>
              <p:cNvSpPr>
                <a:spLocks noChangeArrowheads="1"/>
              </p:cNvSpPr>
              <p:nvPr userDrawn="1"/>
            </p:nvSpPr>
            <p:spPr bwMode="auto">
              <a:xfrm>
                <a:off x="8351782" y="4437998"/>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35"/>
              <p:cNvSpPr>
                <a:spLocks noChangeArrowheads="1"/>
              </p:cNvSpPr>
              <p:nvPr userDrawn="1"/>
            </p:nvSpPr>
            <p:spPr bwMode="auto">
              <a:xfrm>
                <a:off x="8086345" y="445119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Oval 36"/>
              <p:cNvSpPr>
                <a:spLocks noChangeArrowheads="1"/>
              </p:cNvSpPr>
              <p:nvPr userDrawn="1"/>
            </p:nvSpPr>
            <p:spPr bwMode="auto">
              <a:xfrm>
                <a:off x="7666926" y="503339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37"/>
              <p:cNvSpPr>
                <a:spLocks noChangeArrowheads="1"/>
              </p:cNvSpPr>
              <p:nvPr userDrawn="1"/>
            </p:nvSpPr>
            <p:spPr bwMode="auto">
              <a:xfrm>
                <a:off x="7436686" y="4118301"/>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Oval 38"/>
              <p:cNvSpPr>
                <a:spLocks noChangeArrowheads="1"/>
              </p:cNvSpPr>
              <p:nvPr userDrawn="1"/>
            </p:nvSpPr>
            <p:spPr bwMode="auto">
              <a:xfrm>
                <a:off x="7376559" y="410363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39"/>
              <p:cNvSpPr>
                <a:spLocks noChangeArrowheads="1"/>
              </p:cNvSpPr>
              <p:nvPr userDrawn="1"/>
            </p:nvSpPr>
            <p:spPr bwMode="auto">
              <a:xfrm>
                <a:off x="7556939" y="407723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Oval 40"/>
              <p:cNvSpPr>
                <a:spLocks noChangeArrowheads="1"/>
              </p:cNvSpPr>
              <p:nvPr userDrawn="1"/>
            </p:nvSpPr>
            <p:spPr bwMode="auto">
              <a:xfrm>
                <a:off x="7457217" y="417549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Oval 41"/>
              <p:cNvSpPr>
                <a:spLocks noChangeArrowheads="1"/>
              </p:cNvSpPr>
              <p:nvPr userDrawn="1"/>
            </p:nvSpPr>
            <p:spPr bwMode="auto">
              <a:xfrm>
                <a:off x="7549606" y="416962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Oval 42"/>
              <p:cNvSpPr>
                <a:spLocks noChangeArrowheads="1"/>
              </p:cNvSpPr>
              <p:nvPr userDrawn="1"/>
            </p:nvSpPr>
            <p:spPr bwMode="auto">
              <a:xfrm>
                <a:off x="7568671" y="413589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Oval 43"/>
              <p:cNvSpPr>
                <a:spLocks noChangeArrowheads="1"/>
              </p:cNvSpPr>
              <p:nvPr userDrawn="1"/>
            </p:nvSpPr>
            <p:spPr bwMode="auto">
              <a:xfrm>
                <a:off x="7405889" y="4247353"/>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Oval 44"/>
              <p:cNvSpPr>
                <a:spLocks noChangeArrowheads="1"/>
              </p:cNvSpPr>
              <p:nvPr userDrawn="1"/>
            </p:nvSpPr>
            <p:spPr bwMode="auto">
              <a:xfrm>
                <a:off x="7351629" y="4357340"/>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Oval 45"/>
              <p:cNvSpPr>
                <a:spLocks noChangeArrowheads="1"/>
              </p:cNvSpPr>
              <p:nvPr userDrawn="1"/>
            </p:nvSpPr>
            <p:spPr bwMode="auto">
              <a:xfrm>
                <a:off x="7561338" y="423415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Oval 46"/>
              <p:cNvSpPr>
                <a:spLocks noChangeArrowheads="1"/>
              </p:cNvSpPr>
              <p:nvPr userDrawn="1"/>
            </p:nvSpPr>
            <p:spPr bwMode="auto">
              <a:xfrm>
                <a:off x="7592135" y="4171095"/>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Oval 47"/>
              <p:cNvSpPr>
                <a:spLocks noChangeArrowheads="1"/>
              </p:cNvSpPr>
              <p:nvPr userDrawn="1"/>
            </p:nvSpPr>
            <p:spPr bwMode="auto">
              <a:xfrm>
                <a:off x="7627331" y="41520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Oval 48"/>
              <p:cNvSpPr>
                <a:spLocks noChangeArrowheads="1"/>
              </p:cNvSpPr>
              <p:nvPr userDrawn="1"/>
            </p:nvSpPr>
            <p:spPr bwMode="auto">
              <a:xfrm>
                <a:off x="7627331" y="4190159"/>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Oval 49"/>
              <p:cNvSpPr>
                <a:spLocks noChangeArrowheads="1"/>
              </p:cNvSpPr>
              <p:nvPr userDrawn="1"/>
            </p:nvSpPr>
            <p:spPr bwMode="auto">
              <a:xfrm>
                <a:off x="7707988" y="423268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Oval 50"/>
              <p:cNvSpPr>
                <a:spLocks noChangeArrowheads="1"/>
              </p:cNvSpPr>
              <p:nvPr userDrawn="1"/>
            </p:nvSpPr>
            <p:spPr bwMode="auto">
              <a:xfrm>
                <a:off x="7669859" y="420922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Oval 51"/>
              <p:cNvSpPr>
                <a:spLocks noChangeArrowheads="1"/>
              </p:cNvSpPr>
              <p:nvPr userDrawn="1"/>
            </p:nvSpPr>
            <p:spPr bwMode="auto">
              <a:xfrm>
                <a:off x="7659594" y="411243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Oval 52"/>
              <p:cNvSpPr>
                <a:spLocks noChangeArrowheads="1"/>
              </p:cNvSpPr>
              <p:nvPr userDrawn="1"/>
            </p:nvSpPr>
            <p:spPr bwMode="auto">
              <a:xfrm>
                <a:off x="7707988" y="419162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Oval 53"/>
              <p:cNvSpPr>
                <a:spLocks noChangeArrowheads="1"/>
              </p:cNvSpPr>
              <p:nvPr userDrawn="1"/>
            </p:nvSpPr>
            <p:spPr bwMode="auto">
              <a:xfrm>
                <a:off x="7665460" y="4157896"/>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Oval 54"/>
              <p:cNvSpPr>
                <a:spLocks noChangeArrowheads="1"/>
              </p:cNvSpPr>
              <p:nvPr userDrawn="1"/>
            </p:nvSpPr>
            <p:spPr bwMode="auto">
              <a:xfrm>
                <a:off x="7360428" y="425321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Oval 55"/>
              <p:cNvSpPr>
                <a:spLocks noChangeArrowheads="1"/>
              </p:cNvSpPr>
              <p:nvPr userDrawn="1"/>
            </p:nvSpPr>
            <p:spPr bwMode="auto">
              <a:xfrm>
                <a:off x="6597848" y="398338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Oval 56"/>
              <p:cNvSpPr>
                <a:spLocks noChangeArrowheads="1"/>
              </p:cNvSpPr>
              <p:nvPr userDrawn="1"/>
            </p:nvSpPr>
            <p:spPr bwMode="auto">
              <a:xfrm>
                <a:off x="6143233" y="4068440"/>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Oval 57"/>
              <p:cNvSpPr>
                <a:spLocks noChangeArrowheads="1"/>
              </p:cNvSpPr>
              <p:nvPr userDrawn="1"/>
            </p:nvSpPr>
            <p:spPr bwMode="auto">
              <a:xfrm>
                <a:off x="6087506" y="435880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Oval 58"/>
              <p:cNvSpPr>
                <a:spLocks noChangeArrowheads="1"/>
              </p:cNvSpPr>
              <p:nvPr userDrawn="1"/>
            </p:nvSpPr>
            <p:spPr bwMode="auto">
              <a:xfrm>
                <a:off x="6251754" y="446732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Oval 59"/>
              <p:cNvSpPr>
                <a:spLocks noChangeArrowheads="1"/>
              </p:cNvSpPr>
              <p:nvPr userDrawn="1"/>
            </p:nvSpPr>
            <p:spPr bwMode="auto">
              <a:xfrm>
                <a:off x="6709302" y="4745963"/>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Oval 60"/>
              <p:cNvSpPr>
                <a:spLocks noChangeArrowheads="1"/>
              </p:cNvSpPr>
              <p:nvPr userDrawn="1"/>
            </p:nvSpPr>
            <p:spPr bwMode="auto">
              <a:xfrm>
                <a:off x="6565585" y="500113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Oval 61"/>
              <p:cNvSpPr>
                <a:spLocks noChangeArrowheads="1"/>
              </p:cNvSpPr>
              <p:nvPr userDrawn="1"/>
            </p:nvSpPr>
            <p:spPr bwMode="auto">
              <a:xfrm>
                <a:off x="7537874" y="412856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Oval 62"/>
              <p:cNvSpPr>
                <a:spLocks noChangeArrowheads="1"/>
              </p:cNvSpPr>
              <p:nvPr userDrawn="1"/>
            </p:nvSpPr>
            <p:spPr bwMode="auto">
              <a:xfrm>
                <a:off x="7520276" y="398778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Oval 63"/>
              <p:cNvSpPr>
                <a:spLocks noChangeArrowheads="1"/>
              </p:cNvSpPr>
              <p:nvPr userDrawn="1"/>
            </p:nvSpPr>
            <p:spPr bwMode="auto">
              <a:xfrm>
                <a:off x="7574537" y="4002447"/>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Oval 64"/>
              <p:cNvSpPr>
                <a:spLocks noChangeArrowheads="1"/>
              </p:cNvSpPr>
              <p:nvPr userDrawn="1"/>
            </p:nvSpPr>
            <p:spPr bwMode="auto">
              <a:xfrm>
                <a:off x="7688924" y="399071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Oval 65"/>
              <p:cNvSpPr>
                <a:spLocks noChangeArrowheads="1"/>
              </p:cNvSpPr>
              <p:nvPr userDrawn="1"/>
            </p:nvSpPr>
            <p:spPr bwMode="auto">
              <a:xfrm>
                <a:off x="7595068" y="411830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Oval 66"/>
              <p:cNvSpPr>
                <a:spLocks noChangeArrowheads="1"/>
              </p:cNvSpPr>
              <p:nvPr userDrawn="1"/>
            </p:nvSpPr>
            <p:spPr bwMode="auto">
              <a:xfrm>
                <a:off x="8692010" y="463744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Oval 67"/>
              <p:cNvSpPr>
                <a:spLocks noChangeArrowheads="1"/>
              </p:cNvSpPr>
              <p:nvPr userDrawn="1"/>
            </p:nvSpPr>
            <p:spPr bwMode="auto">
              <a:xfrm>
                <a:off x="8724273" y="452598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Oval 69"/>
              <p:cNvSpPr>
                <a:spLocks noChangeArrowheads="1"/>
              </p:cNvSpPr>
              <p:nvPr userDrawn="1"/>
            </p:nvSpPr>
            <p:spPr bwMode="auto">
              <a:xfrm>
                <a:off x="8001288" y="443653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74" name="Rectangle 73">
            <a:hlinkClick r:id="rId8"/>
          </p:cNvPr>
          <p:cNvSpPr/>
          <p:nvPr userDrawn="1"/>
        </p:nvSpPr>
        <p:spPr>
          <a:xfrm>
            <a:off x="1447800" y="51085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hlinkClick r:id="rId8"/>
          </p:cNvPr>
          <p:cNvSpPr/>
          <p:nvPr userDrawn="1"/>
        </p:nvSpPr>
        <p:spPr>
          <a:xfrm>
            <a:off x="4962525" y="49815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hlinkClick r:id="rId9"/>
          </p:cNvPr>
          <p:cNvSpPr/>
          <p:nvPr userDrawn="1"/>
        </p:nvSpPr>
        <p:spPr>
          <a:xfrm>
            <a:off x="4419599" y="51339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hlinkClick r:id="rId10"/>
          </p:cNvPr>
          <p:cNvSpPr/>
          <p:nvPr userDrawn="1"/>
        </p:nvSpPr>
        <p:spPr>
          <a:xfrm>
            <a:off x="2800350" y="54991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118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2859" name="think-cell Slide" r:id="rId5" imgW="360" imgH="360" progId="">
                  <p:embed/>
                </p:oleObj>
              </mc:Choice>
              <mc:Fallback>
                <p:oleObj name="think-cell Slide" r:id="rId5" imgW="360" imgH="360" progId="">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userDrawn="1">
            <p:custDataLst>
              <p:tags r:id="rId3"/>
            </p:custDataLst>
          </p:nvPr>
        </p:nvSpPr>
        <p:spPr bwMode="gray">
          <a:xfrm>
            <a:off x="5309494" y="29124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spcBef>
                <a:spcPts val="600"/>
              </a:spcBef>
            </a:pPr>
            <a:r>
              <a:rPr lang="en-US" sz="1000" dirty="0">
                <a:solidFill>
                  <a:schemeClr val="bg1"/>
                </a:solidFill>
                <a:latin typeface="Arial" pitchFamily="34" charset="0"/>
                <a:cs typeface="Arial" pitchFamily="34" charset="0"/>
              </a:rPr>
              <a:t>With almost 145,000 people in over 40 countries, </a:t>
            </a:r>
            <a:r>
              <a:rPr lang="en-US" sz="1000" dirty="0" err="1">
                <a:solidFill>
                  <a:schemeClr val="bg1"/>
                </a:solidFill>
                <a:latin typeface="Arial" pitchFamily="34" charset="0"/>
                <a:cs typeface="Arial" pitchFamily="34" charset="0"/>
              </a:rPr>
              <a:t>Capgemini</a:t>
            </a:r>
            <a:r>
              <a:rPr lang="en-US" sz="1000" dirty="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a:solidFill>
                  <a:schemeClr val="bg1"/>
                </a:solidFill>
                <a:latin typeface="Arial" pitchFamily="34" charset="0"/>
                <a:cs typeface="Arial" pitchFamily="34" charset="0"/>
              </a:rPr>
              <a:t>the Collaborative Business Experience™</a:t>
            </a:r>
            <a:r>
              <a:rPr lang="en-US" sz="1000" dirty="0">
                <a:solidFill>
                  <a:schemeClr val="bg1"/>
                </a:solidFill>
                <a:latin typeface="Arial" pitchFamily="34" charset="0"/>
                <a:cs typeface="Arial" pitchFamily="34" charset="0"/>
              </a:rPr>
              <a:t>, and draws on </a:t>
            </a:r>
            <a:r>
              <a:rPr lang="en-US" sz="1000" u="sng" dirty="0" err="1">
                <a:solidFill>
                  <a:schemeClr val="bg1"/>
                </a:solidFill>
                <a:latin typeface="Arial" pitchFamily="34" charset="0"/>
                <a:cs typeface="Arial" pitchFamily="34" charset="0"/>
              </a:rPr>
              <a:t>Rightshore</a:t>
            </a:r>
            <a:r>
              <a:rPr lang="en-US" sz="1000" u="sng" baseline="30000" dirty="0">
                <a:solidFill>
                  <a:schemeClr val="bg1"/>
                </a:solidFill>
                <a:latin typeface="Arial" pitchFamily="34" charset="0"/>
                <a:cs typeface="Arial" pitchFamily="34" charset="0"/>
              </a:rPr>
              <a:t>®</a:t>
            </a:r>
            <a:r>
              <a:rPr lang="en-US" sz="1000" dirty="0">
                <a:solidFill>
                  <a:schemeClr val="bg1"/>
                </a:solidFill>
                <a:latin typeface="Arial" pitchFamily="34" charset="0"/>
                <a:cs typeface="Arial" pitchFamily="34" charset="0"/>
              </a:rPr>
              <a:t>, its worldwide delivery model.</a:t>
            </a:r>
          </a:p>
          <a:p>
            <a:pPr marL="0" indent="0" algn="just">
              <a:spcBef>
                <a:spcPts val="600"/>
              </a:spcBef>
            </a:pPr>
            <a:r>
              <a:rPr lang="en-US" sz="1000" dirty="0">
                <a:solidFill>
                  <a:schemeClr val="bg1"/>
                </a:solidFill>
                <a:latin typeface="Arial" pitchFamily="34" charset="0"/>
                <a:cs typeface="Arial" pitchFamily="34" charset="0"/>
              </a:rPr>
              <a:t>Learn more about us at </a:t>
            </a:r>
            <a:r>
              <a:rPr lang="en-US" sz="1000" b="1" u="sng" dirty="0">
                <a:solidFill>
                  <a:schemeClr val="bg1"/>
                </a:solidFill>
                <a:latin typeface="Arial" pitchFamily="34" charset="0"/>
                <a:cs typeface="Arial" pitchFamily="34" charset="0"/>
              </a:rPr>
              <a:t>www.capgemini.com</a:t>
            </a:r>
            <a:r>
              <a:rPr lang="en-US" sz="1000" dirty="0">
                <a:solidFill>
                  <a:schemeClr val="bg1"/>
                </a:solidFill>
                <a:latin typeface="Arial" pitchFamily="34" charset="0"/>
                <a:cs typeface="Arial" pitchFamily="34" charset="0"/>
              </a:rPr>
              <a:t>.</a:t>
            </a:r>
          </a:p>
        </p:txBody>
      </p:sp>
      <p:pic>
        <p:nvPicPr>
          <p:cNvPr id="15" name="Image 337" descr="CBE_Label_ppt.png"/>
          <p:cNvPicPr>
            <a:picLocks noChangeAspect="1"/>
          </p:cNvPicPr>
          <p:nvPr userDrawn="1"/>
        </p:nvPicPr>
        <p:blipFill>
          <a:blip r:embed="rId7" cstate="screen"/>
          <a:stretch>
            <a:fillRect/>
          </a:stretch>
        </p:blipFill>
        <p:spPr>
          <a:xfrm>
            <a:off x="5059256" y="2763611"/>
            <a:ext cx="519572" cy="522508"/>
          </a:xfrm>
          <a:prstGeom prst="rect">
            <a:avLst/>
          </a:prstGeom>
        </p:spPr>
      </p:pic>
      <p:sp>
        <p:nvSpPr>
          <p:cNvPr id="16" name="Rectangle 15">
            <a:hlinkClick r:id="rId8"/>
          </p:cNvPr>
          <p:cNvSpPr/>
          <p:nvPr userDrawn="1"/>
        </p:nvSpPr>
        <p:spPr>
          <a:xfrm>
            <a:off x="5639331" y="45883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hlinkClick r:id="rId8"/>
          </p:cNvPr>
          <p:cNvSpPr/>
          <p:nvPr userDrawn="1"/>
        </p:nvSpPr>
        <p:spPr>
          <a:xfrm>
            <a:off x="9154056" y="44613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hlinkClick r:id="rId9"/>
          </p:cNvPr>
          <p:cNvSpPr/>
          <p:nvPr userDrawn="1"/>
        </p:nvSpPr>
        <p:spPr>
          <a:xfrm>
            <a:off x="8611130" y="46137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hlinkClick r:id="rId10"/>
          </p:cNvPr>
          <p:cNvSpPr/>
          <p:nvPr userDrawn="1"/>
        </p:nvSpPr>
        <p:spPr>
          <a:xfrm>
            <a:off x="6991881" y="49789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6636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3883" name="think-cell Slide" r:id="rId4" imgW="360" imgH="360" progId="">
                  <p:embed/>
                </p:oleObj>
              </mc:Choice>
              <mc:Fallback>
                <p:oleObj name="think-cell Slide" r:id="rId4" imgW="360" imgH="360" progId="">
                  <p:embed/>
                  <p:pic>
                    <p:nvPicPr>
                      <p:cNvPr id="0"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5025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6953" name="think-cell Slide" r:id="rId6" imgW="360" imgH="360" progId="">
                  <p:embed/>
                </p:oleObj>
              </mc:Choice>
              <mc:Fallback>
                <p:oleObj name="think-cell Slide" r:id="rId6" imgW="360" imgH="360" progId="">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a:t>Click to edit Master text style</a:t>
            </a:r>
          </a:p>
        </p:txBody>
      </p:sp>
      <p:sp>
        <p:nvSpPr>
          <p:cNvPr id="11" name="Rectangle 10"/>
          <p:cNvSpPr/>
          <p:nvPr userDrawn="1"/>
        </p:nvSpPr>
        <p:spPr>
          <a:xfrm>
            <a:off x="1776792" y="4601752"/>
            <a:ext cx="1242328" cy="436017"/>
          </a:xfrm>
          <a:prstGeom prst="rect">
            <a:avLst/>
          </a:prstGeom>
          <a:effectLst>
            <a:outerShdw blurRad="38100" dist="25400" dir="2700000" algn="tl" rotWithShape="0">
              <a:schemeClr val="bg1">
                <a:alpha val="65000"/>
              </a:schemeClr>
            </a:outerShdw>
          </a:effectLst>
        </p:spPr>
        <p:txBody>
          <a:bodyPr wrap="none" lIns="0" tIns="0" rIns="0" bIns="0">
            <a:spAutoFit/>
          </a:bodyPr>
          <a:lstStyle/>
          <a:p>
            <a:pPr algn="l">
              <a:lnSpc>
                <a:spcPts val="1700"/>
              </a:lnSpc>
            </a:pPr>
            <a:r>
              <a:rPr lang="en-US" sz="1800" b="1" kern="1100" spc="0" baseline="0" dirty="0">
                <a:solidFill>
                  <a:schemeClr val="accent6"/>
                </a:solidFill>
                <a:latin typeface="Arial Narrow" pitchFamily="34" charset="0"/>
                <a:ea typeface="+mn-ea"/>
                <a:cs typeface="+mn-cs"/>
              </a:rPr>
              <a:t>Learning and </a:t>
            </a:r>
            <a:br>
              <a:rPr lang="en-US" sz="1800" b="1" kern="1100" spc="0" baseline="0" dirty="0">
                <a:solidFill>
                  <a:schemeClr val="accent6"/>
                </a:solidFill>
                <a:latin typeface="Arial Narrow" pitchFamily="34" charset="0"/>
                <a:ea typeface="+mn-ea"/>
                <a:cs typeface="+mn-cs"/>
              </a:rPr>
            </a:br>
            <a:r>
              <a:rPr lang="en-US" sz="1800" b="1" kern="1100" spc="0" baseline="0" dirty="0">
                <a:solidFill>
                  <a:schemeClr val="accent6"/>
                </a:solidFill>
                <a:latin typeface="Arial Narrow" pitchFamily="34" charset="0"/>
              </a:rPr>
              <a:t>Development</a:t>
            </a:r>
          </a:p>
        </p:txBody>
      </p:sp>
      <p:sp>
        <p:nvSpPr>
          <p:cNvPr id="13" name="Rectangle 12"/>
          <p:cNvSpPr/>
          <p:nvPr userDrawn="1"/>
        </p:nvSpPr>
        <p:spPr>
          <a:xfrm>
            <a:off x="1776792" y="5023940"/>
            <a:ext cx="1173398" cy="338554"/>
          </a:xfrm>
          <a:prstGeom prst="rect">
            <a:avLst/>
          </a:prstGeom>
          <a:effectLst/>
        </p:spPr>
        <p:txBody>
          <a:bodyPr wrap="none" lIns="0" tIns="0" rIns="0" bIns="0">
            <a:spAutoFit/>
          </a:bodyPr>
          <a:lstStyle/>
          <a:p>
            <a:pPr algn="l"/>
            <a:r>
              <a:rPr lang="en-US" sz="1100" b="0" kern="1100" spc="0" baseline="0" dirty="0">
                <a:solidFill>
                  <a:schemeClr val="accent1">
                    <a:lumMod val="50000"/>
                  </a:schemeClr>
                </a:solidFill>
                <a:latin typeface="Arial Narrow" pitchFamily="34" charset="0"/>
                <a:ea typeface="+mn-ea"/>
                <a:cs typeface="+mn-cs"/>
              </a:rPr>
              <a:t>Enabling development,</a:t>
            </a:r>
          </a:p>
          <a:p>
            <a:pPr algn="l"/>
            <a:r>
              <a:rPr lang="en-US" sz="1100" b="0" kern="1100" spc="0" baseline="0" dirty="0">
                <a:solidFill>
                  <a:schemeClr val="accent1">
                    <a:lumMod val="50000"/>
                  </a:schemeClr>
                </a:solidFill>
                <a:latin typeface="Arial Narrow" pitchFamily="34" charset="0"/>
                <a:ea typeface="+mn-ea"/>
                <a:cs typeface="+mn-cs"/>
              </a:rPr>
              <a:t>Impacting growth…</a:t>
            </a:r>
            <a:endParaRPr lang="en-US" sz="1100" b="0" kern="1100" spc="0" baseline="0" dirty="0">
              <a:solidFill>
                <a:schemeClr val="accent1">
                  <a:lumMod val="50000"/>
                </a:schemeClr>
              </a:solidFill>
              <a:latin typeface="Arial Narrow" pitchFamily="34" charset="0"/>
            </a:endParaRPr>
          </a:p>
        </p:txBody>
      </p:sp>
    </p:spTree>
    <p:extLst>
      <p:ext uri="{BB962C8B-B14F-4D97-AF65-F5344CB8AC3E}">
        <p14:creationId xmlns:p14="http://schemas.microsoft.com/office/powerpoint/2010/main" val="2727275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2054" y="237618"/>
            <a:ext cx="9908054" cy="6620382"/>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4697" name="think-cell Slide" r:id="rId6" imgW="360" imgH="360" progId="">
                  <p:embed/>
                </p:oleObj>
              </mc:Choice>
              <mc:Fallback>
                <p:oleObj name="think-cell Slide" r:id="rId6" imgW="360" imgH="360" progId="">
                  <p:embed/>
                  <p:pic>
                    <p:nvPicPr>
                      <p:cNvPr id="0"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a:t>Click to edit Master text style</a:t>
            </a:r>
          </a:p>
        </p:txBody>
      </p:sp>
      <p:sp>
        <p:nvSpPr>
          <p:cNvPr id="10" name="Rectangle 9"/>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a:solidFill>
                  <a:schemeClr val="accent2">
                    <a:lumMod val="60000"/>
                    <a:lumOff val="40000"/>
                  </a:schemeClr>
                </a:solidFill>
                <a:latin typeface="Arial Narrow" pitchFamily="34" charset="0"/>
                <a:ea typeface="+mn-ea"/>
                <a:cs typeface="+mn-cs"/>
              </a:rPr>
              <a:t>Learning and</a:t>
            </a:r>
            <a:br>
              <a:rPr lang="en-US" sz="1800" b="1" kern="1100" spc="0" baseline="0" dirty="0">
                <a:solidFill>
                  <a:schemeClr val="accent2">
                    <a:lumMod val="60000"/>
                    <a:lumOff val="40000"/>
                  </a:schemeClr>
                </a:solidFill>
                <a:latin typeface="Arial Narrow" pitchFamily="34" charset="0"/>
                <a:ea typeface="+mn-ea"/>
                <a:cs typeface="+mn-cs"/>
              </a:rPr>
            </a:br>
            <a:r>
              <a:rPr lang="en-US" sz="1800" b="1" kern="1100" spc="0" baseline="0" dirty="0">
                <a:solidFill>
                  <a:schemeClr val="accent2">
                    <a:lumMod val="60000"/>
                    <a:lumOff val="40000"/>
                  </a:schemeClr>
                </a:solidFill>
                <a:latin typeface="Arial Narrow" pitchFamily="34" charset="0"/>
              </a:rPr>
              <a:t>Development</a:t>
            </a:r>
          </a:p>
        </p:txBody>
      </p:sp>
      <p:sp>
        <p:nvSpPr>
          <p:cNvPr id="11" name="Rectangle 10"/>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a:solidFill>
                  <a:schemeClr val="bg1"/>
                </a:solidFill>
                <a:latin typeface="Arial Narrow" pitchFamily="34" charset="0"/>
                <a:ea typeface="+mn-ea"/>
                <a:cs typeface="+mn-cs"/>
              </a:rPr>
              <a:t>Enabling development,</a:t>
            </a:r>
          </a:p>
          <a:p>
            <a:pPr algn="l"/>
            <a:r>
              <a:rPr lang="en-US" sz="1100" b="0" kern="1100" spc="0" baseline="0" dirty="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721729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8"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1175" y="2649"/>
            <a:ext cx="9907176" cy="5665103"/>
          </a:xfrm>
          <a:prstGeom prst="rect">
            <a:avLst/>
          </a:prstGeom>
          <a:noFill/>
          <a:ln>
            <a:noFill/>
          </a:ln>
        </p:spPr>
      </p:pic>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32548" name="think-cell Slide" r:id="rId6" imgW="360" imgH="360" progId="">
                  <p:embed/>
                </p:oleObj>
              </mc:Choice>
              <mc:Fallback>
                <p:oleObj name="think-cell Slide" r:id="rId6" imgW="360" imgH="360" progId="">
                  <p:embed/>
                  <p:pic>
                    <p:nvPicPr>
                      <p:cNvPr id="0" name="Picture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194192"/>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a:t>Click to edit Master text style</a:t>
            </a:r>
          </a:p>
        </p:txBody>
      </p:sp>
      <p:sp>
        <p:nvSpPr>
          <p:cNvPr id="9" name="Rectangle 8"/>
          <p:cNvSpPr/>
          <p:nvPr userDrawn="1"/>
        </p:nvSpPr>
        <p:spPr>
          <a:xfrm>
            <a:off x="698392" y="3539645"/>
            <a:ext cx="2585072" cy="218008"/>
          </a:xfrm>
          <a:prstGeom prst="rect">
            <a:avLst/>
          </a:prstGeom>
          <a:effectLst>
            <a:outerShdw blurRad="38100" dist="12700" dir="2700000" algn="tl" rotWithShape="0">
              <a:srgbClr val="000000">
                <a:alpha val="63000"/>
              </a:srgbClr>
            </a:outerShdw>
          </a:effectLst>
        </p:spPr>
        <p:txBody>
          <a:bodyPr wrap="square" lIns="0" tIns="0" rIns="0" bIns="0">
            <a:spAutoFit/>
          </a:bodyPr>
          <a:lstStyle/>
          <a:p>
            <a:pPr algn="l">
              <a:lnSpc>
                <a:spcPts val="1700"/>
              </a:lnSpc>
            </a:pPr>
            <a:r>
              <a:rPr lang="en-US" sz="1800" b="1" kern="1100" spc="0" baseline="0" dirty="0">
                <a:solidFill>
                  <a:schemeClr val="bg1"/>
                </a:solidFill>
                <a:latin typeface="Arial Narrow" pitchFamily="34" charset="0"/>
                <a:ea typeface="+mn-ea"/>
                <a:cs typeface="+mn-cs"/>
              </a:rPr>
              <a:t>Learning and </a:t>
            </a:r>
            <a:r>
              <a:rPr lang="en-US" sz="1800" b="1" kern="1100" spc="0" baseline="0" dirty="0">
                <a:solidFill>
                  <a:schemeClr val="bg1"/>
                </a:solidFill>
                <a:latin typeface="Arial Narrow" pitchFamily="34" charset="0"/>
              </a:rPr>
              <a:t>Development</a:t>
            </a:r>
          </a:p>
        </p:txBody>
      </p:sp>
      <p:sp>
        <p:nvSpPr>
          <p:cNvPr id="13" name="Rectangle 12"/>
          <p:cNvSpPr/>
          <p:nvPr userDrawn="1"/>
        </p:nvSpPr>
        <p:spPr>
          <a:xfrm>
            <a:off x="698392" y="3755063"/>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l"/>
            <a:r>
              <a:rPr lang="en-US" sz="1100" b="0" kern="1100" spc="0" baseline="0" dirty="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tags" Target="../tags/tag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tags" Target="../tags/tag2.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tags" Target="../tags/tag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hyperlink" Target="http://www.facebook.com/Capgemini" TargetMode="External"/><Relationship Id="rId26" Type="http://schemas.openxmlformats.org/officeDocument/2006/relationships/hyperlink" Target="http://www.slideshare.net/capgemini" TargetMode="External"/><Relationship Id="rId3" Type="http://schemas.openxmlformats.org/officeDocument/2006/relationships/slideLayout" Target="../slideLayouts/slideLayout15.xml"/><Relationship Id="rId21" Type="http://schemas.openxmlformats.org/officeDocument/2006/relationships/image" Target="../media/image9.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hyperlink" Target="http://www.capgemini.com/" TargetMode="External"/><Relationship Id="rId25" Type="http://schemas.openxmlformats.org/officeDocument/2006/relationships/image" Target="../media/image11.png"/><Relationship Id="rId2" Type="http://schemas.openxmlformats.org/officeDocument/2006/relationships/slideLayout" Target="../slideLayouts/slideLayout14.xml"/><Relationship Id="rId16" Type="http://schemas.openxmlformats.org/officeDocument/2006/relationships/image" Target="../media/image1.emf"/><Relationship Id="rId20" Type="http://schemas.openxmlformats.org/officeDocument/2006/relationships/hyperlink" Target="http://www.linkedin.com/company/capgemini" TargetMode="External"/><Relationship Id="rId29"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hyperlink" Target="http://www.youtube.com/capgemini" TargetMode="External"/><Relationship Id="rId5" Type="http://schemas.openxmlformats.org/officeDocument/2006/relationships/vmlDrawing" Target="../drawings/vmlDrawing13.vml"/><Relationship Id="rId15" Type="http://schemas.openxmlformats.org/officeDocument/2006/relationships/oleObject" Target="../embeddings/oleObject13.bin"/><Relationship Id="rId23" Type="http://schemas.openxmlformats.org/officeDocument/2006/relationships/image" Target="../media/image10.png"/><Relationship Id="rId28" Type="http://schemas.openxmlformats.org/officeDocument/2006/relationships/image" Target="../media/image2.png"/><Relationship Id="rId10" Type="http://schemas.openxmlformats.org/officeDocument/2006/relationships/tags" Target="../tags/tag52.xml"/><Relationship Id="rId19" Type="http://schemas.openxmlformats.org/officeDocument/2006/relationships/image" Target="../media/image8.png"/><Relationship Id="rId4" Type="http://schemas.openxmlformats.org/officeDocument/2006/relationships/theme" Target="../theme/theme2.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hyperlink" Target="http://www.twitter.com/capgemini" TargetMode="External"/><Relationship Id="rId27" Type="http://schemas.openxmlformats.org/officeDocument/2006/relationships/image" Target="../media/image12.gi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8.xml"/><Relationship Id="rId7"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62.xml"/><Relationship Id="rId5" Type="http://schemas.openxmlformats.org/officeDocument/2006/relationships/vmlDrawing" Target="../drawings/vmlDrawing17.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5"/>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157" name="think-cell Slide" r:id="rId23" imgW="360" imgH="360" progId="">
                  <p:embed/>
                </p:oleObj>
              </mc:Choice>
              <mc:Fallback>
                <p:oleObj name="think-cell Slide" r:id="rId23" imgW="360" imgH="360" progId="">
                  <p:embed/>
                  <p:pic>
                    <p:nvPicPr>
                      <p:cNvPr id="0" name="Picture 10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6"/>
            </p:custDataLst>
          </p:nvPr>
        </p:nvSpPr>
        <p:spPr>
          <a:xfrm>
            <a:off x="1" y="1"/>
            <a:ext cx="9905999" cy="914400"/>
          </a:xfrm>
          <a:prstGeom prst="rect">
            <a:avLst/>
          </a:prstGeom>
        </p:spPr>
        <p:txBody>
          <a:bodyPr vert="horz" lIns="457200" tIns="0" rIns="0" bIns="0" rtlCol="0" anchor="ctr">
            <a:noAutofit/>
          </a:bodyPr>
          <a:lstStyle/>
          <a:p>
            <a:r>
              <a:rPr lang="en-US" noProof="0" dirty="0"/>
              <a:t>Click to edit Master title style</a:t>
            </a:r>
          </a:p>
        </p:txBody>
      </p:sp>
      <p:sp>
        <p:nvSpPr>
          <p:cNvPr id="3" name="Text Placeholder 2"/>
          <p:cNvSpPr>
            <a:spLocks noGrp="1"/>
          </p:cNvSpPr>
          <p:nvPr>
            <p:ph type="body" idx="1"/>
            <p:custDataLst>
              <p:tags r:id="rId17"/>
            </p:custDataLst>
          </p:nvPr>
        </p:nvSpPr>
        <p:spPr>
          <a:xfrm>
            <a:off x="341313" y="1255714"/>
            <a:ext cx="9223375" cy="5011736"/>
          </a:xfrm>
          <a:prstGeom prst="rect">
            <a:avLst/>
          </a:prstGeom>
        </p:spPr>
        <p:txBody>
          <a:bodyPr vert="horz" lIns="0" tIns="33059" rIns="33059" bIns="33059"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8"/>
            </p:custDataLst>
          </p:nvPr>
        </p:nvSpPr>
        <p:spPr>
          <a:xfrm>
            <a:off x="4495800" y="6553200"/>
            <a:ext cx="141065" cy="138499"/>
          </a:xfrm>
          <a:prstGeom prst="rect">
            <a:avLst/>
          </a:prstGeom>
          <a:noFill/>
        </p:spPr>
        <p:txBody>
          <a:bodyPr wrap="none" lIns="0" tIns="0" rIns="0" bIns="0" rtlCol="0" anchor="ctr">
            <a:spAutoFit/>
          </a:bodyPr>
          <a:lstStyle/>
          <a:p>
            <a:pPr algn="ctr"/>
            <a:fld id="{6A895693-0027-4F28-9367-92E39A51F51C}" type="slidenum">
              <a:rPr lang="en-US" sz="900" smtClean="0">
                <a:solidFill>
                  <a:schemeClr val="tx2"/>
                </a:solidFill>
              </a:rPr>
              <a:pPr algn="ctr"/>
              <a:t>‹#›</a:t>
            </a:fld>
            <a:endParaRPr lang="en-US" sz="900" dirty="0">
              <a:solidFill>
                <a:schemeClr val="tx2"/>
              </a:solidFill>
            </a:endParaRPr>
          </a:p>
        </p:txBody>
      </p:sp>
      <p:sp>
        <p:nvSpPr>
          <p:cNvPr id="9" name="Freeform 4"/>
          <p:cNvSpPr>
            <a:spLocks/>
          </p:cNvSpPr>
          <p:nvPr>
            <p:custDataLst>
              <p:tags r:id="rId19"/>
            </p:custDataLst>
          </p:nvPr>
        </p:nvSpPr>
        <p:spPr bwMode="auto">
          <a:xfrm>
            <a:off x="2" y="437863"/>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sp>
        <p:nvSpPr>
          <p:cNvPr id="12" name="Rectangle 11"/>
          <p:cNvSpPr>
            <a:spLocks noChangeArrowheads="1"/>
          </p:cNvSpPr>
          <p:nvPr>
            <p:custDataLst>
              <p:tags r:id="rId20"/>
            </p:custDataLst>
          </p:nvPr>
        </p:nvSpPr>
        <p:spPr bwMode="auto">
          <a:xfrm>
            <a:off x="6546850" y="6623403"/>
            <a:ext cx="285562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a:t>
            </a:r>
            <a:r>
              <a:rPr lang="en-US" altLang="en-US" sz="700" b="0" i="0" noProof="0" dirty="0" err="1">
                <a:solidFill>
                  <a:schemeClr val="tx2"/>
                </a:solidFill>
                <a:latin typeface="+mj-lt"/>
                <a:cs typeface="Helvetica Light"/>
              </a:rPr>
              <a:t>Capgemini</a:t>
            </a:r>
            <a:r>
              <a:rPr lang="en-US" altLang="en-US" sz="700" b="0" i="0" noProof="0" dirty="0">
                <a:solidFill>
                  <a:schemeClr val="tx2"/>
                </a:solidFill>
                <a:latin typeface="+mj-lt"/>
                <a:cs typeface="Helvetica Light"/>
              </a:rPr>
              <a:t> </a:t>
            </a:r>
            <a:r>
              <a:rPr lang="en-US" altLang="en-US" sz="700" b="0" i="0" noProof="0" dirty="0" smtClean="0">
                <a:solidFill>
                  <a:schemeClr val="tx2"/>
                </a:solidFill>
                <a:latin typeface="+mj-lt"/>
                <a:cs typeface="Helvetica Light"/>
              </a:rPr>
              <a:t>2016 </a:t>
            </a:r>
            <a:r>
              <a:rPr lang="en-US" altLang="en-US" sz="700" b="0" i="0" noProof="0" dirty="0">
                <a:solidFill>
                  <a:schemeClr val="tx2"/>
                </a:solidFill>
                <a:latin typeface="+mj-lt"/>
                <a:cs typeface="Helvetica Light"/>
              </a:rPr>
              <a:t>All Rights Reserved</a:t>
            </a:r>
          </a:p>
        </p:txBody>
      </p:sp>
      <p:sp>
        <p:nvSpPr>
          <p:cNvPr id="13" name="Rectangle 12"/>
          <p:cNvSpPr/>
          <p:nvPr>
            <p:custDataLst>
              <p:tags r:id="rId21"/>
            </p:custDataLst>
          </p:nvPr>
        </p:nvSpPr>
        <p:spPr>
          <a:xfrm>
            <a:off x="6362700" y="6427223"/>
            <a:ext cx="3200400" cy="182880"/>
          </a:xfrm>
          <a:prstGeom prst="rect">
            <a:avLst/>
          </a:prstGeom>
        </p:spPr>
        <p:txBody>
          <a:bodyPr wrap="none" lIns="35997" tIns="35997" rIns="35997" bIns="35997" anchor="b" anchorCtr="0">
            <a:noAutofit/>
          </a:bodyPr>
          <a:lstStyle/>
          <a:p>
            <a:pPr marL="0" marR="0" lvl="0" indent="0" algn="r" defTabSz="957756" rtl="0" eaLnBrk="1" fontAlgn="auto" latinLnBrk="0" hangingPunct="1">
              <a:lnSpc>
                <a:spcPct val="100000"/>
              </a:lnSpc>
              <a:spcBef>
                <a:spcPts val="0"/>
              </a:spcBef>
              <a:spcAft>
                <a:spcPts val="0"/>
              </a:spcAft>
              <a:buClrTx/>
              <a:buSzTx/>
              <a:buFontTx/>
              <a:buNone/>
              <a:tabLst/>
              <a:defRPr/>
            </a:pPr>
            <a:r>
              <a:rPr lang="en-US" sz="800" dirty="0">
                <a:solidFill>
                  <a:schemeClr val="tx2"/>
                </a:solidFill>
              </a:rPr>
              <a:t>IBM </a:t>
            </a:r>
            <a:r>
              <a:rPr lang="en-US" sz="800" dirty="0" err="1">
                <a:solidFill>
                  <a:schemeClr val="tx2"/>
                </a:solidFill>
              </a:rPr>
              <a:t>Cognos</a:t>
            </a:r>
            <a:r>
              <a:rPr lang="en-US" sz="800" dirty="0">
                <a:solidFill>
                  <a:schemeClr val="tx2"/>
                </a:solidFill>
              </a:rPr>
              <a:t> </a:t>
            </a:r>
            <a:r>
              <a:rPr lang="en-US" sz="800" dirty="0" smtClean="0">
                <a:solidFill>
                  <a:schemeClr val="tx2"/>
                </a:solidFill>
              </a:rPr>
              <a:t>Analytics</a:t>
            </a:r>
            <a:r>
              <a:rPr lang="en-US" sz="800" baseline="0" dirty="0" smtClean="0">
                <a:solidFill>
                  <a:schemeClr val="tx2"/>
                </a:solidFill>
              </a:rPr>
              <a:t> BI </a:t>
            </a:r>
            <a:r>
              <a:rPr lang="en-US" sz="800" dirty="0" err="1" smtClean="0">
                <a:solidFill>
                  <a:schemeClr val="tx2"/>
                </a:solidFill>
              </a:rPr>
              <a:t>Slides_Training_V</a:t>
            </a:r>
            <a:r>
              <a:rPr lang="en-US" sz="800" dirty="0" smtClean="0">
                <a:solidFill>
                  <a:schemeClr val="tx2"/>
                </a:solidFill>
              </a:rPr>
              <a:t> </a:t>
            </a:r>
            <a:r>
              <a:rPr lang="en-US" sz="800" dirty="0">
                <a:solidFill>
                  <a:schemeClr val="tx2"/>
                </a:solidFill>
              </a:rPr>
              <a:t>1 0</a:t>
            </a:r>
          </a:p>
        </p:txBody>
      </p:sp>
      <p:cxnSp>
        <p:nvCxnSpPr>
          <p:cNvPr id="14" name="Straight Connector 5"/>
          <p:cNvCxnSpPr/>
          <p:nvPr>
            <p:custDataLst>
              <p:tags r:id="rId22"/>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6" name="Picture 26" descr="D:\Users\bkp\My Work\TEMPLATES\LOGO Library\Capgemini_Logo_Set\Capgemini Logo Set\ppt\Logo_Capgemini_RGB.png"/>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9250" y="6456451"/>
            <a:ext cx="1362456" cy="31575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998" r:id="rId1"/>
    <p:sldLayoutId id="2147483990" r:id="rId2"/>
    <p:sldLayoutId id="2147483991" r:id="rId3"/>
    <p:sldLayoutId id="2147483997" r:id="rId4"/>
    <p:sldLayoutId id="2147483965" r:id="rId5"/>
    <p:sldLayoutId id="2147483966" r:id="rId6"/>
    <p:sldLayoutId id="2147483962" r:id="rId7"/>
    <p:sldLayoutId id="2147483963" r:id="rId8"/>
    <p:sldLayoutId id="2147483964" r:id="rId9"/>
    <p:sldLayoutId id="2147483934" r:id="rId10"/>
    <p:sldLayoutId id="2147484003" r:id="rId11"/>
    <p:sldLayoutId id="2147484004" r:id="rId12"/>
  </p:sldLayoutIdLst>
  <p:hf sldNum="0" hdr="0" dt="0"/>
  <p:txStyles>
    <p:titleStyle>
      <a:lvl1pPr algn="l" defTabSz="914342" rtl="0" eaLnBrk="1" latinLnBrk="0" hangingPunct="1">
        <a:lnSpc>
          <a:spcPct val="85000"/>
        </a:lnSpc>
        <a:spcBef>
          <a:spcPct val="0"/>
        </a:spcBef>
        <a:buNone/>
        <a:defRPr sz="2800" b="0" kern="1200">
          <a:solidFill>
            <a:schemeClr val="tx1"/>
          </a:solidFill>
          <a:latin typeface="Arial Narrow" pitchFamily="34" charset="0"/>
          <a:ea typeface="+mj-ea"/>
          <a:cs typeface="+mj-cs"/>
        </a:defRPr>
      </a:lvl1pPr>
    </p:titleStyle>
    <p:bodyStyle>
      <a:lvl1pPr marL="228600" indent="-228600" algn="l" defTabSz="914342" rtl="0" eaLnBrk="1" latinLnBrk="0" hangingPunct="1">
        <a:spcBef>
          <a:spcPts val="0"/>
        </a:spcBef>
        <a:spcAft>
          <a:spcPts val="600"/>
        </a:spcAft>
        <a:buClr>
          <a:schemeClr val="accent2"/>
        </a:buClr>
        <a:buFont typeface="Wingdings" pitchFamily="2" charset="2"/>
        <a:buChar char="§"/>
        <a:defRPr sz="2000" b="0" kern="1200">
          <a:solidFill>
            <a:schemeClr val="tx1"/>
          </a:solidFill>
          <a:latin typeface="+mn-lt"/>
          <a:ea typeface="+mn-ea"/>
          <a:cs typeface="+mn-cs"/>
        </a:defRPr>
      </a:lvl1pPr>
      <a:lvl2pPr marL="457200" indent="-228600" algn="l" defTabSz="914342" rtl="0" eaLnBrk="1" latinLnBrk="0" hangingPunct="1">
        <a:spcBef>
          <a:spcPts val="0"/>
        </a:spcBef>
        <a:spcAft>
          <a:spcPts val="600"/>
        </a:spcAft>
        <a:buClr>
          <a:schemeClr val="accent2"/>
        </a:buClr>
        <a:buFont typeface="Arial" pitchFamily="34" charset="0"/>
        <a:buChar char="•"/>
        <a:defRPr sz="1800" b="0" kern="1200">
          <a:solidFill>
            <a:schemeClr val="tx1"/>
          </a:solidFill>
          <a:latin typeface="+mn-lt"/>
          <a:ea typeface="+mn-ea"/>
          <a:cs typeface="+mn-cs"/>
        </a:defRPr>
      </a:lvl2pPr>
      <a:lvl3pPr marL="685800" indent="-228600" algn="l" defTabSz="914342" rtl="0" eaLnBrk="1" latinLnBrk="0" hangingPunct="1">
        <a:spcBef>
          <a:spcPts val="0"/>
        </a:spcBef>
        <a:spcAft>
          <a:spcPts val="600"/>
        </a:spcAft>
        <a:buClr>
          <a:schemeClr val="accent2"/>
        </a:buClr>
        <a:buFont typeface="Arial" pitchFamily="34" charset="0"/>
        <a:buChar char="–"/>
        <a:defRPr sz="1600" kern="1200">
          <a:solidFill>
            <a:schemeClr val="tx1"/>
          </a:solidFill>
          <a:latin typeface="+mn-lt"/>
          <a:ea typeface="+mn-ea"/>
          <a:cs typeface="+mn-cs"/>
        </a:defRPr>
      </a:lvl3pPr>
      <a:lvl4pPr marL="914400" marR="0" indent="-228600" algn="l" defTabSz="914342" rtl="0" eaLnBrk="1" fontAlgn="auto" latinLnBrk="0" hangingPunct="1">
        <a:lnSpc>
          <a:spcPct val="100000"/>
        </a:lnSpc>
        <a:spcBef>
          <a:spcPts val="0"/>
        </a:spcBef>
        <a:spcAft>
          <a:spcPts val="0"/>
        </a:spcAft>
        <a:buClr>
          <a:schemeClr val="accent2"/>
        </a:buClr>
        <a:buSzTx/>
        <a:buFont typeface="Courier New" pitchFamily="49" charset="0"/>
        <a:buChar char="o"/>
        <a:tabLst/>
        <a:defRPr sz="1400" kern="1200">
          <a:solidFill>
            <a:schemeClr val="tx1"/>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0811" name="think-cell Slide" r:id="rId15" imgW="360" imgH="360" progId="">
                  <p:embed/>
                </p:oleObj>
              </mc:Choice>
              <mc:Fallback>
                <p:oleObj name="think-cell Slide" r:id="rId15" imgW="360" imgH="360" progId="">
                  <p:embed/>
                  <p:pic>
                    <p:nvPicPr>
                      <p:cNvPr id="0" name="Picture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7"/>
            </p:custDataLst>
          </p:nvPr>
        </p:nvSpPr>
        <p:spPr bwMode="auto">
          <a:xfrm flipV="1">
            <a:off x="0" y="1685925"/>
            <a:ext cx="9906000" cy="51720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132036 w 10564614"/>
              <a:gd name="connsiteY6" fmla="*/ 20806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363945 w 10564614"/>
              <a:gd name="connsiteY5" fmla="*/ 427792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646636 w 10564614"/>
              <a:gd name="connsiteY6" fmla="*/ 39532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349559 w 10564614"/>
              <a:gd name="connsiteY0" fmla="*/ 166453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3360"/>
              <a:gd name="connsiteY0" fmla="*/ 0 h 5657661"/>
              <a:gd name="connsiteX1" fmla="*/ 10563360 w 10563360"/>
              <a:gd name="connsiteY1" fmla="*/ 5657661 h 5657661"/>
              <a:gd name="connsiteX2" fmla="*/ 9024770 w 10563360"/>
              <a:gd name="connsiteY2" fmla="*/ 4808920 h 5657661"/>
              <a:gd name="connsiteX3" fmla="*/ 2295231 w 10563360"/>
              <a:gd name="connsiteY3" fmla="*/ 4794064 h 5657661"/>
              <a:gd name="connsiteX4" fmla="*/ 1200559 w 10563360"/>
              <a:gd name="connsiteY4" fmla="*/ 4072264 h 5657661"/>
              <a:gd name="connsiteX5" fmla="*/ 0 w 10563360"/>
              <a:gd name="connsiteY5" fmla="*/ 4795927 h 5657661"/>
              <a:gd name="connsiteX6" fmla="*/ 0 w 10563360"/>
              <a:gd name="connsiteY6" fmla="*/ 0 h 5657661"/>
              <a:gd name="connsiteX0" fmla="*/ 10562847 w 10562847"/>
              <a:gd name="connsiteY0" fmla="*/ 0 h 5064672"/>
              <a:gd name="connsiteX1" fmla="*/ 10198903 w 10562847"/>
              <a:gd name="connsiteY1" fmla="*/ 5064672 h 5064672"/>
              <a:gd name="connsiteX2" fmla="*/ 9024770 w 10562847"/>
              <a:gd name="connsiteY2" fmla="*/ 4808920 h 5064672"/>
              <a:gd name="connsiteX3" fmla="*/ 2295231 w 10562847"/>
              <a:gd name="connsiteY3" fmla="*/ 4794064 h 5064672"/>
              <a:gd name="connsiteX4" fmla="*/ 1200559 w 10562847"/>
              <a:gd name="connsiteY4" fmla="*/ 4072264 h 5064672"/>
              <a:gd name="connsiteX5" fmla="*/ 0 w 10562847"/>
              <a:gd name="connsiteY5" fmla="*/ 4795927 h 5064672"/>
              <a:gd name="connsiteX6" fmla="*/ 0 w 10562847"/>
              <a:gd name="connsiteY6" fmla="*/ 0 h 5064672"/>
              <a:gd name="connsiteX0" fmla="*/ 10562847 w 10562847"/>
              <a:gd name="connsiteY0" fmla="*/ 0 h 5648998"/>
              <a:gd name="connsiteX1" fmla="*/ 10562847 w 10562847"/>
              <a:gd name="connsiteY1" fmla="*/ 5648998 h 5648998"/>
              <a:gd name="connsiteX2" fmla="*/ 9024770 w 10562847"/>
              <a:gd name="connsiteY2" fmla="*/ 4808920 h 5648998"/>
              <a:gd name="connsiteX3" fmla="*/ 2295231 w 10562847"/>
              <a:gd name="connsiteY3" fmla="*/ 4794064 h 5648998"/>
              <a:gd name="connsiteX4" fmla="*/ 1200559 w 10562847"/>
              <a:gd name="connsiteY4" fmla="*/ 4072264 h 5648998"/>
              <a:gd name="connsiteX5" fmla="*/ 0 w 10562847"/>
              <a:gd name="connsiteY5" fmla="*/ 4795927 h 5648998"/>
              <a:gd name="connsiteX6" fmla="*/ 0 w 10562847"/>
              <a:gd name="connsiteY6" fmla="*/ 0 h 56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2847" h="5648998">
                <a:moveTo>
                  <a:pt x="10562847" y="0"/>
                </a:moveTo>
                <a:lnTo>
                  <a:pt x="10562847" y="5648998"/>
                </a:lnTo>
                <a:cubicBezTo>
                  <a:pt x="10190428" y="4911661"/>
                  <a:pt x="9462356" y="4792975"/>
                  <a:pt x="9024770" y="4808920"/>
                </a:cubicBezTo>
                <a:lnTo>
                  <a:pt x="2295231" y="4794064"/>
                </a:lnTo>
                <a:cubicBezTo>
                  <a:pt x="1854598" y="4794612"/>
                  <a:pt x="1423669" y="4544310"/>
                  <a:pt x="1200559" y="4072264"/>
                </a:cubicBezTo>
                <a:cubicBezTo>
                  <a:pt x="965203" y="4750718"/>
                  <a:pt x="278640" y="4795049"/>
                  <a:pt x="0" y="4795927"/>
                </a:cubicBezTo>
                <a:lnTo>
                  <a:pt x="0" y="0"/>
                </a:lnTo>
              </a:path>
            </a:pathLst>
          </a:custGeom>
          <a:gradFill>
            <a:gsLst>
              <a:gs pos="0">
                <a:schemeClr val="tx1"/>
              </a:gs>
              <a:gs pos="100000">
                <a:schemeClr val="accent2"/>
              </a:gs>
              <a:gs pos="100000">
                <a:schemeClr val="accent5"/>
              </a:gs>
            </a:gsLst>
            <a:lin ang="18900000" scaled="1"/>
          </a:gra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a:solidFill>
                <a:schemeClr val="bg1"/>
              </a:solidFill>
              <a:latin typeface="Arial"/>
              <a:ea typeface="+mn-ea"/>
              <a:cs typeface="Arial"/>
            </a:endParaRPr>
          </a:p>
        </p:txBody>
      </p:sp>
      <p:sp>
        <p:nvSpPr>
          <p:cNvPr id="22" name="Rectangle 21"/>
          <p:cNvSpPr/>
          <p:nvPr>
            <p:custDataLst>
              <p:tags r:id="rId8"/>
            </p:custDataLst>
          </p:nvPr>
        </p:nvSpPr>
        <p:spPr>
          <a:xfrm>
            <a:off x="5523917" y="6271946"/>
            <a:ext cx="4382083" cy="389929"/>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proprietary.</a:t>
            </a:r>
            <a:br>
              <a:rPr lang="en-US" sz="700" dirty="0">
                <a:solidFill>
                  <a:schemeClr val="bg1"/>
                </a:solidFill>
                <a:latin typeface="Arial"/>
                <a:cs typeface="Arial"/>
              </a:rPr>
            </a:br>
            <a:r>
              <a:rPr lang="en-US" sz="700" dirty="0">
                <a:solidFill>
                  <a:schemeClr val="bg1"/>
                </a:solidFill>
                <a:latin typeface="Arial"/>
                <a:cs typeface="Arial"/>
              </a:rPr>
              <a:t>Copyright © 2015 Capgemini. All rights reserved.</a:t>
            </a:r>
          </a:p>
          <a:p>
            <a:pPr marL="0" marR="0" indent="0" algn="r" defTabSz="957756" rtl="0" eaLnBrk="1" fontAlgn="auto" latinLnBrk="0" hangingPunct="1">
              <a:lnSpc>
                <a:spcPct val="100000"/>
              </a:lnSpc>
              <a:spcBef>
                <a:spcPts val="0"/>
              </a:spcBef>
              <a:spcAft>
                <a:spcPts val="0"/>
              </a:spcAft>
              <a:buClrTx/>
              <a:buSzTx/>
              <a:buFontTx/>
              <a:buNone/>
              <a:tabLst/>
              <a:defRPr/>
            </a:pPr>
            <a:r>
              <a:rPr lang="en-US" sz="700" dirty="0" err="1">
                <a:solidFill>
                  <a:schemeClr val="bg1"/>
                </a:solidFill>
                <a:latin typeface="Arial"/>
                <a:cs typeface="Arial"/>
              </a:rPr>
              <a:t>Rightshore</a:t>
            </a:r>
            <a:r>
              <a:rPr lang="en-US" sz="700" baseline="30000" dirty="0">
                <a:solidFill>
                  <a:schemeClr val="bg1"/>
                </a:solidFill>
                <a:latin typeface="Arial"/>
                <a:cs typeface="Arial"/>
              </a:rPr>
              <a:t>®</a:t>
            </a:r>
            <a:r>
              <a:rPr lang="en-US" sz="700" dirty="0">
                <a:solidFill>
                  <a:schemeClr val="bg1"/>
                </a:solidFill>
                <a:latin typeface="Arial"/>
                <a:cs typeface="Arial"/>
              </a:rPr>
              <a:t> is a trademark belonging to </a:t>
            </a:r>
            <a:r>
              <a:rPr lang="en-US" sz="700" dirty="0" err="1">
                <a:solidFill>
                  <a:schemeClr val="bg1"/>
                </a:solidFill>
                <a:latin typeface="Arial"/>
                <a:cs typeface="Arial"/>
              </a:rPr>
              <a:t>Capgemini</a:t>
            </a:r>
            <a:r>
              <a:rPr lang="en-US" sz="700" dirty="0">
                <a:solidFill>
                  <a:schemeClr val="bg1"/>
                </a:solidFill>
                <a:latin typeface="Arial"/>
                <a:cs typeface="Arial"/>
              </a:rPr>
              <a:t>.</a:t>
            </a:r>
          </a:p>
        </p:txBody>
      </p:sp>
      <p:sp>
        <p:nvSpPr>
          <p:cNvPr id="23" name="Rectangle 22">
            <a:hlinkClick r:id="rId17"/>
          </p:cNvPr>
          <p:cNvSpPr/>
          <p:nvPr>
            <p:custDataLst>
              <p:tags r:id="rId9"/>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24" name="Picture 3" descr="C:\Users\UserSim\Desktop\DS_icons\128x128 shadows\facebook.png">
            <a:hlinkClick r:id="rId18"/>
          </p:cNvPr>
          <p:cNvPicPr>
            <a:picLocks noChangeAspect="1" noChangeArrowheads="1"/>
          </p:cNvPicPr>
          <p:nvPr>
            <p:custDataLst>
              <p:tags r:id="rId10"/>
            </p:custDataLst>
          </p:nvPr>
        </p:nvPicPr>
        <p:blipFill>
          <a:blip r:embed="rId19" cstate="email"/>
          <a:srcRect/>
          <a:stretch>
            <a:fillRect/>
          </a:stretch>
        </p:blipFill>
        <p:spPr bwMode="auto">
          <a:xfrm>
            <a:off x="7939252" y="5932547"/>
            <a:ext cx="278223" cy="263770"/>
          </a:xfrm>
          <a:prstGeom prst="rect">
            <a:avLst/>
          </a:prstGeom>
          <a:noFill/>
        </p:spPr>
      </p:pic>
      <p:pic>
        <p:nvPicPr>
          <p:cNvPr id="25" name="Picture 4" descr="C:\Users\UserSim\Desktop\DS_icons\128x128 shadows\linkedin.png">
            <a:hlinkClick r:id="rId20"/>
          </p:cNvPr>
          <p:cNvPicPr>
            <a:picLocks noChangeAspect="1" noChangeArrowheads="1"/>
          </p:cNvPicPr>
          <p:nvPr>
            <p:custDataLst>
              <p:tags r:id="rId11"/>
            </p:custDataLst>
          </p:nvPr>
        </p:nvPicPr>
        <p:blipFill>
          <a:blip r:embed="rId21" cstate="email"/>
          <a:srcRect/>
          <a:stretch>
            <a:fillRect/>
          </a:stretch>
        </p:blipFill>
        <p:spPr bwMode="auto">
          <a:xfrm>
            <a:off x="8274665" y="5932547"/>
            <a:ext cx="281313" cy="266700"/>
          </a:xfrm>
          <a:prstGeom prst="rect">
            <a:avLst/>
          </a:prstGeom>
          <a:noFill/>
        </p:spPr>
      </p:pic>
      <p:pic>
        <p:nvPicPr>
          <p:cNvPr id="26" name="Picture 5" descr="C:\Users\UserSim\Desktop\DS_icons\128x128 shadows\twitter.png">
            <a:hlinkClick r:id="rId22"/>
          </p:cNvPr>
          <p:cNvPicPr>
            <a:picLocks noChangeAspect="1" noChangeArrowheads="1"/>
          </p:cNvPicPr>
          <p:nvPr>
            <p:custDataLst>
              <p:tags r:id="rId12"/>
            </p:custDataLst>
          </p:nvPr>
        </p:nvPicPr>
        <p:blipFill>
          <a:blip r:embed="rId23" cstate="email"/>
          <a:srcRect/>
          <a:stretch>
            <a:fillRect/>
          </a:stretch>
        </p:blipFill>
        <p:spPr bwMode="auto">
          <a:xfrm>
            <a:off x="8903720" y="5932547"/>
            <a:ext cx="281313" cy="266700"/>
          </a:xfrm>
          <a:prstGeom prst="rect">
            <a:avLst/>
          </a:prstGeom>
          <a:noFill/>
        </p:spPr>
      </p:pic>
      <p:pic>
        <p:nvPicPr>
          <p:cNvPr id="27" name="Picture 6" descr="C:\Users\UserSim\Desktop\DS_icons\128x128 shadows\youtube.png">
            <a:hlinkClick r:id="rId24"/>
          </p:cNvPr>
          <p:cNvPicPr>
            <a:picLocks noChangeAspect="1" noChangeArrowheads="1"/>
          </p:cNvPicPr>
          <p:nvPr>
            <p:custDataLst>
              <p:tags r:id="rId13"/>
            </p:custDataLst>
          </p:nvPr>
        </p:nvPicPr>
        <p:blipFill>
          <a:blip r:embed="rId25" cstate="email"/>
          <a:srcRect/>
          <a:stretch>
            <a:fillRect/>
          </a:stretch>
        </p:blipFill>
        <p:spPr bwMode="auto">
          <a:xfrm>
            <a:off x="9242223" y="5932547"/>
            <a:ext cx="281313" cy="266700"/>
          </a:xfrm>
          <a:prstGeom prst="rect">
            <a:avLst/>
          </a:prstGeom>
          <a:noFill/>
        </p:spPr>
      </p:pic>
      <p:pic>
        <p:nvPicPr>
          <p:cNvPr id="28" name="Image 22" descr="Picto_Slideshare.gif">
            <a:hlinkClick r:id="rId26"/>
          </p:cNvPr>
          <p:cNvPicPr preferRelativeResize="0">
            <a:picLocks/>
          </p:cNvPicPr>
          <p:nvPr>
            <p:custDataLst>
              <p:tags r:id="rId14"/>
            </p:custDataLst>
          </p:nvPr>
        </p:nvPicPr>
        <p:blipFill>
          <a:blip r:embed="rId27"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pic>
        <p:nvPicPr>
          <p:cNvPr id="261139" name="Picture 19" descr="D:\Users\bkp\My Work\TEMPLATES\LOGO Library\Capgemini_Logo_Set\Capgemini Logo Set\ppt\Logo_Capgemini_RGB.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6750" y="844452"/>
            <a:ext cx="3154680" cy="731113"/>
          </a:xfrm>
          <a:prstGeom prst="rect">
            <a:avLst/>
          </a:prstGeom>
          <a:noFill/>
          <a:extLst>
            <a:ext uri="{909E8E84-426E-40DD-AFC4-6F175D3DCCD1}">
              <a14:hiddenFill xmlns:a14="http://schemas.microsoft.com/office/drawing/2010/main">
                <a:solidFill>
                  <a:srgbClr val="FFFFFF"/>
                </a:solidFill>
              </a14:hiddenFill>
            </a:ext>
          </a:extLst>
        </p:spPr>
      </p:pic>
      <p:pic>
        <p:nvPicPr>
          <p:cNvPr id="261140" name="Picture 20" descr="D:\Users\bkp\My Work\TEMPLATES\LOGO Library\Capgemini_Logo_Set\Slogan_PMRC_cmyk_Capgemini.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87543" y="1106840"/>
            <a:ext cx="3154680" cy="25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29013"/>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098" name="think-cell Slide" r:id="rId7" imgW="360" imgH="360" progId="">
                  <p:embed/>
                </p:oleObj>
              </mc:Choice>
              <mc:Fallback>
                <p:oleObj name="think-cell Slide" r:id="rId7" imgW="360" imgH="360" progId="">
                  <p:embed/>
                  <p:pic>
                    <p:nvPicPr>
                      <p:cNvPr id="0" name="Picture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00" r:id="rId1"/>
    <p:sldLayoutId id="2147483992" r:id="rId2"/>
    <p:sldLayoutId id="2147483980"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70.xml"/><Relationship Id="rId7" Type="http://schemas.openxmlformats.org/officeDocument/2006/relationships/notesSlide" Target="../notesSlides/notesSlide1.xml"/><Relationship Id="rId2" Type="http://schemas.openxmlformats.org/officeDocument/2006/relationships/tags" Target="../tags/tag69.xml"/><Relationship Id="rId1"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vmlDrawing" Target="../drawings/vmlDrawing26.vml"/><Relationship Id="rId5" Type="http://schemas.openxmlformats.org/officeDocument/2006/relationships/image" Target="../media/image30.png"/><Relationship Id="rId4" Type="http://schemas.openxmlformats.org/officeDocument/2006/relationships/oleObject" Target="../embeddings/oleObject27.bin"/></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3.xml"/><Relationship Id="rId1" Type="http://schemas.openxmlformats.org/officeDocument/2006/relationships/vmlDrawing" Target="../drawings/vmlDrawing27.vml"/><Relationship Id="rId5" Type="http://schemas.openxmlformats.org/officeDocument/2006/relationships/image" Target="../media/image1.emf"/><Relationship Id="rId4" Type="http://schemas.openxmlformats.org/officeDocument/2006/relationships/oleObject" Target="../embeddings/oleObject2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7968" name="think-cell Slide" r:id="rId8" imgW="360" imgH="360" progId="">
                  <p:embed/>
                </p:oleObj>
              </mc:Choice>
              <mc:Fallback>
                <p:oleObj name="think-cell Slide" r:id="rId8" imgW="360" imgH="360" progId="">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9"/>
          <p:cNvSpPr>
            <a:spLocks noGrp="1"/>
          </p:cNvSpPr>
          <p:nvPr>
            <p:ph type="ctrTitle"/>
            <p:custDataLst>
              <p:tags r:id="rId3"/>
            </p:custDataLst>
          </p:nvPr>
        </p:nvSpPr>
        <p:spPr>
          <a:xfrm>
            <a:off x="228600" y="4495800"/>
            <a:ext cx="4727575" cy="724977"/>
          </a:xfrm>
        </p:spPr>
        <p:txBody>
          <a:bodyPr/>
          <a:lstStyle/>
          <a:p>
            <a:r>
              <a:rPr lang="en-US" sz="2400" b="1" dirty="0"/>
              <a:t>Learning &amp; Development </a:t>
            </a:r>
            <a:br>
              <a:rPr lang="en-US" sz="2400" b="1" dirty="0"/>
            </a:br>
            <a:r>
              <a:rPr lang="en-US" sz="1600" i="1" kern="1100" dirty="0">
                <a:solidFill>
                  <a:schemeClr val="accent1">
                    <a:lumMod val="50000"/>
                  </a:schemeClr>
                </a:solidFill>
              </a:rPr>
              <a:t>Enabling development, Impacting growth…</a:t>
            </a:r>
            <a:endParaRPr lang="en-US" sz="2400" b="1" i="1" dirty="0"/>
          </a:p>
        </p:txBody>
      </p:sp>
      <p:sp>
        <p:nvSpPr>
          <p:cNvPr id="13" name="Subtitle 12"/>
          <p:cNvSpPr>
            <a:spLocks noGrp="1"/>
          </p:cNvSpPr>
          <p:nvPr>
            <p:ph type="subTitle" idx="1"/>
            <p:custDataLst>
              <p:tags r:id="rId4"/>
            </p:custDataLst>
          </p:nvPr>
        </p:nvSpPr>
        <p:spPr>
          <a:xfrm>
            <a:off x="311149" y="5334000"/>
            <a:ext cx="5861051" cy="838200"/>
          </a:xfrm>
        </p:spPr>
        <p:txBody>
          <a:bodyPr/>
          <a:lstStyle/>
          <a:p>
            <a:pPr lvl="0"/>
            <a:endParaRPr lang="en-US" sz="2400" b="1" dirty="0" smtClean="0">
              <a:solidFill>
                <a:srgbClr val="002060"/>
              </a:solidFill>
            </a:endParaRPr>
          </a:p>
          <a:p>
            <a:pPr lvl="0"/>
            <a:r>
              <a:rPr lang="en-US" sz="2400" b="1" dirty="0" err="1" smtClean="0">
                <a:solidFill>
                  <a:srgbClr val="002060"/>
                </a:solidFill>
              </a:rPr>
              <a:t>Cognos</a:t>
            </a:r>
            <a:r>
              <a:rPr lang="en-US" sz="2400" b="1" dirty="0" smtClean="0">
                <a:solidFill>
                  <a:srgbClr val="002060"/>
                </a:solidFill>
              </a:rPr>
              <a:t> 11 (IBM </a:t>
            </a:r>
            <a:r>
              <a:rPr lang="en-US" sz="2400" b="1" dirty="0" err="1" smtClean="0">
                <a:solidFill>
                  <a:srgbClr val="002060"/>
                </a:solidFill>
              </a:rPr>
              <a:t>Cognos</a:t>
            </a:r>
            <a:r>
              <a:rPr lang="en-US" sz="2400" b="1" dirty="0" smtClean="0">
                <a:solidFill>
                  <a:srgbClr val="002060"/>
                </a:solidFill>
              </a:rPr>
              <a:t> Analytics) – Training</a:t>
            </a:r>
          </a:p>
          <a:p>
            <a:pPr lvl="0">
              <a:buClr>
                <a:srgbClr val="002060"/>
              </a:buClr>
              <a:buFont typeface="Wingdings" pitchFamily="2" charset="2"/>
              <a:buChar char="Ø"/>
            </a:pPr>
            <a:r>
              <a:rPr lang="en-US" sz="2400" b="1" dirty="0" err="1" smtClean="0">
                <a:solidFill>
                  <a:srgbClr val="002060"/>
                </a:solidFill>
              </a:rPr>
              <a:t>Cognos</a:t>
            </a:r>
            <a:r>
              <a:rPr lang="en-US" sz="2400" b="1" dirty="0" smtClean="0">
                <a:solidFill>
                  <a:srgbClr val="002060"/>
                </a:solidFill>
              </a:rPr>
              <a:t> Analytics</a:t>
            </a:r>
          </a:p>
          <a:p>
            <a:pPr lvl="0"/>
            <a:endParaRPr lang="en-US" sz="2400" b="1" dirty="0" smtClean="0"/>
          </a:p>
        </p:txBody>
      </p:sp>
      <p:sp>
        <p:nvSpPr>
          <p:cNvPr id="5" name="Subtitle 12"/>
          <p:cNvSpPr txBox="1">
            <a:spLocks/>
          </p:cNvSpPr>
          <p:nvPr>
            <p:custDataLst>
              <p:tags r:id="rId5"/>
            </p:custDataLst>
          </p:nvPr>
        </p:nvSpPr>
        <p:spPr>
          <a:xfrm>
            <a:off x="311149" y="5410200"/>
            <a:ext cx="5861051" cy="381000"/>
          </a:xfrm>
          <a:prstGeom prst="rect">
            <a:avLst/>
          </a:prstGeom>
          <a:effectLst>
            <a:outerShdw blurRad="12700" dist="12700" dir="2700000" sx="133000" sy="133000" algn="tl" rotWithShape="0">
              <a:schemeClr val="bg1">
                <a:alpha val="80000"/>
              </a:schemeClr>
            </a:outerShdw>
          </a:effectLst>
        </p:spPr>
        <p:txBody>
          <a:bodyPr vert="horz" lIns="0" tIns="33059" rIns="33059" bIns="33059" rtlCol="0" anchor="ctr">
            <a:noAutofit/>
          </a:bodyPr>
          <a:lstStyle>
            <a:lvl1pPr marL="0" indent="0" algn="l" defTabSz="914342" rtl="0" eaLnBrk="1" latinLnBrk="0" hangingPunct="1">
              <a:lnSpc>
                <a:spcPct val="100000"/>
              </a:lnSpc>
              <a:spcBef>
                <a:spcPts val="0"/>
              </a:spcBef>
              <a:spcAft>
                <a:spcPts val="600"/>
              </a:spcAft>
              <a:buClr>
                <a:schemeClr val="accent2"/>
              </a:buClr>
              <a:buFont typeface="Wingdings" pitchFamily="2" charset="2"/>
              <a:buNone/>
              <a:defRPr sz="1800" b="0" kern="1200">
                <a:solidFill>
                  <a:schemeClr val="accent2"/>
                </a:solidFill>
                <a:effectLst/>
                <a:latin typeface="Arial Narrow" pitchFamily="34" charset="0"/>
                <a:ea typeface="+mn-ea"/>
                <a:cs typeface="+mn-cs"/>
              </a:defRPr>
            </a:lvl1pPr>
            <a:lvl2pPr marL="457171" indent="0" algn="ctr" defTabSz="914342" rtl="0" eaLnBrk="1" latinLnBrk="0" hangingPunct="1">
              <a:spcBef>
                <a:spcPts val="0"/>
              </a:spcBef>
              <a:spcAft>
                <a:spcPts val="600"/>
              </a:spcAft>
              <a:buClr>
                <a:schemeClr val="accent2"/>
              </a:buClr>
              <a:buFont typeface="Arial" pitchFamily="34" charset="0"/>
              <a:buNone/>
              <a:defRPr sz="1800" b="0" kern="1200">
                <a:solidFill>
                  <a:schemeClr val="tx1">
                    <a:tint val="75000"/>
                  </a:schemeClr>
                </a:solidFill>
                <a:latin typeface="+mn-lt"/>
                <a:ea typeface="+mn-ea"/>
                <a:cs typeface="+mn-cs"/>
              </a:defRPr>
            </a:lvl2pPr>
            <a:lvl3pPr marL="914342" indent="0" algn="ctr" defTabSz="914342" rtl="0" eaLnBrk="1" latinLnBrk="0" hangingPunct="1">
              <a:spcBef>
                <a:spcPts val="0"/>
              </a:spcBef>
              <a:spcAft>
                <a:spcPts val="600"/>
              </a:spcAft>
              <a:buClr>
                <a:schemeClr val="accent2"/>
              </a:buClr>
              <a:buFont typeface="Arial" pitchFamily="34" charset="0"/>
              <a:buNone/>
              <a:defRPr sz="1600" kern="1200">
                <a:solidFill>
                  <a:schemeClr val="tx1">
                    <a:tint val="75000"/>
                  </a:schemeClr>
                </a:solidFill>
                <a:latin typeface="+mn-lt"/>
                <a:ea typeface="+mn-ea"/>
                <a:cs typeface="+mn-cs"/>
              </a:defRPr>
            </a:lvl3pPr>
            <a:lvl4pPr marL="1371513" marR="0" indent="0" algn="ctr" defTabSz="914342" rtl="0" eaLnBrk="1" fontAlgn="auto" latinLnBrk="0" hangingPunct="1">
              <a:lnSpc>
                <a:spcPct val="100000"/>
              </a:lnSpc>
              <a:spcBef>
                <a:spcPts val="0"/>
              </a:spcBef>
              <a:spcAft>
                <a:spcPts val="0"/>
              </a:spcAft>
              <a:buClr>
                <a:schemeClr val="accent2"/>
              </a:buClr>
              <a:buSzTx/>
              <a:buFont typeface="Courier New" pitchFamily="49" charset="0"/>
              <a:buNone/>
              <a:tabLst/>
              <a:defRPr sz="1400" kern="1200">
                <a:solidFill>
                  <a:schemeClr val="tx1">
                    <a:tint val="75000"/>
                  </a:schemeClr>
                </a:solidFill>
                <a:latin typeface="+mn-lt"/>
                <a:ea typeface="+mn-ea"/>
                <a:cs typeface="+mn-cs"/>
              </a:defRPr>
            </a:lvl4pPr>
            <a:lvl5pPr marL="1828684" indent="0" algn="ctr" defTabSz="914342" rtl="0" eaLnBrk="1" latinLnBrk="0" hangingPunct="1">
              <a:spcBef>
                <a:spcPts val="0"/>
              </a:spcBef>
              <a:buClr>
                <a:srgbClr val="B1B1B1"/>
              </a:buClr>
              <a:buFont typeface="Arial" pitchFamily="34" charset="0"/>
              <a:buNone/>
              <a:defRPr sz="1700" kern="1200">
                <a:solidFill>
                  <a:schemeClr val="tx1">
                    <a:tint val="75000"/>
                  </a:schemeClr>
                </a:solidFill>
                <a:latin typeface="+mn-lt"/>
                <a:ea typeface="+mn-ea"/>
                <a:cs typeface="+mn-cs"/>
              </a:defRPr>
            </a:lvl5pPr>
            <a:lvl6pPr marL="2285855"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26"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198"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369"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fr-FR" sz="1600" b="1" dirty="0" smtClean="0"/>
              <a:t> </a:t>
            </a:r>
            <a:endParaRPr lang="fr-FR" sz="1600" b="1" dirty="0"/>
          </a:p>
        </p:txBody>
      </p:sp>
    </p:spTree>
    <p:extLst>
      <p:ext uri="{BB962C8B-B14F-4D97-AF65-F5344CB8AC3E}">
        <p14:creationId xmlns:p14="http://schemas.microsoft.com/office/powerpoint/2010/main" val="38171463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Module Objectives :</a:t>
            </a:r>
            <a:endParaRPr lang="en-US" sz="2800" dirty="0">
              <a:latin typeface="Arial Narrow" pitchFamily="34" charset="0"/>
            </a:endParaRPr>
          </a:p>
        </p:txBody>
      </p:sp>
      <p:sp>
        <p:nvSpPr>
          <p:cNvPr id="20" name="Rectangle 19"/>
          <p:cNvSpPr/>
          <p:nvPr/>
        </p:nvSpPr>
        <p:spPr>
          <a:xfrm>
            <a:off x="381000" y="1143000"/>
            <a:ext cx="9144000" cy="4708981"/>
          </a:xfrm>
          <a:prstGeom prst="rect">
            <a:avLst/>
          </a:prstGeom>
        </p:spPr>
        <p:txBody>
          <a:bodyPr wrap="square">
            <a:spAutoFit/>
          </a:bodyPr>
          <a:lstStyle/>
          <a:p>
            <a:pPr marL="707478" lvl="1" indent="-228600">
              <a:buFont typeface="+mj-lt"/>
              <a:buAutoNum type="arabicPeriod"/>
            </a:pPr>
            <a:r>
              <a:rPr lang="en-US" sz="1200" dirty="0" smtClean="0"/>
              <a:t>What is Report, Dashboard and Data Module?</a:t>
            </a:r>
          </a:p>
          <a:p>
            <a:pPr marL="707478" lvl="1" indent="-228600">
              <a:buFont typeface="+mj-lt"/>
              <a:buAutoNum type="arabicPeriod"/>
            </a:pPr>
            <a:r>
              <a:rPr lang="en-US" sz="1200" dirty="0" smtClean="0"/>
              <a:t>User Interface &amp; Navigation</a:t>
            </a:r>
          </a:p>
          <a:p>
            <a:pPr marL="707478" lvl="1" indent="-228600">
              <a:buFont typeface="+mj-lt"/>
              <a:buAutoNum type="arabicPeriod"/>
            </a:pPr>
            <a:r>
              <a:rPr lang="en-US" sz="1200" dirty="0" smtClean="0"/>
              <a:t>Objects</a:t>
            </a:r>
          </a:p>
          <a:p>
            <a:pPr marL="707478" lvl="1" indent="-228600">
              <a:buFont typeface="+mj-lt"/>
              <a:buAutoNum type="arabicPeriod"/>
            </a:pPr>
            <a:r>
              <a:rPr lang="en-US" sz="1200" dirty="0" smtClean="0"/>
              <a:t>Creating a Report</a:t>
            </a:r>
          </a:p>
          <a:p>
            <a:pPr marL="707478" lvl="1" indent="-228600">
              <a:buFont typeface="+mj-lt"/>
              <a:buAutoNum type="arabicPeriod"/>
            </a:pPr>
            <a:r>
              <a:rPr lang="en-US" sz="1200" dirty="0" smtClean="0"/>
              <a:t>Report Types</a:t>
            </a:r>
          </a:p>
          <a:p>
            <a:pPr marL="707478" lvl="1" indent="-228600">
              <a:buFont typeface="+mj-lt"/>
              <a:buAutoNum type="arabicPeriod"/>
            </a:pPr>
            <a:r>
              <a:rPr lang="en-US" sz="1200" dirty="0" smtClean="0"/>
              <a:t>Data, toolbox, and navigate areas</a:t>
            </a:r>
          </a:p>
          <a:p>
            <a:pPr marL="707478" lvl="1" indent="-228600">
              <a:buFont typeface="+mj-lt"/>
              <a:buAutoNum type="arabicPeriod"/>
            </a:pPr>
            <a:r>
              <a:rPr lang="en-US" sz="1200" dirty="0" smtClean="0"/>
              <a:t>Design Vs Preview Vs Structure</a:t>
            </a:r>
          </a:p>
          <a:p>
            <a:pPr marL="707478" lvl="1" indent="-228600">
              <a:buFont typeface="+mj-lt"/>
              <a:buAutoNum type="arabicPeriod"/>
            </a:pPr>
            <a:r>
              <a:rPr lang="en-US" sz="1200" dirty="0" smtClean="0"/>
              <a:t>On-Demand Property Pane</a:t>
            </a:r>
          </a:p>
          <a:p>
            <a:pPr marL="707478" lvl="1" indent="-228600">
              <a:buFont typeface="+mj-lt"/>
              <a:buAutoNum type="arabicPeriod"/>
            </a:pPr>
            <a:r>
              <a:rPr lang="en-US" sz="1200" dirty="0" smtClean="0"/>
              <a:t>Visualizations </a:t>
            </a:r>
          </a:p>
          <a:p>
            <a:pPr marL="707478" lvl="1" indent="-228600">
              <a:buFont typeface="+mj-lt"/>
              <a:buAutoNum type="arabicPeriod"/>
            </a:pPr>
            <a:r>
              <a:rPr lang="en-US" sz="1200" dirty="0" smtClean="0"/>
              <a:t>Repeater Report</a:t>
            </a:r>
          </a:p>
          <a:p>
            <a:pPr marL="707478" lvl="1" indent="-228600">
              <a:buFont typeface="+mj-lt"/>
              <a:buAutoNum type="arabicPeriod"/>
            </a:pPr>
            <a:r>
              <a:rPr lang="en-US" sz="1200" dirty="0" smtClean="0"/>
              <a:t>Prompts</a:t>
            </a:r>
          </a:p>
          <a:p>
            <a:pPr marL="707478" lvl="1" indent="-228600">
              <a:buFont typeface="+mj-lt"/>
              <a:buAutoNum type="arabicPeriod"/>
            </a:pPr>
            <a:r>
              <a:rPr lang="en-US" sz="1200" dirty="0" smtClean="0"/>
              <a:t>Report Studio Views</a:t>
            </a:r>
          </a:p>
          <a:p>
            <a:pPr marL="707478" lvl="1" indent="-228600">
              <a:buFont typeface="+mj-lt"/>
              <a:buAutoNum type="arabicPeriod"/>
            </a:pPr>
            <a:r>
              <a:rPr lang="en-US" sz="1200" dirty="0" smtClean="0"/>
              <a:t>Auto Group and Summarize</a:t>
            </a:r>
          </a:p>
          <a:p>
            <a:pPr marL="707478" lvl="1" indent="-228600">
              <a:buFont typeface="+mj-lt"/>
              <a:buAutoNum type="arabicPeriod"/>
            </a:pPr>
            <a:r>
              <a:rPr lang="en-US" sz="1200" dirty="0" smtClean="0"/>
              <a:t>Drill-</a:t>
            </a:r>
            <a:r>
              <a:rPr lang="en-US" sz="1200" dirty="0" err="1" smtClean="0"/>
              <a:t>throughs</a:t>
            </a:r>
            <a:endParaRPr lang="en-US" sz="1200" dirty="0" smtClean="0"/>
          </a:p>
          <a:p>
            <a:pPr marL="707478" lvl="1" indent="-228600">
              <a:buFont typeface="+mj-lt"/>
              <a:buAutoNum type="arabicPeriod"/>
            </a:pPr>
            <a:r>
              <a:rPr lang="en-US" sz="1200" dirty="0" smtClean="0"/>
              <a:t>Master &amp; Details relationship</a:t>
            </a:r>
          </a:p>
          <a:p>
            <a:pPr marL="707478" lvl="1" indent="-228600">
              <a:buFont typeface="+mj-lt"/>
              <a:buAutoNum type="arabicPeriod"/>
            </a:pPr>
            <a:r>
              <a:rPr lang="en-US" sz="1200" dirty="0" smtClean="0"/>
              <a:t>Conditional Formatting</a:t>
            </a:r>
          </a:p>
          <a:p>
            <a:pPr marL="707478" lvl="1" indent="-228600">
              <a:buFont typeface="+mj-lt"/>
              <a:buAutoNum type="arabicPeriod"/>
            </a:pPr>
            <a:r>
              <a:rPr lang="en-US" sz="1200" dirty="0" smtClean="0"/>
              <a:t>Working with Queries</a:t>
            </a:r>
          </a:p>
          <a:p>
            <a:pPr marL="707478" lvl="1" indent="-228600">
              <a:buFont typeface="+mj-lt"/>
              <a:buAutoNum type="arabicPeriod"/>
            </a:pPr>
            <a:r>
              <a:rPr lang="en-US" sz="1200" dirty="0" smtClean="0"/>
              <a:t>Templates</a:t>
            </a:r>
          </a:p>
          <a:p>
            <a:pPr marL="707478" lvl="1" indent="-228600">
              <a:buFont typeface="+mj-lt"/>
              <a:buAutoNum type="arabicPeriod"/>
            </a:pPr>
            <a:r>
              <a:rPr lang="en-US" sz="1200" dirty="0" smtClean="0"/>
              <a:t>Reuse a Layout Object</a:t>
            </a:r>
          </a:p>
          <a:p>
            <a:pPr marL="707478" lvl="1" indent="-228600">
              <a:buFont typeface="+mj-lt"/>
              <a:buAutoNum type="arabicPeriod"/>
            </a:pPr>
            <a:r>
              <a:rPr lang="en-US" sz="1200" dirty="0" smtClean="0"/>
              <a:t>Active Report</a:t>
            </a:r>
          </a:p>
          <a:p>
            <a:pPr marL="707478" lvl="1" indent="-228600">
              <a:buFont typeface="+mj-lt"/>
              <a:buAutoNum type="arabicPeriod"/>
            </a:pPr>
            <a:r>
              <a:rPr lang="en-US" sz="1200" dirty="0" smtClean="0"/>
              <a:t>Data Sets</a:t>
            </a:r>
          </a:p>
          <a:p>
            <a:pPr marL="707478" lvl="1" indent="-228600">
              <a:buFont typeface="+mj-lt"/>
              <a:buAutoNum type="arabicPeriod"/>
            </a:pPr>
            <a:r>
              <a:rPr lang="en-US" sz="1200" dirty="0" smtClean="0"/>
              <a:t>Data Modeling on web</a:t>
            </a:r>
          </a:p>
          <a:p>
            <a:pPr marL="707478" lvl="1" indent="-228600">
              <a:buFont typeface="+mj-lt"/>
              <a:buAutoNum type="arabicPeriod"/>
            </a:pPr>
            <a:r>
              <a:rPr lang="en-US" sz="1200" dirty="0" smtClean="0"/>
              <a:t>Dash boarding</a:t>
            </a:r>
          </a:p>
          <a:p>
            <a:pPr marL="707478" lvl="1" indent="-228600">
              <a:buFont typeface="+mj-lt"/>
              <a:buAutoNum type="arabicPeriod"/>
            </a:pPr>
            <a:r>
              <a:rPr lang="en-US" sz="1200" dirty="0" smtClean="0"/>
              <a:t>Snapshot Dashboard</a:t>
            </a:r>
          </a:p>
          <a:p>
            <a:pPr marL="707478" lvl="1" indent="-228600">
              <a:buFont typeface="+mj-lt"/>
              <a:buAutoNum type="arabicPeriod"/>
            </a:pPr>
            <a:r>
              <a:rPr lang="en-US" sz="1200" dirty="0" smtClean="0"/>
              <a:t>Notification </a:t>
            </a:r>
          </a:p>
        </p:txBody>
      </p:sp>
    </p:spTree>
  </p:cSld>
  <p:clrMapOvr>
    <a:masterClrMapping/>
  </p:clrMapOvr>
  <p:transition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2"/>
          <p:cNvSpPr txBox="1">
            <a:spLocks noChangeArrowheads="1"/>
          </p:cNvSpPr>
          <p:nvPr/>
        </p:nvSpPr>
        <p:spPr bwMode="auto">
          <a:xfrm>
            <a:off x="371475" y="1132840"/>
            <a:ext cx="9144000" cy="365760"/>
          </a:xfrm>
          <a:prstGeom prst="rect">
            <a:avLst/>
          </a:prstGeom>
          <a:noFill/>
          <a:ln w="9525">
            <a:noFill/>
            <a:round/>
            <a:headEnd/>
            <a:tailEnd/>
          </a:ln>
        </p:spPr>
        <p:txBody>
          <a:bodyPr/>
          <a:lstStyle/>
          <a:p>
            <a:pPr marL="274320" indent="-274320" eaLnBrk="1" hangingPunct="1">
              <a:spcBef>
                <a:spcPts val="60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cs typeface="Times New Roman" pitchFamily="18" charset="0"/>
              </a:rPr>
              <a:t>  IBM Cognos Homepage</a:t>
            </a:r>
          </a:p>
        </p:txBody>
      </p:sp>
      <p:sp>
        <p:nvSpPr>
          <p:cNvPr id="5"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ea typeface="Arial Unicode MS" pitchFamily="34" charset="-128"/>
                <a:cs typeface="Arial Unicode MS" pitchFamily="34" charset="-128"/>
              </a:rPr>
              <a:t>IBM Cognos 10 BI</a:t>
            </a:r>
          </a:p>
        </p:txBody>
      </p:sp>
      <p:pic>
        <p:nvPicPr>
          <p:cNvPr id="727041" name="Picture 1"/>
          <p:cNvPicPr>
            <a:picLocks noChangeAspect="1" noChangeArrowheads="1"/>
          </p:cNvPicPr>
          <p:nvPr/>
        </p:nvPicPr>
        <p:blipFill>
          <a:blip r:embed="rId3"/>
          <a:srcRect/>
          <a:stretch>
            <a:fillRect/>
          </a:stretch>
        </p:blipFill>
        <p:spPr bwMode="auto">
          <a:xfrm>
            <a:off x="609600" y="1600200"/>
            <a:ext cx="8921731" cy="4267200"/>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3" name="Picture 5"/>
          <p:cNvPicPr>
            <a:picLocks noChangeAspect="1" noChangeArrowheads="1"/>
          </p:cNvPicPr>
          <p:nvPr/>
        </p:nvPicPr>
        <p:blipFill>
          <a:blip r:embed="rId2" cstate="print"/>
          <a:srcRect/>
          <a:stretch>
            <a:fillRect/>
          </a:stretch>
        </p:blipFill>
        <p:spPr bwMode="auto">
          <a:xfrm>
            <a:off x="5817096" y="1711896"/>
            <a:ext cx="3619500" cy="2286000"/>
          </a:xfrm>
          <a:prstGeom prst="rect">
            <a:avLst/>
          </a:prstGeom>
          <a:noFill/>
          <a:ln w="9525">
            <a:solidFill>
              <a:schemeClr val="tx1"/>
            </a:solidFill>
            <a:miter lim="800000"/>
            <a:headEnd/>
            <a:tailEnd/>
          </a:ln>
        </p:spPr>
      </p:pic>
      <p:sp>
        <p:nvSpPr>
          <p:cNvPr id="122883" name="Rectangle 3"/>
          <p:cNvSpPr>
            <a:spLocks noGrp="1" noChangeArrowheads="1"/>
          </p:cNvSpPr>
          <p:nvPr>
            <p:ph type="body" idx="1"/>
          </p:nvPr>
        </p:nvSpPr>
        <p:spPr>
          <a:xfrm>
            <a:off x="369888" y="1143050"/>
            <a:ext cx="5029200" cy="1371550"/>
          </a:xfrm>
        </p:spPr>
        <p:txBody>
          <a:bodyPr/>
          <a:lstStyle/>
          <a:p>
            <a:pPr marL="274320" indent="-274320"/>
            <a:r>
              <a:rPr lang="en-US" sz="1800" dirty="0" smtClean="0">
                <a:cs typeface="Times New Roman" pitchFamily="18" charset="0"/>
              </a:rPr>
              <a:t>What is Report, Dashboard and Data Module?</a:t>
            </a:r>
          </a:p>
          <a:p>
            <a:pPr marL="457200" indent="-182880">
              <a:buFont typeface="Arial" pitchFamily="34" charset="0"/>
              <a:buChar char="•"/>
            </a:pPr>
            <a:r>
              <a:rPr lang="en-US" sz="1400" dirty="0" smtClean="0">
                <a:cs typeface="Times New Roman" pitchFamily="18" charset="0"/>
              </a:rPr>
              <a:t>A </a:t>
            </a:r>
            <a:r>
              <a:rPr lang="en-US" sz="1400" dirty="0">
                <a:cs typeface="Times New Roman" pitchFamily="18" charset="0"/>
              </a:rPr>
              <a:t>web-based report authoring tool that professional report authors and developers use to build sophisticated, multiple-page, multiple-query reports against multiple databases.</a:t>
            </a:r>
          </a:p>
        </p:txBody>
      </p:sp>
      <p:pic>
        <p:nvPicPr>
          <p:cNvPr id="181251" name="Picture 3"/>
          <p:cNvPicPr>
            <a:picLocks noChangeAspect="1" noChangeArrowheads="1"/>
          </p:cNvPicPr>
          <p:nvPr/>
        </p:nvPicPr>
        <p:blipFill>
          <a:blip r:embed="rId3" cstate="print"/>
          <a:srcRect/>
          <a:stretch>
            <a:fillRect/>
          </a:stretch>
        </p:blipFill>
        <p:spPr bwMode="auto">
          <a:xfrm>
            <a:off x="4433658" y="3868490"/>
            <a:ext cx="2967614" cy="2379910"/>
          </a:xfrm>
          <a:prstGeom prst="rect">
            <a:avLst/>
          </a:prstGeom>
          <a:noFill/>
          <a:ln w="9525">
            <a:solidFill>
              <a:schemeClr val="tx1"/>
            </a:solidFill>
            <a:miter lim="800000"/>
            <a:headEnd/>
            <a:tailEnd/>
          </a:ln>
        </p:spPr>
      </p:pic>
      <p:pic>
        <p:nvPicPr>
          <p:cNvPr id="181252" name="Picture 4"/>
          <p:cNvPicPr>
            <a:picLocks noChangeAspect="1" noChangeArrowheads="1"/>
          </p:cNvPicPr>
          <p:nvPr/>
        </p:nvPicPr>
        <p:blipFill>
          <a:blip r:embed="rId4" cstate="print"/>
          <a:srcRect/>
          <a:stretch>
            <a:fillRect/>
          </a:stretch>
        </p:blipFill>
        <p:spPr bwMode="auto">
          <a:xfrm>
            <a:off x="776536" y="3008040"/>
            <a:ext cx="3987880" cy="2304255"/>
          </a:xfrm>
          <a:prstGeom prst="rect">
            <a:avLst/>
          </a:prstGeom>
          <a:noFill/>
          <a:ln w="9525">
            <a:solidFill>
              <a:schemeClr val="tx1"/>
            </a:solidFill>
            <a:miter lim="800000"/>
            <a:headEnd/>
            <a:tailEnd/>
          </a:ln>
        </p:spPr>
      </p:pic>
      <p:sp>
        <p:nvSpPr>
          <p:cNvPr id="8"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advClick="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2"/>
          <p:cNvSpPr txBox="1">
            <a:spLocks noChangeArrowheads="1"/>
          </p:cNvSpPr>
          <p:nvPr/>
        </p:nvSpPr>
        <p:spPr bwMode="auto">
          <a:xfrm>
            <a:off x="374650" y="1117601"/>
            <a:ext cx="9465733" cy="5103813"/>
          </a:xfrm>
          <a:prstGeom prst="rect">
            <a:avLst/>
          </a:prstGeom>
          <a:noFill/>
          <a:ln w="9525">
            <a:noFill/>
            <a:round/>
            <a:headEnd/>
            <a:tailEnd/>
          </a:ln>
        </p:spPr>
        <p:txBody>
          <a:bodyPr lIns="92160" tIns="46080" rIns="92160" bIns="46080"/>
          <a:lstStyle/>
          <a:p>
            <a:pPr marL="274320" lvl="1" indent="-274320" defTabSz="914342">
              <a:lnSpc>
                <a:spcPct val="105000"/>
              </a:lnSpc>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Report Studio enables report authors to create, edit, and distribute a wide range of professional reports..</a:t>
            </a:r>
          </a:p>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The different types of reports can be </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Lists</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Crosstabs</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Charts</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Maps</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Active </a:t>
            </a:r>
            <a:r>
              <a:rPr lang="en-US" sz="1400" dirty="0" smtClean="0">
                <a:cs typeface="Times New Roman" pitchFamily="18" charset="0"/>
              </a:rPr>
              <a:t>Reports</a:t>
            </a:r>
          </a:p>
          <a:p>
            <a:pPr marL="457200" lvl="2" indent="-182880" defTabSz="914342">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dirty="0">
              <a:cs typeface="Times New Roman" pitchFamily="18" charset="0"/>
            </a:endParaRPr>
          </a:p>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There </a:t>
            </a:r>
            <a:r>
              <a:rPr lang="en-US" sz="1800" dirty="0">
                <a:cs typeface="Times New Roman" pitchFamily="18" charset="0"/>
              </a:rPr>
              <a:t>can be a mix of the above reports as well having following properties as well</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Multi-Frame</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Drill up/down, through</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Freeform Layout</a:t>
            </a:r>
          </a:p>
          <a:p>
            <a:pPr marL="457200" lvl="2" indent="-182880" defTabSz="914342">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Multi-Page</a:t>
            </a:r>
          </a:p>
        </p:txBody>
      </p:sp>
      <p:sp>
        <p:nvSpPr>
          <p:cNvPr id="6" name="Rectangle 1"/>
          <p:cNvSpPr txBox="1">
            <a:spLocks noChangeArrowheads="1"/>
          </p:cNvSpPr>
          <p:nvPr/>
        </p:nvSpPr>
        <p:spPr bwMode="black">
          <a:xfrm>
            <a:off x="-2852" y="241755"/>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a:t>
            </a:r>
            <a:r>
              <a:rPr lang="en-US" sz="2800" dirty="0" smtClean="0">
                <a:latin typeface="Arial Narrow" pitchFamily="34" charset="0"/>
                <a:cs typeface="Arial" pitchFamily="34" charset="0"/>
              </a:rPr>
              <a:t>Studio</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pic>
        <p:nvPicPr>
          <p:cNvPr id="740353" name="Picture 1"/>
          <p:cNvPicPr>
            <a:picLocks noChangeAspect="1" noChangeArrowheads="1"/>
          </p:cNvPicPr>
          <p:nvPr/>
        </p:nvPicPr>
        <p:blipFill>
          <a:blip r:embed="rId3"/>
          <a:srcRect/>
          <a:stretch>
            <a:fillRect/>
          </a:stretch>
        </p:blipFill>
        <p:spPr bwMode="auto">
          <a:xfrm>
            <a:off x="5181600" y="1981200"/>
            <a:ext cx="3762375" cy="1943100"/>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auto">
          <a:xfrm>
            <a:off x="3117304" y="3194946"/>
            <a:ext cx="3024336" cy="2376264"/>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a:ln>
                <a:noFill/>
              </a:ln>
              <a:solidFill>
                <a:schemeClr val="bg1"/>
              </a:solidFill>
              <a:effectLst/>
              <a:latin typeface="Arial" charset="0"/>
              <a:cs typeface="Arial" charset="0"/>
            </a:endParaRPr>
          </a:p>
        </p:txBody>
      </p:sp>
      <p:sp>
        <p:nvSpPr>
          <p:cNvPr id="14" name="Rectangle 13"/>
          <p:cNvSpPr/>
          <p:nvPr/>
        </p:nvSpPr>
        <p:spPr bwMode="auto">
          <a:xfrm>
            <a:off x="2109192" y="1826794"/>
            <a:ext cx="144016" cy="1008112"/>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a:ln>
                <a:noFill/>
              </a:ln>
              <a:solidFill>
                <a:schemeClr val="bg1"/>
              </a:solidFill>
              <a:effectLst/>
              <a:latin typeface="Arial" charset="0"/>
              <a:cs typeface="Arial" charset="0"/>
            </a:endParaRPr>
          </a:p>
        </p:txBody>
      </p:sp>
      <p:cxnSp>
        <p:nvCxnSpPr>
          <p:cNvPr id="18" name="Straight Connector 17"/>
          <p:cNvCxnSpPr>
            <a:stCxn id="14" idx="3"/>
          </p:cNvCxnSpPr>
          <p:nvPr/>
        </p:nvCxnSpPr>
        <p:spPr bwMode="auto">
          <a:xfrm>
            <a:off x="2253208" y="2330850"/>
            <a:ext cx="4824536" cy="0"/>
          </a:xfrm>
          <a:prstGeom prst="line">
            <a:avLst/>
          </a:prstGeom>
          <a:solidFill>
            <a:schemeClr val="tx2"/>
          </a:solidFill>
          <a:ln w="28575" cap="flat" cmpd="sng" algn="ctr">
            <a:solidFill>
              <a:srgbClr val="FF0000"/>
            </a:solidFill>
            <a:prstDash val="solid"/>
            <a:round/>
            <a:headEnd type="none" w="med" len="med"/>
            <a:tailEnd type="none" w="med" len="med"/>
          </a:ln>
          <a:effectLst/>
        </p:spPr>
      </p:cxnSp>
      <p:cxnSp>
        <p:nvCxnSpPr>
          <p:cNvPr id="20" name="Straight Connector 19"/>
          <p:cNvCxnSpPr/>
          <p:nvPr/>
        </p:nvCxnSpPr>
        <p:spPr bwMode="auto">
          <a:xfrm>
            <a:off x="2037184" y="2906914"/>
            <a:ext cx="5040560" cy="0"/>
          </a:xfrm>
          <a:prstGeom prst="line">
            <a:avLst/>
          </a:prstGeom>
          <a:solidFill>
            <a:schemeClr val="tx2"/>
          </a:solidFill>
          <a:ln w="28575" cap="flat" cmpd="sng" algn="ctr">
            <a:solidFill>
              <a:srgbClr val="FF0000"/>
            </a:solidFill>
            <a:prstDash val="solid"/>
            <a:round/>
            <a:headEnd type="none" w="med" len="med"/>
            <a:tailEnd type="none" w="med" len="med"/>
          </a:ln>
          <a:effectLst/>
        </p:spPr>
      </p:cxnSp>
      <p:cxnSp>
        <p:nvCxnSpPr>
          <p:cNvPr id="24" name="Straight Connector 23"/>
          <p:cNvCxnSpPr/>
          <p:nvPr/>
        </p:nvCxnSpPr>
        <p:spPr bwMode="auto">
          <a:xfrm>
            <a:off x="6141640" y="4203058"/>
            <a:ext cx="936104" cy="0"/>
          </a:xfrm>
          <a:prstGeom prst="line">
            <a:avLst/>
          </a:prstGeom>
          <a:solidFill>
            <a:schemeClr val="tx2"/>
          </a:solidFill>
          <a:ln w="28575" cap="flat" cmpd="sng" algn="ctr">
            <a:solidFill>
              <a:srgbClr val="FF0000"/>
            </a:solidFill>
            <a:prstDash val="solid"/>
            <a:round/>
            <a:headEnd type="none" w="med" len="med"/>
            <a:tailEnd type="none" w="med" len="med"/>
          </a:ln>
          <a:effectLst/>
        </p:spPr>
      </p:cxnSp>
      <p:sp>
        <p:nvSpPr>
          <p:cNvPr id="29" name="TextBox 28"/>
          <p:cNvSpPr txBox="1"/>
          <p:nvPr/>
        </p:nvSpPr>
        <p:spPr>
          <a:xfrm>
            <a:off x="7098952" y="4059041"/>
            <a:ext cx="914400" cy="274320"/>
          </a:xfrm>
          <a:prstGeom prst="rect">
            <a:avLst/>
          </a:prstGeom>
          <a:noFill/>
        </p:spPr>
        <p:txBody>
          <a:bodyPr wrap="square" rtlCol="0">
            <a:spAutoFit/>
          </a:bodyPr>
          <a:lstStyle/>
          <a:p>
            <a:r>
              <a:rPr lang="en-US" sz="1000" b="1" dirty="0">
                <a:cs typeface="Times New Roman" pitchFamily="18" charset="0"/>
              </a:rPr>
              <a:t>Work Area</a:t>
            </a:r>
          </a:p>
        </p:txBody>
      </p:sp>
      <p:sp>
        <p:nvSpPr>
          <p:cNvPr id="17"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pic>
        <p:nvPicPr>
          <p:cNvPr id="666625" name="Picture 1"/>
          <p:cNvPicPr>
            <a:picLocks noChangeAspect="1" noChangeArrowheads="1"/>
          </p:cNvPicPr>
          <p:nvPr/>
        </p:nvPicPr>
        <p:blipFill>
          <a:blip r:embed="rId3"/>
          <a:srcRect/>
          <a:stretch>
            <a:fillRect/>
          </a:stretch>
        </p:blipFill>
        <p:spPr bwMode="auto">
          <a:xfrm>
            <a:off x="1295400" y="1114424"/>
            <a:ext cx="7086600" cy="4969823"/>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3"/>
          <p:cNvSpPr>
            <a:spLocks noChangeArrowheads="1"/>
          </p:cNvSpPr>
          <p:nvPr/>
        </p:nvSpPr>
        <p:spPr bwMode="auto">
          <a:xfrm>
            <a:off x="368300" y="1130300"/>
            <a:ext cx="6126480" cy="5029200"/>
          </a:xfrm>
          <a:prstGeom prst="rect">
            <a:avLst/>
          </a:prstGeom>
          <a:noFill/>
          <a:ln w="9525">
            <a:noFill/>
            <a:round/>
            <a:headEnd/>
            <a:tailEnd/>
          </a:ln>
        </p:spPr>
        <p:txBody>
          <a:bodyPr lIns="91440" tIns="0" rIns="0" bIns="0" anchor="t" anchorCtr="0"/>
          <a:lstStyle/>
          <a:p>
            <a:pPr marL="274320" lvl="1" indent="-274320" defTabSz="914342">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A List report displays detailed information in rows and columns. </a:t>
            </a:r>
          </a:p>
          <a:p>
            <a:pPr marL="274320" lvl="1" indent="-274320" defTabSz="914342">
              <a:lnSpc>
                <a:spcPct val="105000"/>
              </a:lnSpc>
              <a:spcBef>
                <a:spcPts val="35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The layout options available in a List report are as follows:</a:t>
            </a:r>
            <a:endParaRPr lang="en-US" sz="1400" dirty="0">
              <a:solidFill>
                <a:srgbClr val="000000"/>
              </a:solidFill>
              <a:latin typeface="Times New Roman" pitchFamily="18" charset="0"/>
              <a:cs typeface="Times New Roman" pitchFamily="18" charset="0"/>
            </a:endParaRPr>
          </a:p>
          <a:p>
            <a:pPr marL="457200" lvl="2"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solidFill>
                  <a:srgbClr val="000000"/>
                </a:solidFill>
                <a:cs typeface="Times New Roman" pitchFamily="18" charset="0"/>
              </a:rPr>
              <a:t>Headers and footers</a:t>
            </a:r>
          </a:p>
          <a:p>
            <a:pPr marL="640080" lvl="3" indent="-18288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List header</a:t>
            </a:r>
          </a:p>
          <a:p>
            <a:pPr marL="914400" lvl="4" indent="-182880">
              <a:spcAft>
                <a:spcPts val="600"/>
              </a:spcAft>
              <a:buClr>
                <a:schemeClr val="accent2"/>
              </a:buClr>
              <a:buSzPct val="100000"/>
              <a:buFont typeface="Courier New" pitchFamily="49" charset="0"/>
              <a:buChar char="o"/>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Once for each occurrence of the list</a:t>
            </a: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Overall header</a:t>
            </a:r>
          </a:p>
          <a:p>
            <a:pPr marL="914400" lvl="4" indent="-182880">
              <a:lnSpc>
                <a:spcPct val="105000"/>
              </a:lnSpc>
              <a:spcBef>
                <a:spcPts val="350"/>
              </a:spcBef>
              <a:spcAft>
                <a:spcPts val="600"/>
              </a:spcAft>
              <a:buClr>
                <a:schemeClr val="accent2"/>
              </a:buClr>
              <a:buSzPct val="100000"/>
              <a:buFont typeface="Courier New" pitchFamily="49" charset="0"/>
              <a:buChar char="o"/>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Once for the entire list</a:t>
            </a: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Group header(s)</a:t>
            </a:r>
            <a:r>
              <a:rPr lang="ar-SA" sz="1400" dirty="0">
                <a:solidFill>
                  <a:srgbClr val="000000"/>
                </a:solidFill>
                <a:cs typeface="Times New Roman" pitchFamily="18" charset="0"/>
              </a:rPr>
              <a:t>‏</a:t>
            </a:r>
            <a:endParaRPr lang="en-US" sz="1400" dirty="0">
              <a:solidFill>
                <a:srgbClr val="000000"/>
              </a:solidFill>
              <a:cs typeface="Times New Roman" pitchFamily="18" charset="0"/>
            </a:endParaRP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Group footer(s)</a:t>
            </a:r>
            <a:r>
              <a:rPr lang="ar-SA" sz="1400" dirty="0">
                <a:solidFill>
                  <a:srgbClr val="000000"/>
                </a:solidFill>
                <a:cs typeface="Times New Roman" pitchFamily="18" charset="0"/>
              </a:rPr>
              <a:t>‏</a:t>
            </a:r>
            <a:endParaRPr lang="en-US" sz="1400" dirty="0">
              <a:solidFill>
                <a:srgbClr val="000000"/>
              </a:solidFill>
              <a:cs typeface="Times New Roman" pitchFamily="18" charset="0"/>
            </a:endParaRP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Overall footer</a:t>
            </a: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List footer</a:t>
            </a:r>
          </a:p>
          <a:p>
            <a:pPr marL="640080" lvl="3" indent="-18288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List Column Body</a:t>
            </a:r>
          </a:p>
          <a:p>
            <a:pPr marL="457200" lvl="2" indent="-182880">
              <a:lnSpc>
                <a:spcPct val="105000"/>
              </a:lnSpc>
              <a:spcBef>
                <a:spcPts val="35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solidFill>
                  <a:srgbClr val="000000"/>
                </a:solidFill>
                <a:cs typeface="Times New Roman" pitchFamily="18" charset="0"/>
              </a:rPr>
              <a:t>List Column Body</a:t>
            </a:r>
          </a:p>
          <a:p>
            <a:pPr algn="just">
              <a:buClr>
                <a:srgbClr val="009999"/>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Times New Roman" pitchFamily="18" charset="0"/>
              <a:cs typeface="Times New Roman" pitchFamily="18" charset="0"/>
            </a:endParaRPr>
          </a:p>
        </p:txBody>
      </p:sp>
      <p:sp>
        <p:nvSpPr>
          <p:cNvPr id="7" name="Rectangle 1"/>
          <p:cNvSpPr txBox="1">
            <a:spLocks noChangeArrowheads="1"/>
          </p:cNvSpPr>
          <p:nvPr/>
        </p:nvSpPr>
        <p:spPr bwMode="black">
          <a:xfrm>
            <a:off x="-2852" y="912"/>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pic>
        <p:nvPicPr>
          <p:cNvPr id="659460" name="Picture 4"/>
          <p:cNvPicPr>
            <a:picLocks noChangeAspect="1" noChangeArrowheads="1"/>
          </p:cNvPicPr>
          <p:nvPr/>
        </p:nvPicPr>
        <p:blipFill>
          <a:blip r:embed="rId3"/>
          <a:srcRect/>
          <a:stretch>
            <a:fillRect/>
          </a:stretch>
        </p:blipFill>
        <p:spPr bwMode="auto">
          <a:xfrm>
            <a:off x="6629400" y="1752600"/>
            <a:ext cx="2714625" cy="4371975"/>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ChangeArrowheads="1"/>
          </p:cNvSpPr>
          <p:nvPr/>
        </p:nvSpPr>
        <p:spPr bwMode="auto">
          <a:xfrm>
            <a:off x="374650" y="1155700"/>
            <a:ext cx="9144000" cy="2377440"/>
          </a:xfrm>
          <a:prstGeom prst="rect">
            <a:avLst/>
          </a:prstGeom>
          <a:noFill/>
          <a:ln w="9525">
            <a:noFill/>
            <a:round/>
            <a:headEnd/>
            <a:tailEnd/>
          </a:ln>
        </p:spPr>
        <p:txBody>
          <a:bodyPr lIns="90000" tIns="46800" rIns="90000" bIns="46800" anchor="t" anchorCtr="0"/>
          <a:lstStyle/>
          <a:p>
            <a:pPr>
              <a:spcBef>
                <a:spcPts val="600"/>
              </a:spcBef>
              <a:spcAft>
                <a:spcPts val="600"/>
              </a:spcAft>
              <a:buClr>
                <a:srgbClr val="009999"/>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Crosstab Reports</a:t>
            </a:r>
            <a:endParaRPr lang="en-US" sz="1400" b="1" dirty="0">
              <a:solidFill>
                <a:srgbClr val="000000"/>
              </a:solidFill>
              <a:latin typeface="Times New Roman" pitchFamily="18" charset="0"/>
              <a:cs typeface="Times New Roman" pitchFamily="18" charset="0"/>
            </a:endParaRPr>
          </a:p>
          <a:p>
            <a:pPr marL="274320" lvl="1" indent="-274320">
              <a:spcBef>
                <a:spcPts val="60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solidFill>
                  <a:srgbClr val="000000"/>
                </a:solidFill>
                <a:cs typeface="Times New Roman" pitchFamily="18" charset="0"/>
              </a:rPr>
              <a:t>Crosstab reports display information in a compact form than a grouped list. </a:t>
            </a:r>
            <a:endParaRPr lang="en-US" sz="1600" dirty="0">
              <a:solidFill>
                <a:srgbClr val="000000"/>
              </a:solidFill>
              <a:latin typeface="Times New Roman" pitchFamily="18" charset="0"/>
              <a:cs typeface="Times New Roman" pitchFamily="18" charset="0"/>
            </a:endParaRPr>
          </a:p>
          <a:p>
            <a:pPr marL="274320" lvl="1" indent="-274320">
              <a:lnSpc>
                <a:spcPct val="105000"/>
              </a:lnSpc>
              <a:spcBef>
                <a:spcPts val="120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solidFill>
                  <a:srgbClr val="000000"/>
                </a:solidFill>
                <a:cs typeface="Times New Roman" pitchFamily="18" charset="0"/>
              </a:rPr>
              <a:t>Crosstabs are composed of edges</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Row edge defines the members listed on the left side of the crosstab</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Column edge defines the members listed at the top of the crosstab</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Cells contain the measure values </a:t>
            </a:r>
          </a:p>
        </p:txBody>
      </p:sp>
      <p:sp>
        <p:nvSpPr>
          <p:cNvPr id="8"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
        <p:nvSpPr>
          <p:cNvPr id="9" name="Rectangle 2"/>
          <p:cNvSpPr>
            <a:spLocks noChangeArrowheads="1"/>
          </p:cNvSpPr>
          <p:nvPr/>
        </p:nvSpPr>
        <p:spPr bwMode="auto">
          <a:xfrm>
            <a:off x="368300" y="3657600"/>
            <a:ext cx="4114800" cy="2286000"/>
          </a:xfrm>
          <a:prstGeom prst="rect">
            <a:avLst/>
          </a:prstGeom>
          <a:noFill/>
          <a:ln w="9525">
            <a:noFill/>
            <a:round/>
            <a:headEnd/>
            <a:tailEnd/>
          </a:ln>
        </p:spPr>
        <p:txBody>
          <a:bodyPr lIns="90000" tIns="46800" rIns="90000" bIns="46800" anchor="t" anchorCtr="0"/>
          <a:lstStyle/>
          <a:p>
            <a:pPr marL="274320" lvl="1" indent="-274320">
              <a:lnSpc>
                <a:spcPct val="105000"/>
              </a:lnSpc>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solidFill>
                  <a:srgbClr val="000000"/>
                </a:solidFill>
                <a:cs typeface="Times New Roman" pitchFamily="18" charset="0"/>
              </a:rPr>
              <a:t>Edges are composed of the following:</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Crosstab Node - A collection of Node Members and Nested Nodes</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Crosstab Node Member – A collection of data items that define members</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Measures are also valid parts of an edge. </a:t>
            </a:r>
            <a:r>
              <a:rPr lang="en-IN" sz="1400" dirty="0">
                <a:solidFill>
                  <a:srgbClr val="000000"/>
                </a:solidFill>
                <a:cs typeface="Times New Roman" pitchFamily="18" charset="0"/>
              </a:rPr>
              <a:t>Measures are the items that can be counted also called facts, metrics, or key figures. </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dirty="0">
                <a:solidFill>
                  <a:srgbClr val="000000"/>
                </a:solidFill>
                <a:cs typeface="Times New Roman" pitchFamily="18" charset="0"/>
              </a:rPr>
              <a:t>Sales dollars, quantities and inventory levels are all examples of measures.</a:t>
            </a:r>
          </a:p>
        </p:txBody>
      </p:sp>
      <p:pic>
        <p:nvPicPr>
          <p:cNvPr id="668673" name="Picture 1"/>
          <p:cNvPicPr>
            <a:picLocks noChangeAspect="1" noChangeArrowheads="1"/>
          </p:cNvPicPr>
          <p:nvPr/>
        </p:nvPicPr>
        <p:blipFill>
          <a:blip r:embed="rId3"/>
          <a:srcRect/>
          <a:stretch>
            <a:fillRect/>
          </a:stretch>
        </p:blipFill>
        <p:spPr bwMode="auto">
          <a:xfrm>
            <a:off x="5181600" y="4038600"/>
            <a:ext cx="4248150" cy="1295400"/>
          </a:xfrm>
          <a:prstGeom prst="rect">
            <a:avLst/>
          </a:prstGeom>
          <a:noFill/>
          <a:ln w="9525">
            <a:solidFill>
              <a:schemeClr val="accent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ChangeArrowheads="1"/>
          </p:cNvSpPr>
          <p:nvPr/>
        </p:nvSpPr>
        <p:spPr bwMode="auto">
          <a:xfrm>
            <a:off x="374650" y="1117600"/>
            <a:ext cx="9144000" cy="5029200"/>
          </a:xfrm>
          <a:prstGeom prst="rect">
            <a:avLst/>
          </a:prstGeom>
          <a:noFill/>
          <a:ln w="9525">
            <a:noFill/>
            <a:round/>
            <a:headEnd/>
            <a:tailEnd/>
          </a:ln>
        </p:spPr>
        <p:txBody>
          <a:bodyPr lIns="90000" tIns="46800" rIns="90000" bIns="46800"/>
          <a:lstStyle/>
          <a:p>
            <a:pPr>
              <a:spcBef>
                <a:spcPts val="600"/>
              </a:spcBef>
              <a:spcAft>
                <a:spcPts val="600"/>
              </a:spcAft>
              <a:buClr>
                <a:srgbClr val="009999"/>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Charts</a:t>
            </a:r>
            <a:endParaRPr lang="en-US" sz="1400" dirty="0">
              <a:solidFill>
                <a:srgbClr val="000000"/>
              </a:solidFill>
              <a:latin typeface="Times New Roman" pitchFamily="18" charset="0"/>
              <a:cs typeface="Times New Roman" pitchFamily="18" charset="0"/>
            </a:endParaRP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Charts are a visual representation of data which represents trends, tabular numeric data and other functions that cannot be displayed in tabular reports.</a:t>
            </a: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Access information in a report by creating a drill up or down or drill through from elements in a chart. </a:t>
            </a: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Charts can be enhanced by applying informational overlays such as baselines,  markers and notes.</a:t>
            </a:r>
            <a:endParaRPr lang="en-US" sz="1400" dirty="0">
              <a:solidFill>
                <a:srgbClr val="000000"/>
              </a:solidFill>
              <a:latin typeface="Times New Roman" pitchFamily="18" charset="0"/>
              <a:cs typeface="Times New Roman" pitchFamily="18" charset="0"/>
            </a:endParaRPr>
          </a:p>
          <a:p>
            <a:pPr>
              <a:spcBef>
                <a:spcPts val="600"/>
              </a:spcBef>
              <a:spcAft>
                <a:spcPts val="600"/>
              </a:spcAft>
              <a:buClr>
                <a:srgbClr val="009999"/>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Maps</a:t>
            </a:r>
            <a:endParaRPr lang="en-US" sz="1400" dirty="0">
              <a:solidFill>
                <a:srgbClr val="000000"/>
              </a:solidFill>
              <a:latin typeface="Times New Roman" pitchFamily="18" charset="0"/>
              <a:cs typeface="Times New Roman" pitchFamily="18" charset="0"/>
            </a:endParaRP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Use Map Manager to design your own maps.</a:t>
            </a: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Maps are defined by layers:</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Region </a:t>
            </a:r>
          </a:p>
          <a:p>
            <a:pPr marL="640080" lvl="2"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Color code areas on the map to compare values such as World, Country or State</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Point</a:t>
            </a:r>
          </a:p>
          <a:p>
            <a:pPr marL="640080" lvl="2"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Color or size to map to compare values for cities, plants, sale districts</a:t>
            </a:r>
          </a:p>
          <a:p>
            <a:pPr marL="457200" lvl="1"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Display</a:t>
            </a:r>
          </a:p>
          <a:p>
            <a:pPr marL="640080" lvl="2" indent="-182880" algn="just">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cs typeface="Times New Roman" pitchFamily="18" charset="0"/>
              </a:rPr>
              <a:t>Display additional map details to provide context to the reader such as grids and/or an ocean Maps</a:t>
            </a:r>
          </a:p>
          <a:p>
            <a:pPr algn="ctr">
              <a:spcBef>
                <a:spcPts val="875"/>
              </a:spcBef>
              <a:buClr>
                <a:srgbClr val="009999"/>
              </a:buClr>
              <a:buFont typeface="Wingdings"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Times New Roman" pitchFamily="18" charset="0"/>
              <a:cs typeface="Times New Roman" pitchFamily="18" charset="0"/>
            </a:endParaRPr>
          </a:p>
          <a:p>
            <a:pPr algn="just">
              <a:buClr>
                <a:srgbClr val="009999"/>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Times New Roman" pitchFamily="18" charset="0"/>
              <a:cs typeface="Times New Roman" pitchFamily="18" charset="0"/>
            </a:endParaRPr>
          </a:p>
        </p:txBody>
      </p:sp>
      <p:sp>
        <p:nvSpPr>
          <p:cNvPr id="4"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2"/>
          <p:cNvSpPr txBox="1">
            <a:spLocks noChangeArrowheads="1"/>
          </p:cNvSpPr>
          <p:nvPr/>
        </p:nvSpPr>
        <p:spPr bwMode="auto">
          <a:xfrm>
            <a:off x="368300" y="1142256"/>
            <a:ext cx="9144000" cy="5029200"/>
          </a:xfrm>
          <a:prstGeom prst="rect">
            <a:avLst/>
          </a:prstGeom>
          <a:noFill/>
          <a:ln w="9525">
            <a:noFill/>
            <a:round/>
            <a:headEnd/>
            <a:tailEnd/>
          </a:ln>
        </p:spPr>
        <p:txBody>
          <a:bodyPr/>
          <a:lstStyle/>
          <a:p>
            <a:pPr indent="-120650">
              <a:lnSpc>
                <a:spcPct val="85000"/>
              </a:lnSpc>
              <a:spcBef>
                <a:spcPts val="600"/>
              </a:spcBef>
              <a:spcAft>
                <a:spcPts val="600"/>
              </a:spcAft>
              <a:buClr>
                <a:srgbClr val="009999"/>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Filters</a:t>
            </a:r>
            <a:endParaRPr lang="en-US" sz="1400" dirty="0">
              <a:solidFill>
                <a:srgbClr val="000000"/>
              </a:solidFill>
              <a:latin typeface="Times New Roman" pitchFamily="18" charset="0"/>
              <a:cs typeface="Times New Roman" pitchFamily="18" charset="0"/>
            </a:endParaRPr>
          </a:p>
          <a:p>
            <a:pPr marL="274320" lvl="1"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solidFill>
                  <a:srgbClr val="000000"/>
                </a:solidFill>
                <a:cs typeface="Times New Roman" pitchFamily="18" charset="0"/>
              </a:rPr>
              <a:t>Filter expressions enables to view only the selected information of a report and minimizes processing time by excluding unwanted data. </a:t>
            </a:r>
          </a:p>
          <a:p>
            <a:pPr marL="274320" lvl="1" indent="-27432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solidFill>
                  <a:srgbClr val="000000"/>
                </a:solidFill>
                <a:cs typeface="Times New Roman" pitchFamily="18" charset="0"/>
              </a:rPr>
              <a:t>The following are the types of filters:</a:t>
            </a:r>
            <a:endParaRPr lang="en-US" sz="1800" b="1" dirty="0">
              <a:solidFill>
                <a:srgbClr val="000000"/>
              </a:solidFill>
              <a:latin typeface="Times New Roman" pitchFamily="18" charset="0"/>
              <a:cs typeface="Times New Roman" pitchFamily="18" charset="0"/>
            </a:endParaRPr>
          </a:p>
          <a:p>
            <a:pPr marL="457200" lvl="1" indent="-182880" algn="just" eaLnBrk="1" hangingPunct="1">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dirty="0">
                <a:solidFill>
                  <a:srgbClr val="000000"/>
                </a:solidFill>
                <a:cs typeface="Times New Roman" pitchFamily="18" charset="0"/>
              </a:rPr>
              <a:t>Detail filters</a:t>
            </a:r>
          </a:p>
          <a:p>
            <a:pPr marL="457200" lvl="1" indent="-182880" algn="just" eaLnBrk="1" hangingPunct="1">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dirty="0">
                <a:solidFill>
                  <a:srgbClr val="000000"/>
                </a:solidFill>
                <a:cs typeface="Times New Roman" pitchFamily="18" charset="0"/>
              </a:rPr>
              <a:t>Summary filters</a:t>
            </a:r>
          </a:p>
          <a:p>
            <a:pPr marL="457200" lvl="1" indent="-182880" algn="just" eaLnBrk="1" hangingPunct="1">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dirty="0">
                <a:solidFill>
                  <a:srgbClr val="000000"/>
                </a:solidFill>
                <a:cs typeface="Times New Roman" pitchFamily="18" charset="0"/>
              </a:rPr>
              <a:t>Slicers</a:t>
            </a:r>
          </a:p>
          <a:p>
            <a:pPr marL="640080" lvl="2" indent="-182880" eaLnBrk="1" hangingPunct="1">
              <a:spcBef>
                <a:spcPts val="600"/>
              </a:spcBef>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In a crosstab, a slicer is a filter that is applied to  the cells of the crosstab, but not the rows or columns.</a:t>
            </a:r>
          </a:p>
          <a:p>
            <a:pPr marL="640080" lvl="2" indent="-182880" eaLnBrk="1" hangingPunct="1">
              <a:spcBef>
                <a:spcPts val="600"/>
              </a:spcBef>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A slicer is a set of slicer member sets. Each slicer member set is an expression that returns a set of members from the same dimension.</a:t>
            </a:r>
          </a:p>
          <a:p>
            <a:pPr marL="640080" lvl="2" indent="-182880" eaLnBrk="1" hangingPunct="1">
              <a:spcBef>
                <a:spcPts val="600"/>
              </a:spcBef>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Multiple slicer member sets cannot be created against the same dimension.</a:t>
            </a:r>
          </a:p>
          <a:p>
            <a:pPr marL="640080" lvl="2" indent="-182880" eaLnBrk="1" hangingPunct="1">
              <a:spcBef>
                <a:spcPts val="600"/>
              </a:spcBef>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a child member of a report item can be added as a slicer.</a:t>
            </a:r>
          </a:p>
        </p:txBody>
      </p:sp>
      <p:sp>
        <p:nvSpPr>
          <p:cNvPr id="6"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2"/>
          <p:cNvSpPr txBox="1">
            <a:spLocks noChangeArrowheads="1"/>
          </p:cNvSpPr>
          <p:nvPr/>
        </p:nvSpPr>
        <p:spPr bwMode="auto">
          <a:xfrm>
            <a:off x="374650" y="1133376"/>
            <a:ext cx="5943600" cy="5029200"/>
          </a:xfrm>
          <a:prstGeom prst="rect">
            <a:avLst/>
          </a:prstGeom>
          <a:noFill/>
          <a:ln w="9525">
            <a:noFill/>
            <a:round/>
            <a:headEnd/>
            <a:tailEnd/>
          </a:ln>
        </p:spPr>
        <p:txBody>
          <a:bodyPr/>
          <a:lstStyle/>
          <a:p>
            <a:pPr indent="-120650">
              <a:lnSpc>
                <a:spcPct val="85000"/>
              </a:lnSpc>
              <a:spcBef>
                <a:spcPts val="600"/>
              </a:spcBef>
              <a:spcAft>
                <a:spcPts val="600"/>
              </a:spcAft>
              <a:buClr>
                <a:srgbClr val="009999"/>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000" b="1" dirty="0">
                <a:solidFill>
                  <a:srgbClr val="000000"/>
                </a:solidFill>
                <a:cs typeface="Times New Roman" pitchFamily="18" charset="0"/>
              </a:rPr>
              <a:t>Prompts</a:t>
            </a:r>
            <a:endParaRPr lang="en-IN" sz="1400" dirty="0">
              <a:solidFill>
                <a:srgbClr val="000000"/>
              </a:solidFill>
              <a:latin typeface="Times New Roman" pitchFamily="18" charset="0"/>
              <a:cs typeface="Times New Roman" pitchFamily="18" charset="0"/>
            </a:endParaRP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dirty="0">
                <a:solidFill>
                  <a:srgbClr val="000000"/>
                </a:solidFill>
                <a:cs typeface="Times New Roman" pitchFamily="18" charset="0"/>
              </a:rPr>
              <a:t>Prompts act as questions for specific areas of business that narrow the result set, making the report more manageable.</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dirty="0">
                <a:solidFill>
                  <a:srgbClr val="000000"/>
                </a:solidFill>
                <a:cs typeface="Times New Roman" pitchFamily="18" charset="0"/>
              </a:rPr>
              <a:t>Prompts can come in many styles such as text box prompts, value prompts, search and select prompts, and date prompts.</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dirty="0">
                <a:solidFill>
                  <a:srgbClr val="000000"/>
                </a:solidFill>
                <a:cs typeface="Times New Roman" pitchFamily="18" charset="0"/>
              </a:rPr>
              <a:t>The following are the features of prompts:</a:t>
            </a:r>
            <a:endParaRPr lang="en-US" sz="1400" dirty="0">
              <a:solidFill>
                <a:srgbClr val="000000"/>
              </a:solidFill>
              <a:latin typeface="Times New Roman" pitchFamily="18" charset="0"/>
              <a:cs typeface="Times New Roman" pitchFamily="18" charset="0"/>
            </a:endParaRP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Used for parameters in filters and calculations</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Optional and required</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Set Single and multiple values in Prompt properties</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Multilingual Prompts can be used</a:t>
            </a:r>
          </a:p>
          <a:p>
            <a:pPr marL="457200" lvl="1" indent="-182880" algn="just">
              <a:spcBef>
                <a:spcPts val="600"/>
              </a:spcBef>
              <a:spcAft>
                <a:spcPts val="600"/>
              </a:spcAft>
              <a:buClr>
                <a:schemeClr val="accent2"/>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Report Studio will default prompt type</a:t>
            </a:r>
          </a:p>
        </p:txBody>
      </p:sp>
      <p:sp>
        <p:nvSpPr>
          <p:cNvPr id="10245" name="Rectangle 4"/>
          <p:cNvSpPr>
            <a:spLocks noChangeArrowheads="1"/>
          </p:cNvSpPr>
          <p:nvPr/>
        </p:nvSpPr>
        <p:spPr bwMode="auto">
          <a:xfrm>
            <a:off x="7150100" y="1205260"/>
            <a:ext cx="2146300" cy="381000"/>
          </a:xfrm>
          <a:prstGeom prst="rect">
            <a:avLst/>
          </a:prstGeom>
          <a:noFill/>
          <a:ln w="9525">
            <a:noFill/>
            <a:round/>
            <a:headEnd/>
            <a:tailEnd/>
          </a:ln>
        </p:spPr>
        <p:txBody>
          <a:bodyPr lIns="90000" tIns="46800" rIns="90000" bIns="46800"/>
          <a:lstStyle/>
          <a:p>
            <a:pPr marL="120650" indent="-120650" eaLnBrk="1" hangingPunct="1">
              <a:lnSpc>
                <a:spcPct val="95000"/>
              </a:lnSpc>
              <a:spcBef>
                <a:spcPts val="700"/>
              </a:spcBef>
              <a:spcAft>
                <a:spcPts val="300"/>
              </a:spcAft>
              <a:buClr>
                <a:srgbClr val="009999"/>
              </a:buClr>
              <a:buFont typeface="Wingdings" pitchFamily="2" charset="2"/>
              <a:buNone/>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1600" b="1" dirty="0">
                <a:solidFill>
                  <a:srgbClr val="000000"/>
                </a:solidFill>
              </a:rPr>
              <a:t>Types of Prompts</a:t>
            </a:r>
          </a:p>
        </p:txBody>
      </p:sp>
      <p:sp>
        <p:nvSpPr>
          <p:cNvPr id="8"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pic>
        <p:nvPicPr>
          <p:cNvPr id="663556" name="Picture 4"/>
          <p:cNvPicPr>
            <a:picLocks noChangeAspect="1" noChangeArrowheads="1"/>
          </p:cNvPicPr>
          <p:nvPr/>
        </p:nvPicPr>
        <p:blipFill>
          <a:blip r:embed="rId3"/>
          <a:srcRect/>
          <a:stretch>
            <a:fillRect/>
          </a:stretch>
        </p:blipFill>
        <p:spPr bwMode="auto">
          <a:xfrm>
            <a:off x="6934200" y="1676400"/>
            <a:ext cx="2133600" cy="3429000"/>
          </a:xfrm>
          <a:prstGeom prst="rect">
            <a:avLst/>
          </a:prstGeom>
          <a:noFill/>
          <a:ln w="9525">
            <a:solidFill>
              <a:schemeClr val="accent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2"/>
          <p:cNvSpPr txBox="1">
            <a:spLocks noChangeArrowheads="1"/>
          </p:cNvSpPr>
          <p:nvPr/>
        </p:nvSpPr>
        <p:spPr bwMode="auto">
          <a:xfrm>
            <a:off x="374650" y="1136179"/>
            <a:ext cx="6407150" cy="5029200"/>
          </a:xfrm>
          <a:prstGeom prst="rect">
            <a:avLst/>
          </a:prstGeom>
          <a:noFill/>
          <a:ln w="9525">
            <a:noFill/>
            <a:round/>
            <a:headEnd/>
            <a:tailEnd/>
          </a:ln>
        </p:spPr>
        <p:txBody>
          <a:bodyPr/>
          <a:lstStyle/>
          <a:p>
            <a:pPr indent="-120650">
              <a:lnSpc>
                <a:spcPct val="85000"/>
              </a:lnSpc>
              <a:spcBef>
                <a:spcPts val="600"/>
              </a:spcBef>
              <a:spcAft>
                <a:spcPts val="600"/>
              </a:spcAft>
              <a:buClr>
                <a:srgbClr val="009999"/>
              </a:buClr>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Conditional Processing</a:t>
            </a:r>
            <a:endParaRPr lang="en-IN" sz="2000" b="1" dirty="0">
              <a:solidFill>
                <a:srgbClr val="000000"/>
              </a:solidFill>
              <a:cs typeface="Times New Roman" pitchFamily="18" charset="0"/>
            </a:endParaRP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dirty="0">
                <a:solidFill>
                  <a:srgbClr val="000000"/>
                </a:solidFill>
                <a:cs typeface="Times New Roman" pitchFamily="18" charset="0"/>
              </a:rPr>
              <a:t>Conditional styles enable the user to establish criteria on which Report Studio highlights specified ranges or values.</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dirty="0">
                <a:solidFill>
                  <a:srgbClr val="000000"/>
                </a:solidFill>
                <a:cs typeface="Times New Roman" pitchFamily="18" charset="0"/>
              </a:rPr>
              <a:t>Conditional styles can be used with numeric data, text data, and date values.</a:t>
            </a:r>
            <a:r>
              <a:rPr lang="en-US" sz="1400" dirty="0">
                <a:solidFill>
                  <a:srgbClr val="000000"/>
                </a:solidFill>
                <a:cs typeface="Times New Roman" pitchFamily="18" charset="0"/>
              </a:rPr>
              <a:t> </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Conditional highlighting based on variables</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Conditional text based on multilingual variables</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Conditional Blocks</a:t>
            </a:r>
          </a:p>
          <a:p>
            <a:pPr marL="274320" lvl="1" indent="-274320" algn="just">
              <a:spcBef>
                <a:spcPts val="600"/>
              </a:spcBef>
              <a:spcAft>
                <a:spcPts val="600"/>
              </a:spcAft>
              <a:buClr>
                <a:schemeClr val="accent2"/>
              </a:buClr>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cs typeface="Times New Roman" pitchFamily="18" charset="0"/>
              </a:rPr>
              <a:t>Conditional Rendering:</a:t>
            </a:r>
          </a:p>
          <a:p>
            <a:pPr marL="457200" lvl="2" indent="-182880">
              <a:spcAft>
                <a:spcPts val="600"/>
              </a:spcAft>
              <a:buClr>
                <a:srgbClr val="009999"/>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Object not rendered based on variable</a:t>
            </a:r>
          </a:p>
          <a:p>
            <a:pPr marL="640080" lvl="3"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as if the object does not exist (versus exists but transparent or hidden)</a:t>
            </a:r>
            <a:r>
              <a:rPr lang="ar-SA" sz="1400" dirty="0">
                <a:solidFill>
                  <a:srgbClr val="000000"/>
                </a:solidFill>
                <a:cs typeface="Times New Roman" pitchFamily="18" charset="0"/>
              </a:rPr>
              <a:t>‏</a:t>
            </a:r>
            <a:endParaRPr lang="en-US" sz="1400" dirty="0">
              <a:solidFill>
                <a:srgbClr val="000000"/>
              </a:solidFill>
              <a:cs typeface="Times New Roman" pitchFamily="18" charset="0"/>
            </a:endParaRPr>
          </a:p>
          <a:p>
            <a:pPr marL="822960" lvl="3" indent="-182880">
              <a:spcBef>
                <a:spcPts val="600"/>
              </a:spcBef>
              <a:spcAft>
                <a:spcPts val="600"/>
              </a:spcAft>
              <a:buClr>
                <a:schemeClr val="accent2"/>
              </a:buClr>
              <a:buFont typeface="Courier New" pitchFamily="49" charset="0"/>
              <a:buChar char="o"/>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Useful to hide a column in a list</a:t>
            </a:r>
          </a:p>
          <a:p>
            <a:pPr marL="640080" lvl="3" indent="-182880">
              <a:lnSpc>
                <a:spcPct val="95000"/>
              </a:lnSpc>
              <a:spcBef>
                <a:spcPts val="600"/>
              </a:spcBef>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Supported on:</a:t>
            </a:r>
          </a:p>
          <a:p>
            <a:pPr marL="822960" lvl="3" indent="-182880">
              <a:lnSpc>
                <a:spcPct val="95000"/>
              </a:lnSpc>
              <a:spcBef>
                <a:spcPts val="600"/>
              </a:spcBef>
              <a:spcAft>
                <a:spcPts val="600"/>
              </a:spcAft>
              <a:buClr>
                <a:schemeClr val="accent2"/>
              </a:buClr>
              <a:buFont typeface="Courier New" pitchFamily="49" charset="0"/>
              <a:buChar char="o"/>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solidFill>
                  <a:srgbClr val="000000"/>
                </a:solidFill>
                <a:cs typeface="Times New Roman" pitchFamily="18" charset="0"/>
              </a:rPr>
              <a:t>Block, Text item, List, List column, Crosstab, Chart, Table, Repeater, Repeater Table, Repeater Table Cell, image, hyperlink, hyperlink button, prompts, HTML item, field set, and so on.</a:t>
            </a:r>
          </a:p>
          <a:p>
            <a:pPr marL="120650" indent="-120650" eaLnBrk="1" hangingPunct="1">
              <a:lnSpc>
                <a:spcPct val="95000"/>
              </a:lnSpc>
              <a:buClr>
                <a:srgbClr val="4E84C4"/>
              </a:buClr>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dirty="0">
              <a:solidFill>
                <a:srgbClr val="000000"/>
              </a:solidFill>
              <a:latin typeface="Times New Roman" pitchFamily="18" charset="0"/>
              <a:cs typeface="Times New Roman" pitchFamily="18" charset="0"/>
            </a:endParaRPr>
          </a:p>
        </p:txBody>
      </p:sp>
      <p:graphicFrame>
        <p:nvGraphicFramePr>
          <p:cNvPr id="11266" name="Object 3"/>
          <p:cNvGraphicFramePr>
            <a:graphicFrameLocks noChangeAspect="1"/>
          </p:cNvGraphicFramePr>
          <p:nvPr/>
        </p:nvGraphicFramePr>
        <p:xfrm>
          <a:off x="6769100" y="1143000"/>
          <a:ext cx="2847975" cy="3371850"/>
        </p:xfrm>
        <a:graphic>
          <a:graphicData uri="http://schemas.openxmlformats.org/presentationml/2006/ole">
            <mc:AlternateContent xmlns:mc="http://schemas.openxmlformats.org/markup-compatibility/2006">
              <mc:Choice xmlns:v="urn:schemas-microsoft-com:vml" Requires="v">
                <p:oleObj spid="_x0000_s664580" r:id="rId4" imgW="2629267" imgH="3371429" progId="PBrush">
                  <p:embed/>
                </p:oleObj>
              </mc:Choice>
              <mc:Fallback>
                <p:oleObj r:id="rId4" imgW="2629267" imgH="3371429"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9100" y="1143000"/>
                        <a:ext cx="2847975" cy="33718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7"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41" name="Rectangle 9"/>
          <p:cNvSpPr>
            <a:spLocks noGrp="1" noChangeArrowheads="1"/>
          </p:cNvSpPr>
          <p:nvPr>
            <p:ph type="title"/>
          </p:nvPr>
        </p:nvSpPr>
        <p:spPr>
          <a:xfrm>
            <a:off x="252811" y="448747"/>
            <a:ext cx="9606756" cy="369332"/>
          </a:xfrm>
        </p:spPr>
        <p:txBody>
          <a:bodyPr/>
          <a:lstStyle/>
          <a:p>
            <a:pPr eaLnBrk="1" fontAlgn="auto" hangingPunct="1">
              <a:spcAft>
                <a:spcPts val="0"/>
              </a:spcAft>
              <a:defRPr/>
            </a:pPr>
            <a:r>
              <a:rPr lang="en-US"/>
              <a:t>Drill Through</a:t>
            </a:r>
          </a:p>
        </p:txBody>
      </p:sp>
      <p:sp>
        <p:nvSpPr>
          <p:cNvPr id="92163" name="Rectangle 2" descr="Rectangle: Click to edit Master text styles&#10;Second level&#10;Third level&#10;Fourth level&#10;Fifth level"/>
          <p:cNvSpPr>
            <a:spLocks noGrp="1" noChangeArrowheads="1"/>
          </p:cNvSpPr>
          <p:nvPr>
            <p:ph sz="quarter" idx="1"/>
          </p:nvPr>
        </p:nvSpPr>
        <p:spPr>
          <a:xfrm>
            <a:off x="254530" y="990601"/>
            <a:ext cx="9422739" cy="4397375"/>
          </a:xfrm>
        </p:spPr>
        <p:txBody>
          <a:bodyPr/>
          <a:lstStyle/>
          <a:p>
            <a:pPr eaLnBrk="1" hangingPunct="1"/>
            <a:r>
              <a:rPr lang="en-GB" dirty="0"/>
              <a:t>Report </a:t>
            </a:r>
            <a:r>
              <a:rPr lang="en-GB" dirty="0" smtClean="0"/>
              <a:t>Analytics </a:t>
            </a:r>
            <a:r>
              <a:rPr lang="en-GB" dirty="0"/>
              <a:t>allows you to drill through from one report to another report that contains related information. </a:t>
            </a:r>
          </a:p>
          <a:p>
            <a:pPr eaLnBrk="1" hangingPunct="1"/>
            <a:r>
              <a:rPr lang="en-GB" dirty="0"/>
              <a:t>To create a drill through, you must have a Parent (Source) report and a Target (Child) report. </a:t>
            </a:r>
          </a:p>
        </p:txBody>
      </p:sp>
      <p:grpSp>
        <p:nvGrpSpPr>
          <p:cNvPr id="2" name="Group 16"/>
          <p:cNvGrpSpPr>
            <a:grpSpLocks/>
          </p:cNvGrpSpPr>
          <p:nvPr/>
        </p:nvGrpSpPr>
        <p:grpSpPr bwMode="auto">
          <a:xfrm>
            <a:off x="0" y="3181351"/>
            <a:ext cx="9678988" cy="3082925"/>
            <a:chOff x="0" y="2004"/>
            <a:chExt cx="5628" cy="1942"/>
          </a:xfrm>
        </p:grpSpPr>
        <p:pic>
          <p:nvPicPr>
            <p:cNvPr id="92165" name="Picture 11"/>
            <p:cNvPicPr>
              <a:picLocks noChangeAspect="1" noChangeArrowheads="1"/>
            </p:cNvPicPr>
            <p:nvPr/>
          </p:nvPicPr>
          <p:blipFill>
            <a:blip r:embed="rId3" cstate="print"/>
            <a:srcRect/>
            <a:stretch>
              <a:fillRect/>
            </a:stretch>
          </p:blipFill>
          <p:spPr bwMode="auto">
            <a:xfrm>
              <a:off x="0" y="2004"/>
              <a:ext cx="2880" cy="1942"/>
            </a:xfrm>
            <a:prstGeom prst="rect">
              <a:avLst/>
            </a:prstGeom>
            <a:noFill/>
            <a:ln w="9525" algn="ctr">
              <a:noFill/>
              <a:miter lim="800000"/>
              <a:headEnd/>
              <a:tailEnd/>
            </a:ln>
          </p:spPr>
        </p:pic>
        <p:pic>
          <p:nvPicPr>
            <p:cNvPr id="92166" name="Picture 13"/>
            <p:cNvPicPr>
              <a:picLocks noChangeAspect="1" noChangeArrowheads="1"/>
            </p:cNvPicPr>
            <p:nvPr/>
          </p:nvPicPr>
          <p:blipFill>
            <a:blip r:embed="rId4" cstate="print"/>
            <a:srcRect/>
            <a:stretch>
              <a:fillRect/>
            </a:stretch>
          </p:blipFill>
          <p:spPr bwMode="auto">
            <a:xfrm>
              <a:off x="3024" y="2208"/>
              <a:ext cx="2604" cy="1266"/>
            </a:xfrm>
            <a:prstGeom prst="rect">
              <a:avLst/>
            </a:prstGeom>
            <a:noFill/>
            <a:ln w="9525" algn="ctr">
              <a:noFill/>
              <a:miter lim="800000"/>
              <a:headEnd/>
              <a:tailEnd/>
            </a:ln>
          </p:spPr>
        </p:pic>
        <p:sp>
          <p:nvSpPr>
            <p:cNvPr id="92167" name="Oval 14"/>
            <p:cNvSpPr>
              <a:spLocks noChangeArrowheads="1"/>
            </p:cNvSpPr>
            <p:nvPr/>
          </p:nvSpPr>
          <p:spPr bwMode="auto">
            <a:xfrm>
              <a:off x="1056" y="2112"/>
              <a:ext cx="960" cy="144"/>
            </a:xfrm>
            <a:prstGeom prst="ellipse">
              <a:avLst/>
            </a:prstGeom>
            <a:noFill/>
            <a:ln w="25400" algn="ctr">
              <a:solidFill>
                <a:srgbClr val="FF0000"/>
              </a:solidFill>
              <a:round/>
              <a:headEnd/>
              <a:tailEnd/>
            </a:ln>
          </p:spPr>
          <p:txBody>
            <a:bodyPr wrap="none" anchor="ctr"/>
            <a:lstStyle/>
            <a:p>
              <a:endParaRPr lang="en-US"/>
            </a:p>
          </p:txBody>
        </p:sp>
        <p:sp>
          <p:nvSpPr>
            <p:cNvPr id="92168" name="Line 15"/>
            <p:cNvSpPr>
              <a:spLocks noChangeShapeType="1"/>
            </p:cNvSpPr>
            <p:nvPr/>
          </p:nvSpPr>
          <p:spPr bwMode="auto">
            <a:xfrm>
              <a:off x="2016" y="2208"/>
              <a:ext cx="1008" cy="240"/>
            </a:xfrm>
            <a:prstGeom prst="line">
              <a:avLst/>
            </a:prstGeom>
            <a:noFill/>
            <a:ln w="25400">
              <a:solidFill>
                <a:srgbClr val="FF0000"/>
              </a:solidFill>
              <a:round/>
              <a:headEnd/>
              <a:tailEnd type="triangle" w="lg" len="med"/>
            </a:ln>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3" name="Rectangle 3"/>
          <p:cNvSpPr>
            <a:spLocks noGrp="1" noChangeArrowheads="1"/>
          </p:cNvSpPr>
          <p:nvPr>
            <p:ph type="title"/>
          </p:nvPr>
        </p:nvSpPr>
        <p:spPr>
          <a:xfrm>
            <a:off x="252811" y="448747"/>
            <a:ext cx="9606756" cy="369332"/>
          </a:xfrm>
        </p:spPr>
        <p:txBody>
          <a:bodyPr/>
          <a:lstStyle/>
          <a:p>
            <a:pPr eaLnBrk="1" fontAlgn="auto" hangingPunct="1">
              <a:spcAft>
                <a:spcPts val="0"/>
              </a:spcAft>
              <a:defRPr/>
            </a:pPr>
            <a:r>
              <a:rPr lang="en-US"/>
              <a:t>Drill Through – Target Report</a:t>
            </a:r>
          </a:p>
        </p:txBody>
      </p:sp>
      <p:sp>
        <p:nvSpPr>
          <p:cNvPr id="1070082" name="Rectangle 2" descr="Rectangle: Click to edit Master text styles&#10;Second level&#10;Third level&#10;Fourth level&#10;Fifth level"/>
          <p:cNvSpPr>
            <a:spLocks noGrp="1" noChangeArrowheads="1"/>
          </p:cNvSpPr>
          <p:nvPr>
            <p:ph sz="quarter" idx="1"/>
          </p:nvPr>
        </p:nvSpPr>
        <p:spPr>
          <a:xfrm>
            <a:off x="254530" y="1089026"/>
            <a:ext cx="9422739" cy="1501775"/>
          </a:xfrm>
        </p:spPr>
        <p:txBody>
          <a:bodyPr>
            <a:normAutofit/>
          </a:bodyPr>
          <a:lstStyle/>
          <a:p>
            <a:pPr marL="274320" indent="-274320" eaLnBrk="1" fontAlgn="auto" hangingPunct="1">
              <a:lnSpc>
                <a:spcPct val="130000"/>
              </a:lnSpc>
              <a:spcAft>
                <a:spcPts val="0"/>
              </a:spcAft>
              <a:buFont typeface="Wingdings"/>
              <a:buChar char=""/>
              <a:defRPr/>
            </a:pPr>
            <a:r>
              <a:rPr lang="en-GB"/>
              <a:t>First create the Target report.</a:t>
            </a:r>
          </a:p>
          <a:p>
            <a:pPr marL="274320" indent="-274320" eaLnBrk="1" fontAlgn="auto" hangingPunct="1">
              <a:lnSpc>
                <a:spcPct val="130000"/>
              </a:lnSpc>
              <a:spcAft>
                <a:spcPts val="0"/>
              </a:spcAft>
              <a:buFont typeface="Wingdings"/>
              <a:buChar char=""/>
              <a:defRPr/>
            </a:pPr>
            <a:r>
              <a:rPr lang="en-GB"/>
              <a:t>In the Target report, create a filter with a parameter that relates to a column in the Source report. </a:t>
            </a:r>
            <a:endParaRPr lang="en-US"/>
          </a:p>
        </p:txBody>
      </p:sp>
      <p:sp>
        <p:nvSpPr>
          <p:cNvPr id="93192" name="Line 8"/>
          <p:cNvSpPr>
            <a:spLocks noChangeShapeType="1"/>
          </p:cNvSpPr>
          <p:nvPr/>
        </p:nvSpPr>
        <p:spPr bwMode="auto">
          <a:xfrm>
            <a:off x="1403350" y="3276600"/>
            <a:ext cx="3632200" cy="381000"/>
          </a:xfrm>
          <a:prstGeom prst="line">
            <a:avLst/>
          </a:prstGeom>
          <a:noFill/>
          <a:ln w="25400">
            <a:solidFill>
              <a:srgbClr val="FF0000"/>
            </a:solidFill>
            <a:round/>
            <a:headEnd/>
            <a:tailEnd type="triangle" w="lg" len="med"/>
          </a:ln>
        </p:spPr>
        <p:txBody>
          <a:bodyPr wrap="none" anchor="ctr"/>
          <a:lstStyle/>
          <a:p>
            <a:endParaRPr lang="en-US"/>
          </a:p>
        </p:txBody>
      </p:sp>
      <p:pic>
        <p:nvPicPr>
          <p:cNvPr id="686081" name="Picture 1"/>
          <p:cNvPicPr>
            <a:picLocks noChangeAspect="1" noChangeArrowheads="1"/>
          </p:cNvPicPr>
          <p:nvPr/>
        </p:nvPicPr>
        <p:blipFill>
          <a:blip r:embed="rId3"/>
          <a:srcRect/>
          <a:stretch>
            <a:fillRect/>
          </a:stretch>
        </p:blipFill>
        <p:spPr bwMode="auto">
          <a:xfrm>
            <a:off x="381000" y="2667001"/>
            <a:ext cx="4301438" cy="2590800"/>
          </a:xfrm>
          <a:prstGeom prst="rect">
            <a:avLst/>
          </a:prstGeom>
          <a:noFill/>
          <a:ln w="9525">
            <a:noFill/>
            <a:miter lim="800000"/>
            <a:headEnd/>
            <a:tailEnd/>
          </a:ln>
        </p:spPr>
      </p:pic>
      <p:pic>
        <p:nvPicPr>
          <p:cNvPr id="686082" name="Picture 2"/>
          <p:cNvPicPr>
            <a:picLocks noChangeAspect="1" noChangeArrowheads="1"/>
          </p:cNvPicPr>
          <p:nvPr/>
        </p:nvPicPr>
        <p:blipFill>
          <a:blip r:embed="rId4"/>
          <a:srcRect/>
          <a:stretch>
            <a:fillRect/>
          </a:stretch>
        </p:blipFill>
        <p:spPr bwMode="auto">
          <a:xfrm>
            <a:off x="5105400" y="2590800"/>
            <a:ext cx="3994607" cy="2705100"/>
          </a:xfrm>
          <a:prstGeom prst="rect">
            <a:avLst/>
          </a:prstGeom>
          <a:noFill/>
          <a:ln w="9525">
            <a:noFill/>
            <a:miter lim="800000"/>
            <a:headEnd/>
            <a:tailEnd/>
          </a:ln>
        </p:spPr>
      </p:pic>
    </p:spTree>
  </p:cSld>
  <p:clrMapOvr>
    <a:masterClrMapping/>
  </p:clrMapOvr>
  <p:transition advClick="0">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1" name="Rectangle 3"/>
          <p:cNvSpPr>
            <a:spLocks noGrp="1" noChangeArrowheads="1"/>
          </p:cNvSpPr>
          <p:nvPr>
            <p:ph type="title"/>
          </p:nvPr>
        </p:nvSpPr>
        <p:spPr>
          <a:xfrm>
            <a:off x="252811" y="448747"/>
            <a:ext cx="9606756" cy="369332"/>
          </a:xfrm>
        </p:spPr>
        <p:txBody>
          <a:bodyPr/>
          <a:lstStyle/>
          <a:p>
            <a:pPr eaLnBrk="1" fontAlgn="auto" hangingPunct="1">
              <a:spcAft>
                <a:spcPts val="0"/>
              </a:spcAft>
              <a:defRPr/>
            </a:pPr>
            <a:r>
              <a:rPr lang="en-US"/>
              <a:t>Drill Through – Source Report</a:t>
            </a:r>
          </a:p>
        </p:txBody>
      </p:sp>
      <p:sp>
        <p:nvSpPr>
          <p:cNvPr id="94211" name="Rectangle 2" descr="Rectangle: Click to edit Master text styles&#10;Second level&#10;Third level&#10;Fourth level&#10;Fifth level"/>
          <p:cNvSpPr>
            <a:spLocks noGrp="1" noChangeArrowheads="1"/>
          </p:cNvSpPr>
          <p:nvPr>
            <p:ph sz="quarter" idx="1"/>
          </p:nvPr>
        </p:nvSpPr>
        <p:spPr>
          <a:xfrm>
            <a:off x="254530" y="1012826"/>
            <a:ext cx="9422739" cy="1425575"/>
          </a:xfrm>
        </p:spPr>
        <p:txBody>
          <a:bodyPr/>
          <a:lstStyle/>
          <a:p>
            <a:pPr eaLnBrk="1" hangingPunct="1"/>
            <a:r>
              <a:rPr lang="en-GB" sz="1800"/>
              <a:t>Next, create the Source report with a drill through. </a:t>
            </a:r>
          </a:p>
          <a:p>
            <a:pPr eaLnBrk="1" hangingPunct="1"/>
            <a:r>
              <a:rPr lang="en-GB" sz="1800"/>
              <a:t>The Source report will provide a column that will drill through to the Target report.</a:t>
            </a:r>
            <a:endParaRPr lang="en-US" sz="1800"/>
          </a:p>
        </p:txBody>
      </p:sp>
      <p:grpSp>
        <p:nvGrpSpPr>
          <p:cNvPr id="2" name="Group 10"/>
          <p:cNvGrpSpPr>
            <a:grpSpLocks/>
          </p:cNvGrpSpPr>
          <p:nvPr/>
        </p:nvGrpSpPr>
        <p:grpSpPr bwMode="auto">
          <a:xfrm>
            <a:off x="1456663" y="4343399"/>
            <a:ext cx="2971800" cy="1066800"/>
            <a:chOff x="816" y="2688"/>
            <a:chExt cx="1728" cy="672"/>
          </a:xfrm>
        </p:grpSpPr>
        <p:sp>
          <p:nvSpPr>
            <p:cNvPr id="94217" name="Oval 7"/>
            <p:cNvSpPr>
              <a:spLocks noChangeArrowheads="1"/>
            </p:cNvSpPr>
            <p:nvPr/>
          </p:nvSpPr>
          <p:spPr bwMode="auto">
            <a:xfrm>
              <a:off x="816" y="2688"/>
              <a:ext cx="1440" cy="672"/>
            </a:xfrm>
            <a:prstGeom prst="ellipse">
              <a:avLst/>
            </a:prstGeom>
            <a:noFill/>
            <a:ln w="25400" algn="ctr">
              <a:solidFill>
                <a:srgbClr val="FF0000"/>
              </a:solidFill>
              <a:round/>
              <a:headEnd/>
              <a:tailEnd/>
            </a:ln>
          </p:spPr>
          <p:txBody>
            <a:bodyPr wrap="none" anchor="ctr"/>
            <a:lstStyle/>
            <a:p>
              <a:endParaRPr lang="en-US"/>
            </a:p>
          </p:txBody>
        </p:sp>
        <p:sp>
          <p:nvSpPr>
            <p:cNvPr id="94215" name="Line 9"/>
            <p:cNvSpPr>
              <a:spLocks noChangeShapeType="1"/>
            </p:cNvSpPr>
            <p:nvPr/>
          </p:nvSpPr>
          <p:spPr bwMode="auto">
            <a:xfrm flipV="1">
              <a:off x="2208" y="2784"/>
              <a:ext cx="336" cy="144"/>
            </a:xfrm>
            <a:prstGeom prst="line">
              <a:avLst/>
            </a:prstGeom>
            <a:noFill/>
            <a:ln w="25400">
              <a:solidFill>
                <a:srgbClr val="FF0000"/>
              </a:solidFill>
              <a:round/>
              <a:headEnd/>
              <a:tailEnd type="triangle" w="lg" len="sm"/>
            </a:ln>
          </p:spPr>
          <p:txBody>
            <a:bodyPr wrap="none" anchor="ctr"/>
            <a:lstStyle/>
            <a:p>
              <a:endParaRPr lang="en-US"/>
            </a:p>
          </p:txBody>
        </p:sp>
      </p:grpSp>
      <p:pic>
        <p:nvPicPr>
          <p:cNvPr id="766977" name="Picture 1"/>
          <p:cNvPicPr>
            <a:picLocks noChangeAspect="1" noChangeArrowheads="1"/>
          </p:cNvPicPr>
          <p:nvPr/>
        </p:nvPicPr>
        <p:blipFill>
          <a:blip r:embed="rId3"/>
          <a:srcRect/>
          <a:stretch>
            <a:fillRect/>
          </a:stretch>
        </p:blipFill>
        <p:spPr bwMode="auto">
          <a:xfrm>
            <a:off x="838200" y="2263563"/>
            <a:ext cx="3481387" cy="3627831"/>
          </a:xfrm>
          <a:prstGeom prst="rect">
            <a:avLst/>
          </a:prstGeom>
          <a:noFill/>
          <a:ln w="9525">
            <a:solidFill>
              <a:schemeClr val="accent1"/>
            </a:solidFill>
            <a:miter lim="800000"/>
            <a:headEnd/>
            <a:tailEnd/>
          </a:ln>
        </p:spPr>
      </p:pic>
    </p:spTree>
  </p:cSld>
  <p:clrMapOvr>
    <a:masterClrMapping/>
  </p:clrMapOvr>
  <p:transition advClick="0">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41" name="Rectangle 9"/>
          <p:cNvSpPr>
            <a:spLocks noGrp="1" noChangeArrowheads="1"/>
          </p:cNvSpPr>
          <p:nvPr>
            <p:ph type="title"/>
          </p:nvPr>
        </p:nvSpPr>
        <p:spPr>
          <a:xfrm>
            <a:off x="252811" y="448747"/>
            <a:ext cx="9606756" cy="369332"/>
          </a:xfrm>
        </p:spPr>
        <p:txBody>
          <a:bodyPr/>
          <a:lstStyle/>
          <a:p>
            <a:pPr eaLnBrk="1" fontAlgn="auto" hangingPunct="1">
              <a:spcAft>
                <a:spcPts val="0"/>
              </a:spcAft>
              <a:defRPr/>
            </a:pPr>
            <a:r>
              <a:rPr lang="en-US" dirty="0" smtClean="0"/>
              <a:t>Master Details report</a:t>
            </a:r>
            <a:endParaRPr lang="en-US" dirty="0"/>
          </a:p>
        </p:txBody>
      </p:sp>
      <p:sp>
        <p:nvSpPr>
          <p:cNvPr id="92163" name="Rectangle 2" descr="Rectangle: Click to edit Master text styles&#10;Second level&#10;Third level&#10;Fourth level&#10;Fifth level"/>
          <p:cNvSpPr>
            <a:spLocks noGrp="1" noChangeArrowheads="1"/>
          </p:cNvSpPr>
          <p:nvPr>
            <p:ph sz="quarter" idx="1"/>
          </p:nvPr>
        </p:nvSpPr>
        <p:spPr>
          <a:xfrm>
            <a:off x="254530" y="990601"/>
            <a:ext cx="9422739" cy="4397375"/>
          </a:xfrm>
        </p:spPr>
        <p:txBody>
          <a:bodyPr/>
          <a:lstStyle/>
          <a:p>
            <a:pPr eaLnBrk="1" hangingPunct="1"/>
            <a:r>
              <a:rPr lang="en-GB" dirty="0"/>
              <a:t>Report </a:t>
            </a:r>
            <a:r>
              <a:rPr lang="en-GB" dirty="0" smtClean="0"/>
              <a:t>Analytics </a:t>
            </a:r>
            <a:r>
              <a:rPr lang="en-GB" dirty="0"/>
              <a:t>allows you to </a:t>
            </a:r>
            <a:r>
              <a:rPr lang="en-GB" dirty="0" smtClean="0"/>
              <a:t>summary and detail level information in the same report</a:t>
            </a:r>
            <a:endParaRPr lang="en-GB" dirty="0"/>
          </a:p>
          <a:p>
            <a:r>
              <a:rPr lang="en-GB" dirty="0" smtClean="0"/>
              <a:t>For example, to </a:t>
            </a:r>
            <a:r>
              <a:rPr lang="en-GB" dirty="0"/>
              <a:t>create a </a:t>
            </a:r>
            <a:r>
              <a:rPr lang="en-GB" dirty="0" smtClean="0"/>
              <a:t>Master detail </a:t>
            </a:r>
            <a:r>
              <a:rPr lang="en-GB" dirty="0"/>
              <a:t>you must have a </a:t>
            </a:r>
            <a:r>
              <a:rPr lang="en-GB" dirty="0" smtClean="0"/>
              <a:t>summary and detail list reports and we need to define the relationship b/w two lists.</a:t>
            </a:r>
            <a:endParaRPr lang="en-GB" dirty="0"/>
          </a:p>
        </p:txBody>
      </p:sp>
      <p:pic>
        <p:nvPicPr>
          <p:cNvPr id="9" name="Picture 8"/>
          <p:cNvPicPr/>
          <p:nvPr/>
        </p:nvPicPr>
        <p:blipFill>
          <a:blip r:embed="rId3" cstate="print"/>
          <a:srcRect/>
          <a:stretch>
            <a:fillRect/>
          </a:stretch>
        </p:blipFill>
        <p:spPr bwMode="auto">
          <a:xfrm>
            <a:off x="5105400" y="2362200"/>
            <a:ext cx="3657600" cy="3600767"/>
          </a:xfrm>
          <a:prstGeom prst="rect">
            <a:avLst/>
          </a:prstGeom>
          <a:noFill/>
          <a:ln w="9525">
            <a:solidFill>
              <a:schemeClr val="accent1"/>
            </a:solidFill>
            <a:miter lim="800000"/>
            <a:headEnd/>
            <a:tailEnd/>
          </a:ln>
        </p:spPr>
      </p:pic>
      <p:pic>
        <p:nvPicPr>
          <p:cNvPr id="5" name="Picture 4"/>
          <p:cNvPicPr/>
          <p:nvPr/>
        </p:nvPicPr>
        <p:blipFill>
          <a:blip r:embed="rId4" cstate="print"/>
          <a:srcRect/>
          <a:stretch>
            <a:fillRect/>
          </a:stretch>
        </p:blipFill>
        <p:spPr bwMode="auto">
          <a:xfrm>
            <a:off x="457200" y="2362200"/>
            <a:ext cx="3962400" cy="3352800"/>
          </a:xfrm>
          <a:prstGeom prst="rect">
            <a:avLst/>
          </a:prstGeom>
          <a:noFill/>
          <a:ln w="9525">
            <a:solidFill>
              <a:schemeClr val="accent1"/>
            </a:solidFill>
            <a:miter lim="800000"/>
            <a:headEnd/>
            <a:tailEnd/>
          </a:ln>
        </p:spPr>
      </p:pic>
    </p:spTree>
  </p:cSld>
  <p:clrMapOvr>
    <a:masterClrMapping/>
  </p:clrMapOvr>
  <p:transition advClick="0">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3" name="Rectangle 5"/>
          <p:cNvSpPr>
            <a:spLocks noChangeArrowheads="1"/>
          </p:cNvSpPr>
          <p:nvPr/>
        </p:nvSpPr>
        <p:spPr bwMode="auto">
          <a:xfrm>
            <a:off x="368300" y="1143000"/>
            <a:ext cx="9144000" cy="938719"/>
          </a:xfrm>
          <a:prstGeom prst="rect">
            <a:avLst/>
          </a:prstGeom>
          <a:noFill/>
          <a:ln w="9525">
            <a:noFill/>
            <a:miter lim="800000"/>
            <a:headEnd/>
            <a:tailEnd/>
          </a:ln>
          <a:effectLst/>
        </p:spPr>
        <p:txBody>
          <a:bodyPr>
            <a:spAutoFit/>
          </a:bodyPr>
          <a:lstStyle/>
          <a:p>
            <a:pPr indent="-120650">
              <a:lnSpc>
                <a:spcPct val="85000"/>
              </a:lnSpc>
              <a:spcBef>
                <a:spcPts val="600"/>
              </a:spcBef>
              <a:spcAft>
                <a:spcPts val="600"/>
              </a:spcAft>
              <a:buClr>
                <a:srgbClr val="009999"/>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Cognos Active Reports</a:t>
            </a:r>
          </a:p>
          <a:p>
            <a:pPr marL="274320" lvl="1" indent="-27432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IBM Cognos Active Reports are interactive, intuitive, stand-alone reports with the ability to be </a:t>
            </a:r>
            <a:r>
              <a:rPr lang="en-US" sz="1400" dirty="0" smtClean="0">
                <a:cs typeface="Times New Roman" pitchFamily="18" charset="0"/>
              </a:rPr>
              <a:t>highly formatted.</a:t>
            </a:r>
            <a:endParaRPr lang="en-US" sz="1400" dirty="0">
              <a:cs typeface="Times New Roman" pitchFamily="18" charset="0"/>
            </a:endParaRPr>
          </a:p>
          <a:p>
            <a:pPr marL="274320" lvl="1" indent="-27432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An Active Reports profile in Report Studio allows developers to create these sophisticated report applications</a:t>
            </a:r>
            <a:r>
              <a:rPr lang="en-US" sz="1400" b="0" dirty="0"/>
              <a:t>.</a:t>
            </a:r>
          </a:p>
        </p:txBody>
      </p:sp>
      <p:sp>
        <p:nvSpPr>
          <p:cNvPr id="135174" name="Rectangle 6"/>
          <p:cNvSpPr>
            <a:spLocks noChangeArrowheads="1"/>
          </p:cNvSpPr>
          <p:nvPr/>
        </p:nvSpPr>
        <p:spPr bwMode="auto">
          <a:xfrm>
            <a:off x="377825" y="2286000"/>
            <a:ext cx="5041131" cy="2450414"/>
          </a:xfrm>
          <a:prstGeom prst="rect">
            <a:avLst/>
          </a:prstGeom>
          <a:noFill/>
          <a:ln w="9525">
            <a:noFill/>
            <a:miter lim="800000"/>
            <a:headEnd/>
            <a:tailEnd/>
          </a:ln>
          <a:effectLst/>
        </p:spPr>
        <p:txBody>
          <a:bodyPr wrap="square">
            <a:spAutoFit/>
          </a:bodyPr>
          <a:lstStyle/>
          <a:p>
            <a:pPr indent="-120650">
              <a:lnSpc>
                <a:spcPct val="85000"/>
              </a:lnSpc>
              <a:spcBef>
                <a:spcPts val="600"/>
              </a:spcBef>
              <a:spcAft>
                <a:spcPts val="600"/>
              </a:spcAft>
              <a:buClr>
                <a:srgbClr val="009999"/>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dirty="0">
                <a:solidFill>
                  <a:srgbClr val="000000"/>
                </a:solidFill>
                <a:cs typeface="Times New Roman" pitchFamily="18" charset="0"/>
              </a:rPr>
              <a:t>Key Capabilities</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Richer set of controls for experienced Professional Report Authors to build interactive</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dashboards for the business</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Saved MHT applications allow for fast consumption and offline consumption</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Schedule and burst applications to broad and diverse users</a:t>
            </a:r>
          </a:p>
        </p:txBody>
      </p:sp>
      <p:pic>
        <p:nvPicPr>
          <p:cNvPr id="135175" name="Picture 7"/>
          <p:cNvPicPr>
            <a:picLocks noChangeAspect="1" noChangeArrowheads="1"/>
          </p:cNvPicPr>
          <p:nvPr/>
        </p:nvPicPr>
        <p:blipFill>
          <a:blip r:embed="rId2" cstate="print"/>
          <a:srcRect/>
          <a:stretch>
            <a:fillRect/>
          </a:stretch>
        </p:blipFill>
        <p:spPr bwMode="auto">
          <a:xfrm>
            <a:off x="5795838" y="2033761"/>
            <a:ext cx="3549650" cy="2619375"/>
          </a:xfrm>
          <a:prstGeom prst="rect">
            <a:avLst/>
          </a:prstGeom>
          <a:noFill/>
          <a:ln w="9525">
            <a:noFill/>
            <a:miter lim="800000"/>
            <a:headEnd/>
            <a:tailEnd/>
          </a:ln>
          <a:effectLst/>
        </p:spPr>
      </p:pic>
      <p:sp>
        <p:nvSpPr>
          <p:cNvPr id="135176" name="Rectangle 8"/>
          <p:cNvSpPr>
            <a:spLocks noChangeArrowheads="1"/>
          </p:cNvSpPr>
          <p:nvPr/>
        </p:nvSpPr>
        <p:spPr bwMode="auto">
          <a:xfrm>
            <a:off x="377825" y="4803288"/>
            <a:ext cx="9217025" cy="1386533"/>
          </a:xfrm>
          <a:prstGeom prst="rect">
            <a:avLst/>
          </a:prstGeom>
          <a:noFill/>
          <a:ln w="9525">
            <a:noFill/>
            <a:miter lim="800000"/>
            <a:headEnd/>
            <a:tailEnd/>
          </a:ln>
          <a:effectLst/>
        </p:spPr>
        <p:txBody>
          <a:bodyPr>
            <a:spAutoFit/>
          </a:bodyPr>
          <a:lstStyle/>
          <a:p>
            <a:pPr marL="176213" indent="-176213" defTabSz="714375" eaLnBrk="0" hangingPunct="0">
              <a:spcBef>
                <a:spcPct val="20000"/>
              </a:spcBef>
              <a:buClr>
                <a:schemeClr val="tx1"/>
              </a:buClr>
              <a:buSzPct val="100000"/>
            </a:pPr>
            <a:r>
              <a:rPr lang="en-US" sz="2000" b="1" dirty="0">
                <a:solidFill>
                  <a:srgbClr val="000000"/>
                </a:solidFill>
                <a:cs typeface="Times New Roman" pitchFamily="18" charset="0"/>
              </a:rPr>
              <a:t>Benefits</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Improved time-to-decision through a more interactive and richer user experience</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Improved user satisfaction through performance improvements gained through a saved MHT output</a:t>
            </a:r>
          </a:p>
          <a:p>
            <a:pPr marL="274320" lvl="1" indent="-274320">
              <a:lnSpc>
                <a:spcPct val="105000"/>
              </a:lnSpc>
              <a:spcBef>
                <a:spcPts val="35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 Improved productivity by being able to work while not being physically “connected” to reporting application</a:t>
            </a:r>
          </a:p>
        </p:txBody>
      </p:sp>
      <p:sp>
        <p:nvSpPr>
          <p:cNvPr id="9"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type="body" idx="1"/>
          </p:nvPr>
        </p:nvSpPr>
        <p:spPr>
          <a:xfrm>
            <a:off x="373063" y="1168266"/>
            <a:ext cx="9144000" cy="1371600"/>
          </a:xfrm>
        </p:spPr>
        <p:txBody>
          <a:bodyPr lIns="91440" tIns="0" rIns="0" bIns="0"/>
          <a:lstStyle/>
          <a:p>
            <a:pPr indent="-120650" defTabSz="957756" fontAlgn="base">
              <a:lnSpc>
                <a:spcPct val="85000"/>
              </a:lnSpc>
              <a:spcBef>
                <a:spcPts val="600"/>
              </a:spcBef>
              <a:buClr>
                <a:srgbClr val="009999"/>
              </a:buCl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b="1" dirty="0">
                <a:solidFill>
                  <a:srgbClr val="000000"/>
                </a:solidFill>
                <a:cs typeface="Times New Roman" pitchFamily="18" charset="0"/>
              </a:rPr>
              <a:t>Interactive Behavior</a:t>
            </a:r>
          </a:p>
          <a:p>
            <a:pPr marL="274320" lvl="1" indent="-274320" defTabSz="957756" fontAlgn="base">
              <a:lnSpc>
                <a:spcPct val="105000"/>
              </a:lnSpc>
              <a:spcBef>
                <a:spcPts val="350"/>
              </a:spcBef>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1600" dirty="0">
                <a:cs typeface="Times New Roman" pitchFamily="18" charset="0"/>
              </a:rPr>
              <a:t>Left side - Does this control set a variable value?</a:t>
            </a:r>
          </a:p>
          <a:p>
            <a:pPr marL="274320" lvl="1" indent="-274320" defTabSz="957756" fontAlgn="base">
              <a:lnSpc>
                <a:spcPct val="105000"/>
              </a:lnSpc>
              <a:spcBef>
                <a:spcPts val="350"/>
              </a:spcBef>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1600" dirty="0">
                <a:cs typeface="Times New Roman" pitchFamily="18" charset="0"/>
              </a:rPr>
              <a:t>Right side - Does this control react to a variable being set? (usually by another control)</a:t>
            </a:r>
          </a:p>
          <a:p>
            <a:pPr marL="274320" lvl="1" indent="-274320" defTabSz="957756" fontAlgn="base">
              <a:lnSpc>
                <a:spcPct val="105000"/>
              </a:lnSpc>
              <a:spcBef>
                <a:spcPts val="350"/>
              </a:spcBef>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1600" dirty="0">
                <a:cs typeface="Times New Roman" pitchFamily="18" charset="0"/>
              </a:rPr>
              <a:t>To see both sides of a connection select the controls from the drop down list</a:t>
            </a:r>
          </a:p>
        </p:txBody>
      </p:sp>
      <p:pic>
        <p:nvPicPr>
          <p:cNvPr id="146436" name="Picture 4"/>
          <p:cNvPicPr>
            <a:picLocks noChangeAspect="1" noChangeArrowheads="1"/>
          </p:cNvPicPr>
          <p:nvPr/>
        </p:nvPicPr>
        <p:blipFill>
          <a:blip r:embed="rId2" cstate="print"/>
          <a:srcRect/>
          <a:stretch>
            <a:fillRect/>
          </a:stretch>
        </p:blipFill>
        <p:spPr bwMode="auto">
          <a:xfrm>
            <a:off x="1999134" y="2687712"/>
            <a:ext cx="5544666" cy="3466854"/>
          </a:xfrm>
          <a:prstGeom prst="rect">
            <a:avLst/>
          </a:prstGeom>
          <a:noFill/>
          <a:ln w="9525">
            <a:noFill/>
            <a:miter lim="800000"/>
            <a:headEnd/>
            <a:tailEnd/>
          </a:ln>
          <a:effectLst/>
        </p:spPr>
      </p:pic>
      <p:sp>
        <p:nvSpPr>
          <p:cNvPr id="146437" name="Rectangle 5"/>
          <p:cNvSpPr>
            <a:spLocks noChangeArrowheads="1"/>
          </p:cNvSpPr>
          <p:nvPr/>
        </p:nvSpPr>
        <p:spPr bwMode="auto">
          <a:xfrm>
            <a:off x="7772400" y="4038600"/>
            <a:ext cx="1371600" cy="1097280"/>
          </a:xfrm>
          <a:prstGeom prst="rect">
            <a:avLst/>
          </a:prstGeom>
          <a:noFill/>
          <a:ln w="9525">
            <a:noFill/>
            <a:miter lim="800000"/>
            <a:headEnd/>
            <a:tailEnd/>
          </a:ln>
          <a:effectLst/>
        </p:spPr>
        <p:txBody>
          <a:bodyPr wrap="square">
            <a:spAutoFit/>
          </a:bodyPr>
          <a:lstStyle/>
          <a:p>
            <a:r>
              <a:rPr lang="en-US" sz="1400" b="1" dirty="0"/>
              <a:t>This control’s reaction to variables being set</a:t>
            </a:r>
          </a:p>
        </p:txBody>
      </p:sp>
      <p:sp>
        <p:nvSpPr>
          <p:cNvPr id="146439" name="AutoShape 7"/>
          <p:cNvSpPr>
            <a:spLocks noChangeArrowheads="1"/>
          </p:cNvSpPr>
          <p:nvPr/>
        </p:nvSpPr>
        <p:spPr bwMode="auto">
          <a:xfrm rot="1311778">
            <a:off x="5741492" y="3877728"/>
            <a:ext cx="2120848" cy="73423"/>
          </a:xfrm>
          <a:prstGeom prst="leftArrow">
            <a:avLst>
              <a:gd name="adj1" fmla="val 15574"/>
              <a:gd name="adj2" fmla="val 163630"/>
            </a:avLst>
          </a:prstGeom>
          <a:solidFill>
            <a:schemeClr val="accent2">
              <a:lumMod val="75000"/>
            </a:schemeClr>
          </a:solidFill>
          <a:ln w="9525">
            <a:solidFill>
              <a:schemeClr val="accent2">
                <a:lumMod val="75000"/>
              </a:schemeClr>
            </a:solidFill>
            <a:miter lim="800000"/>
            <a:headEnd/>
            <a:tailEnd/>
          </a:ln>
          <a:effectLst/>
        </p:spPr>
        <p:txBody>
          <a:bodyPr wrap="none" anchor="ctr"/>
          <a:lstStyle/>
          <a:p>
            <a:endParaRPr lang="en-US"/>
          </a:p>
        </p:txBody>
      </p:sp>
      <p:sp>
        <p:nvSpPr>
          <p:cNvPr id="146440" name="AutoShape 8"/>
          <p:cNvSpPr>
            <a:spLocks noChangeArrowheads="1"/>
          </p:cNvSpPr>
          <p:nvPr/>
        </p:nvSpPr>
        <p:spPr bwMode="auto">
          <a:xfrm rot="7798624">
            <a:off x="905507" y="4128234"/>
            <a:ext cx="1558840" cy="91440"/>
          </a:xfrm>
          <a:prstGeom prst="leftArrow">
            <a:avLst>
              <a:gd name="adj1" fmla="val 15574"/>
              <a:gd name="adj2" fmla="val 132126"/>
            </a:avLst>
          </a:prstGeom>
          <a:solidFill>
            <a:schemeClr val="accent2">
              <a:lumMod val="75000"/>
            </a:schemeClr>
          </a:solidFill>
          <a:ln w="6350">
            <a:solidFill>
              <a:schemeClr val="accent2">
                <a:lumMod val="75000"/>
              </a:schemeClr>
            </a:solidFill>
            <a:miter lim="800000"/>
            <a:headEnd/>
            <a:tailEnd/>
          </a:ln>
          <a:effectLst/>
        </p:spPr>
        <p:txBody>
          <a:bodyPr wrap="none" anchor="ctr"/>
          <a:lstStyle/>
          <a:p>
            <a:endParaRPr lang="en-US"/>
          </a:p>
        </p:txBody>
      </p:sp>
      <p:sp>
        <p:nvSpPr>
          <p:cNvPr id="146441" name="Rectangle 9"/>
          <p:cNvSpPr>
            <a:spLocks noChangeArrowheads="1"/>
          </p:cNvSpPr>
          <p:nvPr/>
        </p:nvSpPr>
        <p:spPr bwMode="auto">
          <a:xfrm>
            <a:off x="380404" y="4731866"/>
            <a:ext cx="1461096" cy="548640"/>
          </a:xfrm>
          <a:prstGeom prst="rect">
            <a:avLst/>
          </a:prstGeom>
          <a:noFill/>
          <a:ln w="9525">
            <a:noFill/>
            <a:miter lim="800000"/>
            <a:headEnd/>
            <a:tailEnd/>
          </a:ln>
          <a:effectLst/>
        </p:spPr>
        <p:txBody>
          <a:bodyPr wrap="square">
            <a:spAutoFit/>
          </a:bodyPr>
          <a:lstStyle/>
          <a:p>
            <a:r>
              <a:rPr lang="en-US" sz="1400" b="1" dirty="0"/>
              <a:t>Variables set</a:t>
            </a:r>
          </a:p>
          <a:p>
            <a:r>
              <a:rPr lang="en-US" sz="1400" b="1" dirty="0"/>
              <a:t>by this control</a:t>
            </a:r>
          </a:p>
        </p:txBody>
      </p:sp>
      <p:sp>
        <p:nvSpPr>
          <p:cNvPr id="10"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Arial Narrow" pitchFamily="34" charset="0"/>
                <a:cs typeface="Arial" pitchFamily="34" charset="0"/>
              </a:rPr>
              <a:t>Report Studio (</a:t>
            </a:r>
            <a:r>
              <a:rPr lang="en-US" sz="2800" dirty="0" err="1">
                <a:latin typeface="Arial Narrow" pitchFamily="34" charset="0"/>
                <a:cs typeface="Arial" pitchFamily="34" charset="0"/>
              </a:rPr>
              <a:t>contd</a:t>
            </a:r>
            <a:r>
              <a:rPr lang="en-US" sz="2800" dirty="0">
                <a:latin typeface="Arial Narrow" pitchFamily="34" charset="0"/>
                <a:cs typeface="Arial" pitchFamily="34" charset="0"/>
              </a:rPr>
              <a:t>…)</a:t>
            </a:r>
            <a:endParaRPr kumimoji="0" lang="en-US" sz="2800" b="0" i="0" u="none" strike="noStrike" kern="1200" cap="none" spc="0" normalizeH="0" baseline="0" noProof="0" dirty="0">
              <a:ln>
                <a:noFill/>
              </a:ln>
              <a:effectLst/>
              <a:uLnTx/>
              <a:uFillTx/>
              <a:latin typeface="Arial Narrow" pitchFamily="34" charset="0"/>
              <a:cs typeface="Arial" pitchFamily="34" charset="0"/>
            </a:endParaRPr>
          </a:p>
        </p:txBody>
      </p:sp>
    </p:spTree>
  </p:cSld>
  <p:clrMapOvr>
    <a:masterClrMapping/>
  </p:clrMapOvr>
  <p:transition advClick="0">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 y="2743200"/>
            <a:ext cx="9905999" cy="1371600"/>
          </a:xfrm>
        </p:spPr>
        <p:txBody>
          <a:bodyPr lIns="0" tIns="0" rIns="0" bIns="0" anchor="ctr" anchorCtr="1"/>
          <a:lstStyle/>
          <a:p>
            <a:pPr algn="ctr">
              <a:lnSpc>
                <a:spcPct val="100000"/>
              </a:lnSpc>
            </a:pPr>
            <a:r>
              <a:rPr sz="6000" dirty="0"/>
              <a:t>Q &amp; A</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61952" y="1163638"/>
            <a:ext cx="8355013" cy="5281612"/>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342900" marR="0" lvl="1" indent="-342900" algn="l" defTabSz="714375" rtl="0" eaLnBrk="1" fontAlgn="base" latinLnBrk="0" hangingPunct="1">
              <a:lnSpc>
                <a:spcPts val="2600"/>
              </a:lnSpc>
              <a:spcBef>
                <a:spcPct val="20000"/>
              </a:spcBef>
              <a:spcAft>
                <a:spcPct val="0"/>
              </a:spcAft>
              <a:buClr>
                <a:schemeClr val="accent2"/>
              </a:buClr>
              <a:buSzPct val="85000"/>
              <a:buFont typeface="ZapfDingbats" pitchFamily="82" charset="2"/>
              <a:buNone/>
              <a:tabLst/>
              <a:defRPr/>
            </a:pPr>
            <a:endParaRPr kumimoji="0" lang="en-US" altLang="zh-CN" sz="2000" b="0" i="0" u="none" strike="noStrike" kern="1200" cap="none" spc="0" normalizeH="0" baseline="0" noProof="0" dirty="0">
              <a:ln>
                <a:noFill/>
              </a:ln>
              <a:solidFill>
                <a:schemeClr val="tx1"/>
              </a:solidFill>
              <a:effectLst/>
              <a:uLnTx/>
              <a:uFillTx/>
              <a:latin typeface="+mn-lt"/>
              <a:ea typeface="宋体" charset="-122"/>
              <a:cs typeface="+mn-cs"/>
            </a:endParaRPr>
          </a:p>
        </p:txBody>
      </p:sp>
      <p:sp>
        <p:nvSpPr>
          <p:cNvPr id="6" name="TextBox 5"/>
          <p:cNvSpPr txBox="1"/>
          <p:nvPr/>
        </p:nvSpPr>
        <p:spPr>
          <a:xfrm>
            <a:off x="533400" y="1295400"/>
            <a:ext cx="6477000" cy="800100"/>
          </a:xfrm>
          <a:prstGeom prst="rect">
            <a:avLst/>
          </a:prstGeom>
          <a:noFill/>
        </p:spPr>
        <p:txBody>
          <a:bodyPr>
            <a:spAutoFit/>
          </a:bodyPr>
          <a:lstStyle/>
          <a:p>
            <a:pPr fontAlgn="auto">
              <a:spcBef>
                <a:spcPts val="0"/>
              </a:spcBef>
              <a:spcAft>
                <a:spcPts val="0"/>
              </a:spcAft>
              <a:defRPr/>
            </a:pPr>
            <a:r>
              <a:rPr lang="en-US" sz="3200" dirty="0">
                <a:solidFill>
                  <a:schemeClr val="tx2">
                    <a:lumMod val="50000"/>
                  </a:schemeClr>
                </a:solidFill>
                <a:latin typeface="+mn-lt"/>
                <a:cs typeface="+mn-cs"/>
              </a:rPr>
              <a:t> </a:t>
            </a:r>
          </a:p>
          <a:p>
            <a:pPr fontAlgn="auto">
              <a:spcBef>
                <a:spcPts val="0"/>
              </a:spcBef>
              <a:spcAft>
                <a:spcPts val="0"/>
              </a:spcAft>
              <a:defRPr/>
            </a:pPr>
            <a:endParaRPr lang="en-US" sz="1400" dirty="0">
              <a:solidFill>
                <a:schemeClr val="tx2">
                  <a:lumMod val="50000"/>
                </a:schemeClr>
              </a:solidFill>
              <a:latin typeface="+mn-lt"/>
              <a:cs typeface="+mn-cs"/>
            </a:endParaRPr>
          </a:p>
        </p:txBody>
      </p:sp>
      <p:sp>
        <p:nvSpPr>
          <p:cNvPr id="7" name="Title 1"/>
          <p:cNvSpPr txBox="1">
            <a:spLocks/>
          </p:cNvSpPr>
          <p:nvPr/>
        </p:nvSpPr>
        <p:spPr>
          <a:xfrm>
            <a:off x="1" y="2743200"/>
            <a:ext cx="9905999" cy="1371600"/>
          </a:xfrm>
          <a:prstGeom prst="rect">
            <a:avLst/>
          </a:prstGeom>
        </p:spPr>
        <p:txBody>
          <a:bodyPr vert="horz" lIns="0" tIns="0" rIns="0" bIns="0" rtlCol="0" anchor="ctr" anchorCtr="1">
            <a:noAutofit/>
          </a:bodyPr>
          <a:lstStyle/>
          <a:p>
            <a:pPr marL="0" marR="0" lvl="0" indent="0" algn="ctr" defTabSz="914342" rtl="0" eaLnBrk="1" fontAlgn="auto" latinLnBrk="0" hangingPunct="1">
              <a:spcBef>
                <a:spcPct val="0"/>
              </a:spcBef>
              <a:spcAft>
                <a:spcPts val="0"/>
              </a:spcAft>
              <a:buClrTx/>
              <a:buSzTx/>
              <a:buFontTx/>
              <a:buNone/>
              <a:tabLst/>
              <a:defRPr/>
            </a:pPr>
            <a:r>
              <a:rPr lang="en-US" sz="3200" dirty="0">
                <a:latin typeface="Arial Narrow" pitchFamily="34" charset="0"/>
                <a:ea typeface="+mj-ea"/>
                <a:cs typeface="+mj-cs"/>
              </a:rPr>
              <a:t>Thank You</a:t>
            </a:r>
            <a:endParaRPr kumimoji="0" lang="en-US" sz="3200" b="0" i="0" u="none" strike="noStrike" kern="1200" cap="none" spc="0" normalizeH="0" baseline="0" noProof="0" dirty="0">
              <a:ln>
                <a:noFill/>
              </a:ln>
              <a:solidFill>
                <a:schemeClr val="tx1"/>
              </a:solidFill>
              <a:effectLst/>
              <a:uLnTx/>
              <a:uFillTx/>
              <a:latin typeface="Arial Narrow" pitchFamily="34" charset="0"/>
              <a:ea typeface="+mj-ea"/>
              <a:cs typeface="+mj-cs"/>
            </a:endParaRPr>
          </a:p>
        </p:txBody>
      </p:sp>
      <p:graphicFrame>
        <p:nvGraphicFramePr>
          <p:cNvPr id="5" name="Table 4"/>
          <p:cNvGraphicFramePr>
            <a:graphicFrameLocks noGrp="1"/>
          </p:cNvGraphicFramePr>
          <p:nvPr/>
        </p:nvGraphicFramePr>
        <p:xfrm>
          <a:off x="6858000" y="5029200"/>
          <a:ext cx="2819400" cy="1112520"/>
        </p:xfrm>
        <a:graphic>
          <a:graphicData uri="http://schemas.openxmlformats.org/drawingml/2006/table">
            <a:tbl>
              <a:tblPr firstRow="1" bandRow="1">
                <a:tableStyleId>{72833802-FEF1-4C79-8D5D-14CF1EAF98D9}</a:tableStyleId>
              </a:tblPr>
              <a:tblGrid>
                <a:gridCol w="1371600">
                  <a:extLst>
                    <a:ext uri="{9D8B030D-6E8A-4147-A177-3AD203B41FA5}">
                      <a16:colId xmlns="" xmlns:a16="http://schemas.microsoft.com/office/drawing/2014/main" val="20000"/>
                    </a:ext>
                  </a:extLst>
                </a:gridCol>
                <a:gridCol w="1447800">
                  <a:extLst>
                    <a:ext uri="{9D8B030D-6E8A-4147-A177-3AD203B41FA5}">
                      <a16:colId xmlns="" xmlns:a16="http://schemas.microsoft.com/office/drawing/2014/main" val="20001"/>
                    </a:ext>
                  </a:extLst>
                </a:gridCol>
              </a:tblGrid>
              <a:tr h="370840">
                <a:tc>
                  <a:txBody>
                    <a:bodyPr/>
                    <a:lstStyle/>
                    <a:p>
                      <a:r>
                        <a:rPr lang="en-US" sz="1000" b="1" dirty="0">
                          <a:solidFill>
                            <a:schemeClr val="tx1"/>
                          </a:solidFill>
                        </a:rPr>
                        <a:t>Review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dirty="0" smtClean="0">
                          <a:solidFill>
                            <a:schemeClr val="tx1"/>
                          </a:solidFill>
                        </a:rPr>
                        <a:t>14-July-2016</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370840">
                <a:tc>
                  <a:txBody>
                    <a:bodyPr/>
                    <a:lstStyle/>
                    <a:p>
                      <a:r>
                        <a:rPr lang="en-US" sz="1000" b="1" dirty="0">
                          <a:solidFill>
                            <a:schemeClr val="tx1"/>
                          </a:solidFill>
                        </a:rPr>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70840">
                <a:tc>
                  <a:txBody>
                    <a:bodyPr/>
                    <a:lstStyle/>
                    <a:p>
                      <a:r>
                        <a:rPr lang="en-US" sz="1000" b="1" dirty="0">
                          <a:solidFill>
                            <a:schemeClr val="tx1"/>
                          </a:solidFill>
                        </a:rPr>
                        <a:t>Next Review Due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42" rtl="0" eaLnBrk="1" fontAlgn="auto" latinLnBrk="0" hangingPunct="1">
                        <a:lnSpc>
                          <a:spcPct val="100000"/>
                        </a:lnSpc>
                        <a:spcBef>
                          <a:spcPts val="0"/>
                        </a:spcBef>
                        <a:spcAft>
                          <a:spcPts val="0"/>
                        </a:spcAft>
                        <a:buClrTx/>
                        <a:buSzTx/>
                        <a:buFontTx/>
                        <a:buNone/>
                        <a:tabLst/>
                        <a:defRPr/>
                      </a:pPr>
                      <a:r>
                        <a:rPr lang="en-US" sz="1000" b="1" smtClean="0">
                          <a:solidFill>
                            <a:schemeClr val="tx1"/>
                          </a:solidFill>
                        </a:rPr>
                        <a:t>14-July-2017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8558643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0348" name="think-cell Slide" r:id="rId4" imgW="360" imgH="360" progId="">
                  <p:embed/>
                </p:oleObj>
              </mc:Choice>
              <mc:Fallback>
                <p:oleObj name="think-cell Slide" r:id="rId4" imgW="360" imgH="360" progId="">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sights &amp; Data_LnD_Template">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bg2"/>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0" fontAlgn="base" latinLnBrk="0" hangingPunct="0">
          <a:spcBef>
            <a:spcPct val="0"/>
          </a:spcBef>
          <a:spcAft>
            <a:spcPct val="0"/>
          </a:spcAft>
          <a:buClrTx/>
          <a:buSzTx/>
          <a:buFontTx/>
          <a:buNone/>
          <a:tabLst/>
          <a:defRPr kumimoji="0" sz="1600" i="0" u="none" strike="noStrike" cap="none" normalizeH="0" baseline="0" dirty="0" smtClean="0">
            <a:ln>
              <a:noFill/>
            </a:ln>
            <a:solidFill>
              <a:schemeClr val="tx2">
                <a:lumMod val="50000"/>
              </a:schemeClr>
            </a:solidFill>
            <a:effectLst/>
            <a:latin typeface="+mn-lt"/>
            <a:cs typeface="Arial" charset="0"/>
          </a:defRPr>
        </a:defPPr>
      </a:lstStyle>
    </a:spDef>
    <a:lnDef>
      <a:spPr bwMode="auto">
        <a:solidFill>
          <a:schemeClr val="accent6"/>
        </a:solidFill>
        <a:ln w="6350" cap="flat" cmpd="sng" algn="ctr">
          <a:solidFill>
            <a:schemeClr val="bg2"/>
          </a:solidFill>
          <a:prstDash val="solid"/>
          <a:round/>
          <a:headEnd type="none" w="med" len="med"/>
          <a:tailEnd type="none" w="med" len="med"/>
        </a:ln>
        <a:effectLst/>
      </a:spPr>
      <a:bodyPr/>
      <a:lst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I&amp;D_Learning and Development 2015_Closing Slides">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amp;D_Learning and Development 2015_Section break">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Insights &amp; Data_LnD_Template</Template>
  <TotalTime>892</TotalTime>
  <Words>3883</Words>
  <Application>Microsoft Office PowerPoint</Application>
  <PresentationFormat>A4 Paper (210x297 mm)</PresentationFormat>
  <Paragraphs>380</Paragraphs>
  <Slides>21</Slides>
  <Notes>16</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21</vt:i4>
      </vt:variant>
    </vt:vector>
  </HeadingPairs>
  <TitlesOfParts>
    <vt:vector size="25" baseType="lpstr">
      <vt:lpstr>Insights &amp; Data_LnD_Template</vt:lpstr>
      <vt:lpstr>I&amp;D_Learning and Development 2015_Closing Slides</vt:lpstr>
      <vt:lpstr>I&amp;D_Learning and Development 2015_Section break</vt:lpstr>
      <vt:lpstr>think-cell Slide</vt:lpstr>
      <vt:lpstr>Learning &amp; Development  Enabling development, Impacting growth…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Drill Through</vt:lpstr>
      <vt:lpstr>Drill Through – Target Report</vt:lpstr>
      <vt:lpstr>Drill Through – Source Report</vt:lpstr>
      <vt:lpstr>Master Details report</vt:lpstr>
      <vt:lpstr>PowerPoint Presentation</vt:lpstr>
      <vt:lpstr>PowerPoint Presentation</vt:lpstr>
      <vt:lpstr>Q &amp; A</vt:lpstr>
      <vt:lpstr>PowerPoint Presentation</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&amp; Development  Enabling development, Impacting growth…</dc:title>
  <dc:creator>vivmore</dc:creator>
  <cp:lastModifiedBy>Rajita Dhumal</cp:lastModifiedBy>
  <cp:revision>161</cp:revision>
  <dcterms:created xsi:type="dcterms:W3CDTF">2015-07-10T14:05:09Z</dcterms:created>
  <dcterms:modified xsi:type="dcterms:W3CDTF">2016-08-08T03:54:16Z</dcterms:modified>
</cp:coreProperties>
</file>