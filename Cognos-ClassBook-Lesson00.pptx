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4"/>
    <p:sldMasterId id="2147483676" r:id="rId5"/>
  </p:sldMasterIdLst>
  <p:notesMasterIdLst>
    <p:notesMasterId r:id="rId24"/>
  </p:notesMasterIdLst>
  <p:handoutMasterIdLst>
    <p:handoutMasterId r:id="rId25"/>
  </p:handoutMasterIdLst>
  <p:sldIdLst>
    <p:sldId id="271" r:id="rId6"/>
    <p:sldId id="257" r:id="rId7"/>
    <p:sldId id="258" r:id="rId8"/>
    <p:sldId id="259" r:id="rId9"/>
    <p:sldId id="260" r:id="rId10"/>
    <p:sldId id="261" r:id="rId11"/>
    <p:sldId id="272" r:id="rId12"/>
    <p:sldId id="262" r:id="rId13"/>
    <p:sldId id="273" r:id="rId14"/>
    <p:sldId id="274" r:id="rId15"/>
    <p:sldId id="275" r:id="rId16"/>
    <p:sldId id="277" r:id="rId17"/>
    <p:sldId id="276" r:id="rId18"/>
    <p:sldId id="279" r:id="rId19"/>
    <p:sldId id="280" r:id="rId20"/>
    <p:sldId id="278" r:id="rId21"/>
    <p:sldId id="268" r:id="rId22"/>
    <p:sldId id="269" r:id="rId23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ndara" panose="020E0502030303020204" pitchFamily="34" charset="0"/>
      <p:regular r:id="rId30"/>
      <p:bold r:id="rId31"/>
      <p:italic r:id="rId32"/>
      <p:boldItalic r:id="rId33"/>
    </p:embeddedFont>
    <p:embeddedFont>
      <p:font typeface="ＭＳ Ｐゴシック" panose="020B0600070205080204" pitchFamily="34" charset="-128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1E4"/>
    <a:srgbClr val="E6E8F2"/>
    <a:srgbClr val="D0D4E8"/>
    <a:srgbClr val="ABE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10" autoAdjust="0"/>
  </p:normalViewPr>
  <p:slideViewPr>
    <p:cSldViewPr>
      <p:cViewPr>
        <p:scale>
          <a:sx n="100" d="100"/>
          <a:sy n="100" d="100"/>
        </p:scale>
        <p:origin x="-1104" y="4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26" y="-84"/>
      </p:cViewPr>
      <p:guideLst>
        <p:guide orient="horz" pos="521"/>
        <p:guide pos="415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1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font" Target="fonts/font9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5B8CD-F359-4D94-8AD1-923710D8C70B}" type="datetimeFigureOut">
              <a:rPr lang="en-US" smtClean="0"/>
              <a:pPr/>
              <a:t>8/8/2016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5FA1E-2594-4534-BDDE-F96DBDDC820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68894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72816" y="569762"/>
            <a:ext cx="4654572" cy="378621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798764" y="4531912"/>
            <a:ext cx="4654572" cy="400052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level.</a:t>
            </a:r>
            <a:endParaRPr lang="en-US" dirty="0"/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214290" y="71407"/>
            <a:ext cx="6500813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446" tIns="46223" rIns="92446" bIns="46223" anchor="ctr" anchorCtr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Data </a:t>
            </a:r>
            <a:r>
              <a:rPr lang="en-US" sz="1200" b="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Warehousing</a:t>
            </a:r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Concepts </a:t>
            </a:r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3962793" y="8591057"/>
            <a:ext cx="2762530" cy="195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446" tIns="46223" rIns="92446" bIns="46223" anchor="ctr" anchorCtr="0"/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		 Page 0-</a:t>
            </a:r>
            <a:fld id="{BD9FB300-F9DC-4669-88F4-967ABA23CC04}" type="slidenum">
              <a:rPr lang="en-US" sz="11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1412776" y="387424"/>
            <a:ext cx="0" cy="800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46512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1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defTabSz="914400" rtl="0" eaLnBrk="1" latinLnBrk="0" hangingPunct="1">
      <a:defRPr sz="11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defTabSz="914400" rtl="0" eaLnBrk="1" latinLnBrk="0" hangingPunct="1">
      <a:defRPr sz="11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defTabSz="914400" rtl="0" eaLnBrk="1" latinLnBrk="0" hangingPunct="1">
      <a:defRPr sz="11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defTabSz="914400" rtl="0" eaLnBrk="1" latinLnBrk="0" hangingPunct="1">
      <a:defRPr sz="11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Notes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©2016 Capgemini. All rights reserved.</a:t>
            </a:r>
            <a:br>
              <a:rPr lang="en-US" smtClean="0"/>
            </a:br>
            <a:r>
              <a:rPr lang="en-US" smtClean="0"/>
              <a:t>The information contained in this document is proprietary and confidential. For Capgemini only.</a:t>
            </a:r>
            <a:endParaRPr lang="en-US" dirty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1576388" y="569913"/>
            <a:ext cx="5048250" cy="3786187"/>
          </a:xfr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576388" y="569913"/>
            <a:ext cx="5048250" cy="3786187"/>
          </a:xfrm>
        </p:spPr>
      </p:sp>
      <p:sp>
        <p:nvSpPr>
          <p:cNvPr id="5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576388" y="569913"/>
            <a:ext cx="5048250" cy="3786187"/>
          </a:xfrm>
        </p:spPr>
      </p:sp>
      <p:sp>
        <p:nvSpPr>
          <p:cNvPr id="5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76388" y="569913"/>
            <a:ext cx="5048250" cy="37861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76388" y="569913"/>
            <a:ext cx="5048250" cy="37861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949450" y="839788"/>
            <a:ext cx="4668838" cy="3503612"/>
          </a:xfrm>
          <a:ln/>
        </p:spPr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9138" y="4572000"/>
            <a:ext cx="4586881" cy="3846359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949450" y="839788"/>
            <a:ext cx="4668838" cy="3503612"/>
          </a:xfrm>
          <a:ln/>
        </p:spPr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9138" y="4572000"/>
            <a:ext cx="4586881" cy="3846359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76388" y="569913"/>
            <a:ext cx="5048250" cy="37861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76388" y="569913"/>
            <a:ext cx="5048250" cy="37861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76388" y="569913"/>
            <a:ext cx="5048250" cy="37861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13" Type="http://schemas.openxmlformats.org/officeDocument/2006/relationships/image" Target="../media/image5.emf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image" Target="../media/image1.emf"/><Relationship Id="rId2" Type="http://schemas.openxmlformats.org/officeDocument/2006/relationships/tags" Target="../tags/tag8.xml"/><Relationship Id="rId1" Type="http://schemas.openxmlformats.org/officeDocument/2006/relationships/vmlDrawing" Target="../drawings/vmlDrawing2.vml"/><Relationship Id="rId6" Type="http://schemas.openxmlformats.org/officeDocument/2006/relationships/tags" Target="../tags/tag12.xml"/><Relationship Id="rId11" Type="http://schemas.openxmlformats.org/officeDocument/2006/relationships/oleObject" Target="../embeddings/oleObject2.bin"/><Relationship Id="rId5" Type="http://schemas.openxmlformats.org/officeDocument/2006/relationships/tags" Target="../tags/tag11.xml"/><Relationship Id="rId10" Type="http://schemas.openxmlformats.org/officeDocument/2006/relationships/image" Target="../media/image4.jpeg"/><Relationship Id="rId4" Type="http://schemas.openxmlformats.org/officeDocument/2006/relationships/tags" Target="../tags/tag10.xml"/><Relationship Id="rId9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1.emf"/><Relationship Id="rId2" Type="http://schemas.openxmlformats.org/officeDocument/2006/relationships/tags" Target="../tags/tag16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8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24.xml"/><Relationship Id="rId7" Type="http://schemas.openxmlformats.org/officeDocument/2006/relationships/oleObject" Target="../embeddings/oleObject5.bin"/><Relationship Id="rId2" Type="http://schemas.openxmlformats.org/officeDocument/2006/relationships/tags" Target="../tags/tag23.xml"/><Relationship Id="rId1" Type="http://schemas.openxmlformats.org/officeDocument/2006/relationships/vmlDrawing" Target="../drawings/vmlDrawing5.v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28.xml"/><Relationship Id="rId7" Type="http://schemas.openxmlformats.org/officeDocument/2006/relationships/oleObject" Target="../embeddings/oleObject6.bin"/><Relationship Id="rId2" Type="http://schemas.openxmlformats.org/officeDocument/2006/relationships/tags" Target="../tags/tag27.xml"/><Relationship Id="rId1" Type="http://schemas.openxmlformats.org/officeDocument/2006/relationships/vmlDrawing" Target="../drawings/vmlDrawing6.v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2" Type="http://schemas.openxmlformats.org/officeDocument/2006/relationships/tags" Target="../tags/tag31.xml"/><Relationship Id="rId1" Type="http://schemas.openxmlformats.org/officeDocument/2006/relationships/vmlDrawing" Target="../drawings/vmlDrawing7.v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10" Type="http://schemas.openxmlformats.org/officeDocument/2006/relationships/image" Target="../media/image1.emf"/><Relationship Id="rId4" Type="http://schemas.openxmlformats.org/officeDocument/2006/relationships/tags" Target="../tags/tag33.xml"/><Relationship Id="rId9" Type="http://schemas.openxmlformats.org/officeDocument/2006/relationships/oleObject" Target="../embeddings/oleObject7.bin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shutterstock_111035876.jpg"/>
          <p:cNvPicPr>
            <a:picLocks noChangeAspect="1"/>
          </p:cNvPicPr>
          <p:nvPr userDrawn="1"/>
        </p:nvPicPr>
        <p:blipFill>
          <a:blip r:embed="rId9" cstate="print"/>
          <a:srcRect b="6147"/>
          <a:stretch>
            <a:fillRect/>
          </a:stretch>
        </p:blipFill>
        <p:spPr>
          <a:xfrm>
            <a:off x="0" y="972965"/>
            <a:ext cx="9144000" cy="588503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 17"/>
          <p:cNvSpPr/>
          <p:nvPr userDrawn="1">
            <p:custDataLst>
              <p:tags r:id="rId2"/>
            </p:custDataLst>
          </p:nvPr>
        </p:nvSpPr>
        <p:spPr>
          <a:xfrm>
            <a:off x="0" y="6400876"/>
            <a:ext cx="9144000" cy="457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69" tIns="41985" rIns="83969" bIns="41985" rtlCol="0" anchor="ctr"/>
          <a:lstStyle/>
          <a:p>
            <a:pPr algn="ctr"/>
            <a:endParaRPr lang="en-US" sz="1300" dirty="0" smtClean="0"/>
          </a:p>
        </p:txBody>
      </p:sp>
      <p:sp>
        <p:nvSpPr>
          <p:cNvPr id="17" name="Rectangle 7"/>
          <p:cNvSpPr/>
          <p:nvPr userDrawn="1">
            <p:custDataLst>
              <p:tags r:id="rId3"/>
            </p:custDataLst>
          </p:nvPr>
        </p:nvSpPr>
        <p:spPr bwMode="auto">
          <a:xfrm>
            <a:off x="1" y="0"/>
            <a:ext cx="9144294" cy="2683033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2189 w 10562411"/>
              <a:gd name="connsiteY0" fmla="*/ 0 h 2958168"/>
              <a:gd name="connsiteX1" fmla="*/ 10561655 w 10562411"/>
              <a:gd name="connsiteY1" fmla="*/ 0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2189 w 10562411"/>
              <a:gd name="connsiteY7" fmla="*/ 0 h 2958168"/>
              <a:gd name="connsiteX0" fmla="*/ 0 w 10560222"/>
              <a:gd name="connsiteY0" fmla="*/ 0 h 2958168"/>
              <a:gd name="connsiteX1" fmla="*/ 10559466 w 10560222"/>
              <a:gd name="connsiteY1" fmla="*/ 0 h 2958168"/>
              <a:gd name="connsiteX2" fmla="*/ 10558968 w 10560222"/>
              <a:gd name="connsiteY2" fmla="*/ 1476338 h 2958168"/>
              <a:gd name="connsiteX3" fmla="*/ 9286405 w 10560222"/>
              <a:gd name="connsiteY3" fmla="*/ 2153103 h 2958168"/>
              <a:gd name="connsiteX4" fmla="*/ 2315369 w 10560222"/>
              <a:gd name="connsiteY4" fmla="*/ 2159512 h 2958168"/>
              <a:gd name="connsiteX5" fmla="*/ 1178700 w 10560222"/>
              <a:gd name="connsiteY5" fmla="*/ 2958168 h 2958168"/>
              <a:gd name="connsiteX6" fmla="*/ 0 w 10560222"/>
              <a:gd name="connsiteY6" fmla="*/ 2174065 h 2958168"/>
              <a:gd name="connsiteX7" fmla="*/ 0 w 10560222"/>
              <a:gd name="connsiteY7" fmla="*/ 0 h 29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0222" h="2958168">
                <a:moveTo>
                  <a:pt x="0" y="0"/>
                </a:moveTo>
                <a:lnTo>
                  <a:pt x="10559466" y="0"/>
                </a:lnTo>
                <a:cubicBezTo>
                  <a:pt x="10559979" y="67600"/>
                  <a:pt x="10560222" y="1432923"/>
                  <a:pt x="10558968" y="1476338"/>
                </a:cubicBezTo>
                <a:cubicBezTo>
                  <a:pt x="10081572" y="2148347"/>
                  <a:pt x="9702991" y="2158423"/>
                  <a:pt x="9286405" y="2153103"/>
                </a:cubicBezTo>
                <a:lnTo>
                  <a:pt x="2315369" y="2159512"/>
                </a:lnTo>
                <a:cubicBezTo>
                  <a:pt x="1738155" y="2192654"/>
                  <a:pt x="1370309" y="2495346"/>
                  <a:pt x="1178700" y="2958168"/>
                </a:cubicBezTo>
                <a:cubicBezTo>
                  <a:pt x="880346" y="2254391"/>
                  <a:pt x="278640" y="2173187"/>
                  <a:pt x="0" y="2174065"/>
                </a:cubicBezTo>
                <a:cubicBezTo>
                  <a:pt x="2067" y="2138552"/>
                  <a:pt x="1272" y="9558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>
            <a:outerShdw blurRad="127000" dist="25400" dir="5400000" algn="t" rotWithShape="0">
              <a:schemeClr val="tx1">
                <a:alpha val="25000"/>
              </a:schemeClr>
            </a:outerShdw>
          </a:effectLst>
        </p:spPr>
        <p:txBody>
          <a:bodyPr wrap="square" lIns="33059" tIns="42976" rIns="33059" bIns="42976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000" dirty="0" smtClean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1" name="Image 10" descr="Capgemini_logo.jpg"/>
          <p:cNvPicPr>
            <a:picLocks noChangeAspect="1"/>
          </p:cNvPicPr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679098" y="658705"/>
            <a:ext cx="2880360" cy="685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" y="0"/>
          <a:ext cx="1465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think-cell Slide" r:id="rId11" imgW="360" imgH="360" progId="">
                  <p:embed/>
                </p:oleObj>
              </mc:Choice>
              <mc:Fallback>
                <p:oleObj name="think-cell Slide" r:id="rId11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46538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104" descr="C:\Users\UserSim\Desktop\Capgemini\moto.emf"/>
          <p:cNvPicPr>
            <a:picLocks noChangeAspect="1" noChangeArrowheads="1"/>
          </p:cNvPicPr>
          <p:nvPr userDrawn="1">
            <p:custDataLst>
              <p:tags r:id="rId5"/>
            </p:custDataLst>
          </p:nvPr>
        </p:nvPicPr>
        <p:blipFill>
          <a:blip r:embed="rId13" cstate="email"/>
          <a:stretch>
            <a:fillRect/>
          </a:stretch>
        </p:blipFill>
        <p:spPr bwMode="auto">
          <a:xfrm>
            <a:off x="5910040" y="6509494"/>
            <a:ext cx="2889576" cy="2398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0" y="2959926"/>
            <a:ext cx="5035137" cy="1098157"/>
          </a:xfrm>
        </p:spPr>
        <p:txBody>
          <a:bodyPr lIns="720000" tIns="33059" rIns="33059" bIns="33059" anchor="t"/>
          <a:lstStyle>
            <a:lvl1pPr marL="0" indent="0" algn="l">
              <a:defRPr sz="3700" b="1">
                <a:solidFill>
                  <a:schemeClr val="tx1"/>
                </a:solidFill>
              </a:defRPr>
            </a:lvl1pPr>
          </a:lstStyle>
          <a:p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title</a:t>
            </a:r>
            <a:r>
              <a:rPr lang="fr-FR" dirty="0" smtClean="0"/>
              <a:t>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  <p:custDataLst>
              <p:tags r:id="rId7"/>
            </p:custDataLst>
          </p:nvPr>
        </p:nvSpPr>
        <p:spPr>
          <a:xfrm>
            <a:off x="4491614" y="4949633"/>
            <a:ext cx="4652387" cy="874227"/>
          </a:xfrm>
        </p:spPr>
        <p:txBody>
          <a:bodyPr lIns="720000" tIns="33059" rIns="33059" bIns="33059"/>
          <a:lstStyle>
            <a:lvl1pPr marL="0" indent="0" algn="l">
              <a:buNone/>
              <a:defRPr sz="2200" b="0">
                <a:solidFill>
                  <a:schemeClr val="tx1"/>
                </a:solidFill>
              </a:defRPr>
            </a:lvl1pPr>
            <a:lvl2pPr marL="457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text</a:t>
            </a:r>
            <a:r>
              <a:rPr lang="fr-FR" dirty="0" smtClean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3917394645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465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46538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7"/>
          <p:cNvSpPr>
            <a:spLocks/>
          </p:cNvSpPr>
          <p:nvPr userDrawn="1"/>
        </p:nvSpPr>
        <p:spPr bwMode="auto">
          <a:xfrm flipH="1">
            <a:off x="0" y="0"/>
            <a:ext cx="3675138" cy="6858000"/>
          </a:xfrm>
          <a:custGeom>
            <a:avLst/>
            <a:gdLst>
              <a:gd name="connsiteX0" fmla="*/ 2443 w 38019"/>
              <a:gd name="connsiteY0" fmla="*/ 0 h 10000"/>
              <a:gd name="connsiteX1" fmla="*/ 2443 w 38019"/>
              <a:gd name="connsiteY1" fmla="*/ 1594 h 10000"/>
              <a:gd name="connsiteX2" fmla="*/ 1145 w 38019"/>
              <a:gd name="connsiteY2" fmla="*/ 2750 h 10000"/>
              <a:gd name="connsiteX3" fmla="*/ 0 w 38019"/>
              <a:gd name="connsiteY3" fmla="*/ 3031 h 10000"/>
              <a:gd name="connsiteX4" fmla="*/ 420 w 38019"/>
              <a:gd name="connsiteY4" fmla="*/ 3124 h 10000"/>
              <a:gd name="connsiteX5" fmla="*/ 2443 w 38019"/>
              <a:gd name="connsiteY5" fmla="*/ 4538 h 10000"/>
              <a:gd name="connsiteX6" fmla="*/ 2443 w 38019"/>
              <a:gd name="connsiteY6" fmla="*/ 10000 h 10000"/>
              <a:gd name="connsiteX7" fmla="*/ 10000 w 38019"/>
              <a:gd name="connsiteY7" fmla="*/ 10000 h 10000"/>
              <a:gd name="connsiteX8" fmla="*/ 38019 w 38019"/>
              <a:gd name="connsiteY8" fmla="*/ 0 h 10000"/>
              <a:gd name="connsiteX9" fmla="*/ 2443 w 38019"/>
              <a:gd name="connsiteY9" fmla="*/ 0 h 10000"/>
              <a:gd name="connsiteX0" fmla="*/ 2443 w 38019"/>
              <a:gd name="connsiteY0" fmla="*/ 0 h 10000"/>
              <a:gd name="connsiteX1" fmla="*/ 2443 w 38019"/>
              <a:gd name="connsiteY1" fmla="*/ 1594 h 10000"/>
              <a:gd name="connsiteX2" fmla="*/ 1145 w 38019"/>
              <a:gd name="connsiteY2" fmla="*/ 2750 h 10000"/>
              <a:gd name="connsiteX3" fmla="*/ 0 w 38019"/>
              <a:gd name="connsiteY3" fmla="*/ 3031 h 10000"/>
              <a:gd name="connsiteX4" fmla="*/ 420 w 38019"/>
              <a:gd name="connsiteY4" fmla="*/ 3124 h 10000"/>
              <a:gd name="connsiteX5" fmla="*/ 2443 w 38019"/>
              <a:gd name="connsiteY5" fmla="*/ 4538 h 10000"/>
              <a:gd name="connsiteX6" fmla="*/ 2443 w 38019"/>
              <a:gd name="connsiteY6" fmla="*/ 10000 h 10000"/>
              <a:gd name="connsiteX7" fmla="*/ 38019 w 38019"/>
              <a:gd name="connsiteY7" fmla="*/ 9997 h 10000"/>
              <a:gd name="connsiteX8" fmla="*/ 38019 w 38019"/>
              <a:gd name="connsiteY8" fmla="*/ 0 h 10000"/>
              <a:gd name="connsiteX9" fmla="*/ 2443 w 38019"/>
              <a:gd name="connsiteY9" fmla="*/ 0 h 10000"/>
              <a:gd name="connsiteX0" fmla="*/ 2443 w 38019"/>
              <a:gd name="connsiteY0" fmla="*/ 14 h 10014"/>
              <a:gd name="connsiteX1" fmla="*/ 2443 w 38019"/>
              <a:gd name="connsiteY1" fmla="*/ 1608 h 10014"/>
              <a:gd name="connsiteX2" fmla="*/ 1145 w 38019"/>
              <a:gd name="connsiteY2" fmla="*/ 2764 h 10014"/>
              <a:gd name="connsiteX3" fmla="*/ 0 w 38019"/>
              <a:gd name="connsiteY3" fmla="*/ 3045 h 10014"/>
              <a:gd name="connsiteX4" fmla="*/ 420 w 38019"/>
              <a:gd name="connsiteY4" fmla="*/ 3138 h 10014"/>
              <a:gd name="connsiteX5" fmla="*/ 2443 w 38019"/>
              <a:gd name="connsiteY5" fmla="*/ 4552 h 10014"/>
              <a:gd name="connsiteX6" fmla="*/ 2443 w 38019"/>
              <a:gd name="connsiteY6" fmla="*/ 10014 h 10014"/>
              <a:gd name="connsiteX7" fmla="*/ 38019 w 38019"/>
              <a:gd name="connsiteY7" fmla="*/ 10011 h 10014"/>
              <a:gd name="connsiteX8" fmla="*/ 33103 w 38019"/>
              <a:gd name="connsiteY8" fmla="*/ 0 h 10014"/>
              <a:gd name="connsiteX9" fmla="*/ 2443 w 38019"/>
              <a:gd name="connsiteY9" fmla="*/ 14 h 10014"/>
              <a:gd name="connsiteX0" fmla="*/ 2443 w 33832"/>
              <a:gd name="connsiteY0" fmla="*/ 14 h 10025"/>
              <a:gd name="connsiteX1" fmla="*/ 2443 w 33832"/>
              <a:gd name="connsiteY1" fmla="*/ 1608 h 10025"/>
              <a:gd name="connsiteX2" fmla="*/ 1145 w 33832"/>
              <a:gd name="connsiteY2" fmla="*/ 2764 h 10025"/>
              <a:gd name="connsiteX3" fmla="*/ 0 w 33832"/>
              <a:gd name="connsiteY3" fmla="*/ 3045 h 10025"/>
              <a:gd name="connsiteX4" fmla="*/ 420 w 33832"/>
              <a:gd name="connsiteY4" fmla="*/ 3138 h 10025"/>
              <a:gd name="connsiteX5" fmla="*/ 2443 w 33832"/>
              <a:gd name="connsiteY5" fmla="*/ 4552 h 10025"/>
              <a:gd name="connsiteX6" fmla="*/ 2443 w 33832"/>
              <a:gd name="connsiteY6" fmla="*/ 10014 h 10025"/>
              <a:gd name="connsiteX7" fmla="*/ 33832 w 33832"/>
              <a:gd name="connsiteY7" fmla="*/ 10025 h 10025"/>
              <a:gd name="connsiteX8" fmla="*/ 33103 w 33832"/>
              <a:gd name="connsiteY8" fmla="*/ 0 h 10025"/>
              <a:gd name="connsiteX9" fmla="*/ 2443 w 33832"/>
              <a:gd name="connsiteY9" fmla="*/ 14 h 10025"/>
              <a:gd name="connsiteX0" fmla="*/ 2443 w 33832"/>
              <a:gd name="connsiteY0" fmla="*/ 14 h 10025"/>
              <a:gd name="connsiteX1" fmla="*/ 2443 w 33832"/>
              <a:gd name="connsiteY1" fmla="*/ 1608 h 10025"/>
              <a:gd name="connsiteX2" fmla="*/ 1145 w 33832"/>
              <a:gd name="connsiteY2" fmla="*/ 2764 h 10025"/>
              <a:gd name="connsiteX3" fmla="*/ 0 w 33832"/>
              <a:gd name="connsiteY3" fmla="*/ 3045 h 10025"/>
              <a:gd name="connsiteX4" fmla="*/ 420 w 33832"/>
              <a:gd name="connsiteY4" fmla="*/ 3138 h 10025"/>
              <a:gd name="connsiteX5" fmla="*/ 2443 w 33832"/>
              <a:gd name="connsiteY5" fmla="*/ 4552 h 10025"/>
              <a:gd name="connsiteX6" fmla="*/ 2443 w 33832"/>
              <a:gd name="connsiteY6" fmla="*/ 10014 h 10025"/>
              <a:gd name="connsiteX7" fmla="*/ 33832 w 33832"/>
              <a:gd name="connsiteY7" fmla="*/ 10025 h 10025"/>
              <a:gd name="connsiteX8" fmla="*/ 31946 w 33832"/>
              <a:gd name="connsiteY8" fmla="*/ 0 h 10025"/>
              <a:gd name="connsiteX9" fmla="*/ 2443 w 33832"/>
              <a:gd name="connsiteY9" fmla="*/ 14 h 10025"/>
              <a:gd name="connsiteX0" fmla="*/ 2443 w 33832"/>
              <a:gd name="connsiteY0" fmla="*/ 14 h 10025"/>
              <a:gd name="connsiteX1" fmla="*/ 2443 w 33832"/>
              <a:gd name="connsiteY1" fmla="*/ 1608 h 10025"/>
              <a:gd name="connsiteX2" fmla="*/ 1145 w 33832"/>
              <a:gd name="connsiteY2" fmla="*/ 2764 h 10025"/>
              <a:gd name="connsiteX3" fmla="*/ 0 w 33832"/>
              <a:gd name="connsiteY3" fmla="*/ 3045 h 10025"/>
              <a:gd name="connsiteX4" fmla="*/ 420 w 33832"/>
              <a:gd name="connsiteY4" fmla="*/ 3138 h 10025"/>
              <a:gd name="connsiteX5" fmla="*/ 2443 w 33832"/>
              <a:gd name="connsiteY5" fmla="*/ 4552 h 10025"/>
              <a:gd name="connsiteX6" fmla="*/ 2443 w 33832"/>
              <a:gd name="connsiteY6" fmla="*/ 10014 h 10025"/>
              <a:gd name="connsiteX7" fmla="*/ 33832 w 33832"/>
              <a:gd name="connsiteY7" fmla="*/ 10025 h 10025"/>
              <a:gd name="connsiteX8" fmla="*/ 32061 w 33832"/>
              <a:gd name="connsiteY8" fmla="*/ 0 h 10025"/>
              <a:gd name="connsiteX9" fmla="*/ 2443 w 33832"/>
              <a:gd name="connsiteY9" fmla="*/ 14 h 10025"/>
              <a:gd name="connsiteX0" fmla="*/ 2443 w 33832"/>
              <a:gd name="connsiteY0" fmla="*/ 28 h 10039"/>
              <a:gd name="connsiteX1" fmla="*/ 2443 w 33832"/>
              <a:gd name="connsiteY1" fmla="*/ 1622 h 10039"/>
              <a:gd name="connsiteX2" fmla="*/ 1145 w 33832"/>
              <a:gd name="connsiteY2" fmla="*/ 2778 h 10039"/>
              <a:gd name="connsiteX3" fmla="*/ 0 w 33832"/>
              <a:gd name="connsiteY3" fmla="*/ 3059 h 10039"/>
              <a:gd name="connsiteX4" fmla="*/ 420 w 33832"/>
              <a:gd name="connsiteY4" fmla="*/ 3152 h 10039"/>
              <a:gd name="connsiteX5" fmla="*/ 2443 w 33832"/>
              <a:gd name="connsiteY5" fmla="*/ 4566 h 10039"/>
              <a:gd name="connsiteX6" fmla="*/ 2443 w 33832"/>
              <a:gd name="connsiteY6" fmla="*/ 10028 h 10039"/>
              <a:gd name="connsiteX7" fmla="*/ 33832 w 33832"/>
              <a:gd name="connsiteY7" fmla="*/ 10039 h 10039"/>
              <a:gd name="connsiteX8" fmla="*/ 31946 w 33832"/>
              <a:gd name="connsiteY8" fmla="*/ 0 h 10039"/>
              <a:gd name="connsiteX9" fmla="*/ 2443 w 33832"/>
              <a:gd name="connsiteY9" fmla="*/ 28 h 10039"/>
              <a:gd name="connsiteX0" fmla="*/ 2443 w 33832"/>
              <a:gd name="connsiteY0" fmla="*/ 0 h 10011"/>
              <a:gd name="connsiteX1" fmla="*/ 2443 w 33832"/>
              <a:gd name="connsiteY1" fmla="*/ 1594 h 10011"/>
              <a:gd name="connsiteX2" fmla="*/ 1145 w 33832"/>
              <a:gd name="connsiteY2" fmla="*/ 2750 h 10011"/>
              <a:gd name="connsiteX3" fmla="*/ 0 w 33832"/>
              <a:gd name="connsiteY3" fmla="*/ 3031 h 10011"/>
              <a:gd name="connsiteX4" fmla="*/ 420 w 33832"/>
              <a:gd name="connsiteY4" fmla="*/ 3124 h 10011"/>
              <a:gd name="connsiteX5" fmla="*/ 2443 w 33832"/>
              <a:gd name="connsiteY5" fmla="*/ 4538 h 10011"/>
              <a:gd name="connsiteX6" fmla="*/ 2443 w 33832"/>
              <a:gd name="connsiteY6" fmla="*/ 10000 h 10011"/>
              <a:gd name="connsiteX7" fmla="*/ 33832 w 33832"/>
              <a:gd name="connsiteY7" fmla="*/ 10011 h 10011"/>
              <a:gd name="connsiteX8" fmla="*/ 32061 w 33832"/>
              <a:gd name="connsiteY8" fmla="*/ 69 h 10011"/>
              <a:gd name="connsiteX9" fmla="*/ 2443 w 33832"/>
              <a:gd name="connsiteY9" fmla="*/ 0 h 10011"/>
              <a:gd name="connsiteX0" fmla="*/ 2443 w 33832"/>
              <a:gd name="connsiteY0" fmla="*/ 0 h 10011"/>
              <a:gd name="connsiteX1" fmla="*/ 2443 w 33832"/>
              <a:gd name="connsiteY1" fmla="*/ 1594 h 10011"/>
              <a:gd name="connsiteX2" fmla="*/ 1145 w 33832"/>
              <a:gd name="connsiteY2" fmla="*/ 2750 h 10011"/>
              <a:gd name="connsiteX3" fmla="*/ 0 w 33832"/>
              <a:gd name="connsiteY3" fmla="*/ 3031 h 10011"/>
              <a:gd name="connsiteX4" fmla="*/ 420 w 33832"/>
              <a:gd name="connsiteY4" fmla="*/ 3124 h 10011"/>
              <a:gd name="connsiteX5" fmla="*/ 2443 w 33832"/>
              <a:gd name="connsiteY5" fmla="*/ 4538 h 10011"/>
              <a:gd name="connsiteX6" fmla="*/ 2443 w 33832"/>
              <a:gd name="connsiteY6" fmla="*/ 10000 h 10011"/>
              <a:gd name="connsiteX7" fmla="*/ 33832 w 33832"/>
              <a:gd name="connsiteY7" fmla="*/ 10011 h 10011"/>
              <a:gd name="connsiteX8" fmla="*/ 31946 w 33832"/>
              <a:gd name="connsiteY8" fmla="*/ 27 h 10011"/>
              <a:gd name="connsiteX9" fmla="*/ 2443 w 33832"/>
              <a:gd name="connsiteY9" fmla="*/ 0 h 10011"/>
              <a:gd name="connsiteX0" fmla="*/ 2443 w 33832"/>
              <a:gd name="connsiteY0" fmla="*/ 0 h 10011"/>
              <a:gd name="connsiteX1" fmla="*/ 2443 w 33832"/>
              <a:gd name="connsiteY1" fmla="*/ 1594 h 10011"/>
              <a:gd name="connsiteX2" fmla="*/ 1145 w 33832"/>
              <a:gd name="connsiteY2" fmla="*/ 2750 h 10011"/>
              <a:gd name="connsiteX3" fmla="*/ 0 w 33832"/>
              <a:gd name="connsiteY3" fmla="*/ 3031 h 10011"/>
              <a:gd name="connsiteX4" fmla="*/ 420 w 33832"/>
              <a:gd name="connsiteY4" fmla="*/ 3124 h 10011"/>
              <a:gd name="connsiteX5" fmla="*/ 2443 w 33832"/>
              <a:gd name="connsiteY5" fmla="*/ 4538 h 10011"/>
              <a:gd name="connsiteX6" fmla="*/ 2443 w 33832"/>
              <a:gd name="connsiteY6" fmla="*/ 10000 h 10011"/>
              <a:gd name="connsiteX7" fmla="*/ 33832 w 33832"/>
              <a:gd name="connsiteY7" fmla="*/ 10011 h 10011"/>
              <a:gd name="connsiteX8" fmla="*/ 31946 w 33832"/>
              <a:gd name="connsiteY8" fmla="*/ 13 h 10011"/>
              <a:gd name="connsiteX9" fmla="*/ 2443 w 33832"/>
              <a:gd name="connsiteY9" fmla="*/ 0 h 10011"/>
              <a:gd name="connsiteX0" fmla="*/ 2443 w 33832"/>
              <a:gd name="connsiteY0" fmla="*/ 29 h 10040"/>
              <a:gd name="connsiteX1" fmla="*/ 2443 w 33832"/>
              <a:gd name="connsiteY1" fmla="*/ 1623 h 10040"/>
              <a:gd name="connsiteX2" fmla="*/ 1145 w 33832"/>
              <a:gd name="connsiteY2" fmla="*/ 2779 h 10040"/>
              <a:gd name="connsiteX3" fmla="*/ 0 w 33832"/>
              <a:gd name="connsiteY3" fmla="*/ 3060 h 10040"/>
              <a:gd name="connsiteX4" fmla="*/ 420 w 33832"/>
              <a:gd name="connsiteY4" fmla="*/ 3153 h 10040"/>
              <a:gd name="connsiteX5" fmla="*/ 2443 w 33832"/>
              <a:gd name="connsiteY5" fmla="*/ 4567 h 10040"/>
              <a:gd name="connsiteX6" fmla="*/ 2443 w 33832"/>
              <a:gd name="connsiteY6" fmla="*/ 10029 h 10040"/>
              <a:gd name="connsiteX7" fmla="*/ 33832 w 33832"/>
              <a:gd name="connsiteY7" fmla="*/ 10040 h 10040"/>
              <a:gd name="connsiteX8" fmla="*/ 31946 w 33832"/>
              <a:gd name="connsiteY8" fmla="*/ 0 h 10040"/>
              <a:gd name="connsiteX9" fmla="*/ 2443 w 33832"/>
              <a:gd name="connsiteY9" fmla="*/ 29 h 10040"/>
              <a:gd name="connsiteX0" fmla="*/ 2443 w 31997"/>
              <a:gd name="connsiteY0" fmla="*/ 29 h 10029"/>
              <a:gd name="connsiteX1" fmla="*/ 2443 w 31997"/>
              <a:gd name="connsiteY1" fmla="*/ 1623 h 10029"/>
              <a:gd name="connsiteX2" fmla="*/ 1145 w 31997"/>
              <a:gd name="connsiteY2" fmla="*/ 2779 h 10029"/>
              <a:gd name="connsiteX3" fmla="*/ 0 w 31997"/>
              <a:gd name="connsiteY3" fmla="*/ 3060 h 10029"/>
              <a:gd name="connsiteX4" fmla="*/ 420 w 31997"/>
              <a:gd name="connsiteY4" fmla="*/ 3153 h 10029"/>
              <a:gd name="connsiteX5" fmla="*/ 2443 w 31997"/>
              <a:gd name="connsiteY5" fmla="*/ 4567 h 10029"/>
              <a:gd name="connsiteX6" fmla="*/ 2443 w 31997"/>
              <a:gd name="connsiteY6" fmla="*/ 10029 h 10029"/>
              <a:gd name="connsiteX7" fmla="*/ 31997 w 31997"/>
              <a:gd name="connsiteY7" fmla="*/ 10026 h 10029"/>
              <a:gd name="connsiteX8" fmla="*/ 31946 w 31997"/>
              <a:gd name="connsiteY8" fmla="*/ 0 h 10029"/>
              <a:gd name="connsiteX9" fmla="*/ 2443 w 31997"/>
              <a:gd name="connsiteY9" fmla="*/ 29 h 10029"/>
              <a:gd name="connsiteX0" fmla="*/ 2443 w 31997"/>
              <a:gd name="connsiteY0" fmla="*/ 0 h 10042"/>
              <a:gd name="connsiteX1" fmla="*/ 2443 w 31997"/>
              <a:gd name="connsiteY1" fmla="*/ 1636 h 10042"/>
              <a:gd name="connsiteX2" fmla="*/ 1145 w 31997"/>
              <a:gd name="connsiteY2" fmla="*/ 2792 h 10042"/>
              <a:gd name="connsiteX3" fmla="*/ 0 w 31997"/>
              <a:gd name="connsiteY3" fmla="*/ 3073 h 10042"/>
              <a:gd name="connsiteX4" fmla="*/ 420 w 31997"/>
              <a:gd name="connsiteY4" fmla="*/ 3166 h 10042"/>
              <a:gd name="connsiteX5" fmla="*/ 2443 w 31997"/>
              <a:gd name="connsiteY5" fmla="*/ 4580 h 10042"/>
              <a:gd name="connsiteX6" fmla="*/ 2443 w 31997"/>
              <a:gd name="connsiteY6" fmla="*/ 10042 h 10042"/>
              <a:gd name="connsiteX7" fmla="*/ 31997 w 31997"/>
              <a:gd name="connsiteY7" fmla="*/ 10039 h 10042"/>
              <a:gd name="connsiteX8" fmla="*/ 31946 w 31997"/>
              <a:gd name="connsiteY8" fmla="*/ 13 h 10042"/>
              <a:gd name="connsiteX9" fmla="*/ 2443 w 31997"/>
              <a:gd name="connsiteY9" fmla="*/ 0 h 10042"/>
              <a:gd name="connsiteX0" fmla="*/ 2443 w 31997"/>
              <a:gd name="connsiteY0" fmla="*/ 0 h 10042"/>
              <a:gd name="connsiteX1" fmla="*/ 2443 w 31997"/>
              <a:gd name="connsiteY1" fmla="*/ 1636 h 10042"/>
              <a:gd name="connsiteX2" fmla="*/ 1145 w 31997"/>
              <a:gd name="connsiteY2" fmla="*/ 2792 h 10042"/>
              <a:gd name="connsiteX3" fmla="*/ 0 w 31997"/>
              <a:gd name="connsiteY3" fmla="*/ 3073 h 10042"/>
              <a:gd name="connsiteX4" fmla="*/ 420 w 31997"/>
              <a:gd name="connsiteY4" fmla="*/ 3166 h 10042"/>
              <a:gd name="connsiteX5" fmla="*/ 2443 w 31997"/>
              <a:gd name="connsiteY5" fmla="*/ 4580 h 10042"/>
              <a:gd name="connsiteX6" fmla="*/ 2443 w 31997"/>
              <a:gd name="connsiteY6" fmla="*/ 10042 h 10042"/>
              <a:gd name="connsiteX7" fmla="*/ 31997 w 31997"/>
              <a:gd name="connsiteY7" fmla="*/ 10039 h 10042"/>
              <a:gd name="connsiteX8" fmla="*/ 31997 w 31997"/>
              <a:gd name="connsiteY8" fmla="*/ 0 h 10042"/>
              <a:gd name="connsiteX9" fmla="*/ 2443 w 31997"/>
              <a:gd name="connsiteY9" fmla="*/ 0 h 10042"/>
              <a:gd name="connsiteX0" fmla="*/ 2443 w 40083"/>
              <a:gd name="connsiteY0" fmla="*/ 0 h 10042"/>
              <a:gd name="connsiteX1" fmla="*/ 2443 w 40083"/>
              <a:gd name="connsiteY1" fmla="*/ 1636 h 10042"/>
              <a:gd name="connsiteX2" fmla="*/ 1145 w 40083"/>
              <a:gd name="connsiteY2" fmla="*/ 2792 h 10042"/>
              <a:gd name="connsiteX3" fmla="*/ 0 w 40083"/>
              <a:gd name="connsiteY3" fmla="*/ 3073 h 10042"/>
              <a:gd name="connsiteX4" fmla="*/ 420 w 40083"/>
              <a:gd name="connsiteY4" fmla="*/ 3166 h 10042"/>
              <a:gd name="connsiteX5" fmla="*/ 2443 w 40083"/>
              <a:gd name="connsiteY5" fmla="*/ 4580 h 10042"/>
              <a:gd name="connsiteX6" fmla="*/ 2443 w 40083"/>
              <a:gd name="connsiteY6" fmla="*/ 10042 h 10042"/>
              <a:gd name="connsiteX7" fmla="*/ 31997 w 40083"/>
              <a:gd name="connsiteY7" fmla="*/ 10039 h 10042"/>
              <a:gd name="connsiteX8" fmla="*/ 40083 w 40083"/>
              <a:gd name="connsiteY8" fmla="*/ 0 h 10042"/>
              <a:gd name="connsiteX9" fmla="*/ 2443 w 40083"/>
              <a:gd name="connsiteY9" fmla="*/ 0 h 10042"/>
              <a:gd name="connsiteX0" fmla="*/ 2443 w 40083"/>
              <a:gd name="connsiteY0" fmla="*/ 0 h 10042"/>
              <a:gd name="connsiteX1" fmla="*/ 2443 w 40083"/>
              <a:gd name="connsiteY1" fmla="*/ 1636 h 10042"/>
              <a:gd name="connsiteX2" fmla="*/ 1145 w 40083"/>
              <a:gd name="connsiteY2" fmla="*/ 2792 h 10042"/>
              <a:gd name="connsiteX3" fmla="*/ 0 w 40083"/>
              <a:gd name="connsiteY3" fmla="*/ 3073 h 10042"/>
              <a:gd name="connsiteX4" fmla="*/ 420 w 40083"/>
              <a:gd name="connsiteY4" fmla="*/ 3166 h 10042"/>
              <a:gd name="connsiteX5" fmla="*/ 2443 w 40083"/>
              <a:gd name="connsiteY5" fmla="*/ 4580 h 10042"/>
              <a:gd name="connsiteX6" fmla="*/ 2443 w 40083"/>
              <a:gd name="connsiteY6" fmla="*/ 10042 h 10042"/>
              <a:gd name="connsiteX7" fmla="*/ 40083 w 40083"/>
              <a:gd name="connsiteY7" fmla="*/ 10042 h 10042"/>
              <a:gd name="connsiteX8" fmla="*/ 40083 w 40083"/>
              <a:gd name="connsiteY8" fmla="*/ 0 h 10042"/>
              <a:gd name="connsiteX9" fmla="*/ 2443 w 40083"/>
              <a:gd name="connsiteY9" fmla="*/ 0 h 10042"/>
              <a:gd name="connsiteX0" fmla="*/ 2443 w 40083"/>
              <a:gd name="connsiteY0" fmla="*/ 0 h 10042"/>
              <a:gd name="connsiteX1" fmla="*/ 2443 w 40083"/>
              <a:gd name="connsiteY1" fmla="*/ 1636 h 10042"/>
              <a:gd name="connsiteX2" fmla="*/ 1145 w 40083"/>
              <a:gd name="connsiteY2" fmla="*/ 2792 h 10042"/>
              <a:gd name="connsiteX3" fmla="*/ 0 w 40083"/>
              <a:gd name="connsiteY3" fmla="*/ 3073 h 10042"/>
              <a:gd name="connsiteX4" fmla="*/ 420 w 40083"/>
              <a:gd name="connsiteY4" fmla="*/ 3166 h 10042"/>
              <a:gd name="connsiteX5" fmla="*/ 2443 w 40083"/>
              <a:gd name="connsiteY5" fmla="*/ 4580 h 10042"/>
              <a:gd name="connsiteX6" fmla="*/ 2443 w 40083"/>
              <a:gd name="connsiteY6" fmla="*/ 10042 h 10042"/>
              <a:gd name="connsiteX7" fmla="*/ 40083 w 40083"/>
              <a:gd name="connsiteY7" fmla="*/ 10042 h 10042"/>
              <a:gd name="connsiteX8" fmla="*/ 24076 w 40083"/>
              <a:gd name="connsiteY8" fmla="*/ 14 h 10042"/>
              <a:gd name="connsiteX9" fmla="*/ 2443 w 40083"/>
              <a:gd name="connsiteY9" fmla="*/ 0 h 10042"/>
              <a:gd name="connsiteX0" fmla="*/ 2443 w 24076"/>
              <a:gd name="connsiteY0" fmla="*/ 0 h 10042"/>
              <a:gd name="connsiteX1" fmla="*/ 2443 w 24076"/>
              <a:gd name="connsiteY1" fmla="*/ 1636 h 10042"/>
              <a:gd name="connsiteX2" fmla="*/ 1145 w 24076"/>
              <a:gd name="connsiteY2" fmla="*/ 2792 h 10042"/>
              <a:gd name="connsiteX3" fmla="*/ 0 w 24076"/>
              <a:gd name="connsiteY3" fmla="*/ 3073 h 10042"/>
              <a:gd name="connsiteX4" fmla="*/ 420 w 24076"/>
              <a:gd name="connsiteY4" fmla="*/ 3166 h 10042"/>
              <a:gd name="connsiteX5" fmla="*/ 2443 w 24076"/>
              <a:gd name="connsiteY5" fmla="*/ 4580 h 10042"/>
              <a:gd name="connsiteX6" fmla="*/ 2443 w 24076"/>
              <a:gd name="connsiteY6" fmla="*/ 10042 h 10042"/>
              <a:gd name="connsiteX7" fmla="*/ 24076 w 24076"/>
              <a:gd name="connsiteY7" fmla="*/ 10042 h 10042"/>
              <a:gd name="connsiteX8" fmla="*/ 24076 w 24076"/>
              <a:gd name="connsiteY8" fmla="*/ 14 h 10042"/>
              <a:gd name="connsiteX9" fmla="*/ 2443 w 24076"/>
              <a:gd name="connsiteY9" fmla="*/ 0 h 10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076" h="10042">
                <a:moveTo>
                  <a:pt x="2443" y="0"/>
                </a:moveTo>
                <a:lnTo>
                  <a:pt x="2443" y="1636"/>
                </a:lnTo>
                <a:cubicBezTo>
                  <a:pt x="2443" y="2080"/>
                  <a:pt x="2023" y="2477"/>
                  <a:pt x="1145" y="2792"/>
                </a:cubicBezTo>
                <a:cubicBezTo>
                  <a:pt x="821" y="2898"/>
                  <a:pt x="439" y="2967"/>
                  <a:pt x="0" y="3073"/>
                </a:cubicBezTo>
                <a:cubicBezTo>
                  <a:pt x="153" y="3110"/>
                  <a:pt x="286" y="3143"/>
                  <a:pt x="420" y="3166"/>
                </a:cubicBezTo>
                <a:cubicBezTo>
                  <a:pt x="1813" y="3494"/>
                  <a:pt x="2443" y="3975"/>
                  <a:pt x="2443" y="4580"/>
                </a:cubicBezTo>
                <a:lnTo>
                  <a:pt x="2443" y="10042"/>
                </a:lnTo>
                <a:lnTo>
                  <a:pt x="24076" y="10042"/>
                </a:lnTo>
                <a:lnTo>
                  <a:pt x="24076" y="14"/>
                </a:lnTo>
                <a:lnTo>
                  <a:pt x="2443" y="0"/>
                </a:ln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en-US" sz="2000" b="1" kern="1200" noProof="0">
              <a:solidFill>
                <a:schemeClr val="bg2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290147" y="962025"/>
            <a:ext cx="2883877" cy="2248140"/>
          </a:xfrm>
          <a:prstGeom prst="rect">
            <a:avLst/>
          </a:prstGeom>
        </p:spPr>
        <p:txBody>
          <a:bodyPr lIns="180000" tIns="33059" rIns="36000" bIns="33059" anchor="ctr" anchorCtr="0"/>
          <a:lstStyle>
            <a:lvl1pPr algn="l">
              <a:defRPr lang="en-US" sz="4000" b="1" kern="1200" baseline="0" noProof="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lvl="0" algn="l" defTabSz="839694" rtl="0" eaLnBrk="1" latinLnBrk="0" hangingPunct="1">
              <a:spcBef>
                <a:spcPct val="0"/>
              </a:spcBef>
              <a:buNone/>
            </a:pPr>
            <a:r>
              <a:rPr lang="en-US" noProof="0" dirty="0" smtClean="0"/>
              <a:t>Click here to edit master text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0"/>
          </p:nvPr>
        </p:nvSpPr>
        <p:spPr>
          <a:xfrm>
            <a:off x="3821539" y="1512000"/>
            <a:ext cx="4851889" cy="4788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937573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1"/>
          <a:ext cx="135749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"/>
                        <a:ext cx="135749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298516" y="1494766"/>
            <a:ext cx="8845484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</p:spTree>
    <p:extLst>
      <p:ext uri="{BB962C8B-B14F-4D97-AF65-F5344CB8AC3E}">
        <p14:creationId xmlns:p14="http://schemas.microsoft.com/office/powerpoint/2010/main" val="41854707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298516" y="1494766"/>
            <a:ext cx="6793764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1828800"/>
            <a:ext cx="2003192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729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di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298516" y="1494766"/>
            <a:ext cx="6925244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760" y="1828800"/>
            <a:ext cx="1828800" cy="242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614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298516" y="1494766"/>
            <a:ext cx="7009788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828800"/>
            <a:ext cx="2286000" cy="153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8829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298516" y="1494766"/>
            <a:ext cx="6721756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828800"/>
            <a:ext cx="2286000" cy="164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2977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1"/>
          <a:ext cx="135749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7" name="think-cell Slide" r:id="rId7" imgW="360" imgH="360" progId="">
                  <p:embed/>
                </p:oleObj>
              </mc:Choice>
              <mc:Fallback>
                <p:oleObj name="think-cell Slide" r:id="rId7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"/>
                        <a:ext cx="135749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298516" y="2111956"/>
            <a:ext cx="8845484" cy="402656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298604" y="1495447"/>
            <a:ext cx="8860286" cy="643612"/>
          </a:xfrm>
        </p:spPr>
        <p:txBody>
          <a:bodyPr/>
          <a:lstStyle>
            <a:lvl1pPr marL="0" indent="0">
              <a:buNone/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text</a:t>
            </a:r>
            <a:r>
              <a:rPr lang="fr-FR" dirty="0" smtClean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20284113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465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" name="think-cell Slide" r:id="rId7" imgW="360" imgH="360" progId="">
                  <p:embed/>
                </p:oleObj>
              </mc:Choice>
              <mc:Fallback>
                <p:oleObj name="think-cell Slide" r:id="rId7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46538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0" hasCustomPrompt="1"/>
            <p:custDataLst>
              <p:tags r:id="rId4"/>
            </p:custDataLst>
          </p:nvPr>
        </p:nvSpPr>
        <p:spPr>
          <a:xfrm>
            <a:off x="290500" y="1533439"/>
            <a:ext cx="4155820" cy="4715504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1" hasCustomPrompt="1"/>
            <p:custDataLst>
              <p:tags r:id="rId5"/>
            </p:custDataLst>
          </p:nvPr>
        </p:nvSpPr>
        <p:spPr>
          <a:xfrm>
            <a:off x="4636466" y="1533440"/>
            <a:ext cx="4155820" cy="4725584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</p:spTree>
    <p:extLst>
      <p:ext uri="{BB962C8B-B14F-4D97-AF65-F5344CB8AC3E}">
        <p14:creationId xmlns:p14="http://schemas.microsoft.com/office/powerpoint/2010/main" val="23027143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&amp;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465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5" name="think-cell Slide" r:id="rId9" imgW="360" imgH="360" progId="">
                  <p:embed/>
                </p:oleObj>
              </mc:Choice>
              <mc:Fallback>
                <p:oleObj name="think-cell Slide" r:id="rId9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46538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0" hasCustomPrompt="1"/>
            <p:custDataLst>
              <p:tags r:id="rId4"/>
            </p:custDataLst>
          </p:nvPr>
        </p:nvSpPr>
        <p:spPr>
          <a:xfrm>
            <a:off x="290500" y="2206953"/>
            <a:ext cx="4155820" cy="404199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1" hasCustomPrompt="1"/>
            <p:custDataLst>
              <p:tags r:id="rId5"/>
            </p:custDataLst>
          </p:nvPr>
        </p:nvSpPr>
        <p:spPr>
          <a:xfrm>
            <a:off x="4636466" y="2208394"/>
            <a:ext cx="4155820" cy="405063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2" hasCustomPrompt="1"/>
            <p:custDataLst>
              <p:tags r:id="rId6"/>
            </p:custDataLst>
          </p:nvPr>
        </p:nvSpPr>
        <p:spPr>
          <a:xfrm>
            <a:off x="290501" y="1542648"/>
            <a:ext cx="4155820" cy="653034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tx2">
                    <a:lumMod val="50000"/>
                  </a:schemeClr>
                </a:solidFill>
              </a:defRPr>
            </a:lvl1pPr>
            <a:lvl5pPr>
              <a:buNone/>
              <a:defRPr/>
            </a:lvl5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4636749" y="1533439"/>
            <a:ext cx="4155820" cy="653034"/>
          </a:xfrm>
        </p:spPr>
        <p:txBody>
          <a:bodyPr anchor="ctr"/>
          <a:lstStyle>
            <a:lvl1pPr algn="ctr">
              <a:buNone/>
              <a:defRPr lang="fr-FR" sz="2200" b="1" kern="1200" noProof="0" dirty="0" smtClean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121428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08791" y="1459814"/>
            <a:ext cx="3990466" cy="468996"/>
          </a:xfrm>
          <a:solidFill>
            <a:schemeClr val="accent2"/>
          </a:solidFill>
          <a:ln w="25400">
            <a:solidFill>
              <a:schemeClr val="tx1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none"/>
        </p:style>
        <p:txBody>
          <a:bodyPr wrap="square" anchor="ctr">
            <a:noAutofit/>
          </a:bodyPr>
          <a:lstStyle>
            <a:lvl1pPr marL="0" indent="0"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8791" y="1984895"/>
            <a:ext cx="3990466" cy="1685312"/>
          </a:xfr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lIns="91440"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 baseline="0"/>
            </a:lvl4pPr>
            <a:lvl5pPr>
              <a:defRPr sz="12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766260" y="1459814"/>
            <a:ext cx="3990466" cy="468996"/>
          </a:xfrm>
          <a:solidFill>
            <a:schemeClr val="accent2"/>
          </a:solidFill>
          <a:ln w="25400">
            <a:solidFill>
              <a:schemeClr val="tx1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none"/>
        </p:style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en-US" sz="1600" b="1" kern="1200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766260" y="1984895"/>
            <a:ext cx="3990466" cy="1685312"/>
          </a:xfr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lIns="91440"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 baseline="0"/>
            </a:lvl4pPr>
            <a:lvl5pPr>
              <a:defRPr sz="11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408791" y="3843789"/>
            <a:ext cx="3990466" cy="468996"/>
          </a:xfrm>
          <a:solidFill>
            <a:schemeClr val="accent2"/>
          </a:solidFill>
          <a:ln w="25400">
            <a:solidFill>
              <a:schemeClr val="tx1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none"/>
        </p:style>
        <p:txBody>
          <a:bodyPr wrap="square" anchor="ctr">
            <a:noAutofit/>
          </a:bodyPr>
          <a:lstStyle>
            <a:lvl1pPr marL="0" indent="0"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408791" y="4375488"/>
            <a:ext cx="3990466" cy="1820917"/>
          </a:xfr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lIns="91440"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 baseline="0"/>
            </a:lvl4pPr>
            <a:lvl5pPr>
              <a:defRPr sz="11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766260" y="3843789"/>
            <a:ext cx="3990466" cy="468996"/>
          </a:xfrm>
          <a:solidFill>
            <a:schemeClr val="accent2"/>
          </a:solidFill>
          <a:ln w="25400">
            <a:solidFill>
              <a:schemeClr val="tx1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none"/>
        </p:style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en-US" sz="1600" b="1" kern="1200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4766260" y="4375488"/>
            <a:ext cx="3990466" cy="1820917"/>
          </a:xfr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lIns="91440"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 baseline="0"/>
            </a:lvl4pPr>
            <a:lvl5pPr>
              <a:defRPr sz="11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</p:spTree>
    <p:extLst>
      <p:ext uri="{BB962C8B-B14F-4D97-AF65-F5344CB8AC3E}">
        <p14:creationId xmlns:p14="http://schemas.microsoft.com/office/powerpoint/2010/main" val="1678483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465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9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46538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42165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1"/>
          <a:ext cx="135749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"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"/>
                        <a:ext cx="135749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97251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Capgemini Internal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75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9150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pic>
        <p:nvPicPr>
          <p:cNvPr id="8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65725"/>
            <a:ext cx="9144000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D:\Temlates\Capgemini_logo_pms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5770562"/>
            <a:ext cx="1668463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6246813"/>
            <a:ext cx="2163762" cy="1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9326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1266"/>
            <a:ext cx="8229600" cy="79216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Capgemini Internal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1928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9150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pic>
        <p:nvPicPr>
          <p:cNvPr id="8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65725"/>
            <a:ext cx="9144000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D:\Temlates\Capgemini_logo_pms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5770562"/>
            <a:ext cx="1668463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6246813"/>
            <a:ext cx="2163762" cy="1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65884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Capgemini Internal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7501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1266"/>
            <a:ext cx="8229600" cy="79216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Capgemini Internal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5937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Capgemini Internal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94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1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vmlDrawing" Target="../drawings/vmlDrawing1.vml"/><Relationship Id="rId25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6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5.xml"/><Relationship Id="rId27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9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8"/>
            </p:custDataLst>
          </p:nvPr>
        </p:nvGraphicFramePr>
        <p:xfrm>
          <a:off x="1" y="0"/>
          <a:ext cx="1465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think-cell Slide" r:id="rId25" imgW="360" imgH="360" progId="">
                  <p:embed/>
                </p:oleObj>
              </mc:Choice>
              <mc:Fallback>
                <p:oleObj name="think-cell Slide" r:id="rId25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46538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1" y="0"/>
            <a:ext cx="9143999" cy="1002135"/>
          </a:xfrm>
          <a:prstGeom prst="rect">
            <a:avLst/>
          </a:prstGeom>
        </p:spPr>
        <p:txBody>
          <a:bodyPr vert="horz" lIns="297529" tIns="33059" rIns="165294" bIns="33059" rtlCol="0" anchor="ctr">
            <a:noAutofit/>
          </a:bodyPr>
          <a:lstStyle/>
          <a:p>
            <a:r>
              <a:rPr lang="fr-FR" noProof="0" dirty="0" smtClean="0"/>
              <a:t>Cliquez pour modifier le style du titre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298516" y="1501977"/>
            <a:ext cx="8712115" cy="4636540"/>
          </a:xfrm>
          <a:prstGeom prst="rect">
            <a:avLst/>
          </a:prstGeom>
        </p:spPr>
        <p:txBody>
          <a:bodyPr vert="horz" lIns="108000" tIns="72000" rIns="72000" bIns="72000" rtlCol="0">
            <a:noAutofit/>
          </a:bodyPr>
          <a:lstStyle/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11" name="TextBox 10"/>
          <p:cNvSpPr txBox="1"/>
          <p:nvPr>
            <p:custDataLst>
              <p:tags r:id="rId21"/>
            </p:custDataLst>
          </p:nvPr>
        </p:nvSpPr>
        <p:spPr>
          <a:xfrm>
            <a:off x="8827276" y="6661691"/>
            <a:ext cx="110608" cy="10772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6A895693-0027-4F28-9367-92E39A51F51C}" type="slidenum">
              <a:rPr lang="en-US" sz="700" smtClean="0">
                <a:solidFill>
                  <a:schemeClr val="tx2"/>
                </a:solidFill>
              </a:rPr>
              <a:pPr algn="ctr"/>
              <a:t>‹#›</a:t>
            </a:fld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9" name="Freeform 4"/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2" y="676402"/>
            <a:ext cx="9143999" cy="728122"/>
          </a:xfrm>
          <a:custGeom>
            <a:avLst/>
            <a:gdLst/>
            <a:ahLst/>
            <a:cxnLst>
              <a:cxn ang="0">
                <a:pos x="2965" y="93"/>
              </a:cxn>
              <a:cxn ang="0">
                <a:pos x="303" y="93"/>
              </a:cxn>
              <a:cxn ang="0">
                <a:pos x="151" y="187"/>
              </a:cxn>
              <a:cxn ang="0">
                <a:pos x="0" y="93"/>
              </a:cxn>
              <a:cxn ang="0">
                <a:pos x="0" y="112"/>
              </a:cxn>
              <a:cxn ang="0">
                <a:pos x="151" y="205"/>
              </a:cxn>
              <a:cxn ang="0">
                <a:pos x="303" y="112"/>
              </a:cxn>
              <a:cxn ang="0">
                <a:pos x="2965" y="112"/>
              </a:cxn>
              <a:cxn ang="0">
                <a:pos x="3118" y="19"/>
              </a:cxn>
              <a:cxn ang="0">
                <a:pos x="3118" y="0"/>
              </a:cxn>
              <a:cxn ang="0">
                <a:pos x="2965" y="93"/>
              </a:cxn>
            </a:cxnLst>
            <a:rect l="0" t="0" r="r" b="b"/>
            <a:pathLst>
              <a:path w="3118" h="205">
                <a:moveTo>
                  <a:pt x="2965" y="93"/>
                </a:moveTo>
                <a:cubicBezTo>
                  <a:pt x="303" y="93"/>
                  <a:pt x="303" y="93"/>
                  <a:pt x="303" y="93"/>
                </a:cubicBezTo>
                <a:cubicBezTo>
                  <a:pt x="183" y="93"/>
                  <a:pt x="151" y="187"/>
                  <a:pt x="151" y="187"/>
                </a:cubicBezTo>
                <a:cubicBezTo>
                  <a:pt x="151" y="187"/>
                  <a:pt x="119" y="93"/>
                  <a:pt x="0" y="93"/>
                </a:cubicBezTo>
                <a:cubicBezTo>
                  <a:pt x="0" y="112"/>
                  <a:pt x="0" y="112"/>
                  <a:pt x="0" y="112"/>
                </a:cubicBezTo>
                <a:cubicBezTo>
                  <a:pt x="119" y="112"/>
                  <a:pt x="151" y="205"/>
                  <a:pt x="151" y="205"/>
                </a:cubicBezTo>
                <a:cubicBezTo>
                  <a:pt x="151" y="205"/>
                  <a:pt x="183" y="112"/>
                  <a:pt x="303" y="112"/>
                </a:cubicBezTo>
                <a:cubicBezTo>
                  <a:pt x="2965" y="112"/>
                  <a:pt x="2965" y="112"/>
                  <a:pt x="2965" y="112"/>
                </a:cubicBezTo>
                <a:cubicBezTo>
                  <a:pt x="3085" y="112"/>
                  <a:pt x="3118" y="19"/>
                  <a:pt x="3118" y="19"/>
                </a:cubicBezTo>
                <a:cubicBezTo>
                  <a:pt x="3118" y="0"/>
                  <a:pt x="3118" y="0"/>
                  <a:pt x="3118" y="0"/>
                </a:cubicBezTo>
                <a:cubicBezTo>
                  <a:pt x="3118" y="0"/>
                  <a:pt x="3085" y="93"/>
                  <a:pt x="2965" y="93"/>
                </a:cubicBez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  <a:effectLst>
            <a:outerShdw blurRad="50800" dist="25400" dir="5400000" algn="t" rotWithShape="0">
              <a:prstClr val="black">
                <a:alpha val="31000"/>
              </a:prstClr>
            </a:outerShdw>
          </a:effectLst>
        </p:spPr>
        <p:txBody>
          <a:bodyPr vert="horz" wrap="square" lIns="99563" tIns="49782" rIns="99563" bIns="49782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6223228" y="6623404"/>
            <a:ext cx="2455979" cy="18350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lIns="35997" tIns="35997" rIns="35997" bIns="35997" anchor="b" anchorCtr="0">
            <a:noAutofit/>
          </a:bodyPr>
          <a:lstStyle/>
          <a:p>
            <a:pPr marL="0" marR="0" lvl="0" indent="0" algn="r" defTabSz="995445" rtl="0" eaLnBrk="0" fontAlgn="auto" latinLnBrk="0" hangingPunct="0">
              <a:lnSpc>
                <a:spcPct val="9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600" b="0" i="0" noProof="0" dirty="0" smtClean="0">
                <a:solidFill>
                  <a:schemeClr val="tx2"/>
                </a:solidFill>
                <a:latin typeface="+mj-lt"/>
                <a:cs typeface="Helvetica Light"/>
              </a:rPr>
              <a:t>Copyright © Capgemini 2015. All Rights Reserved</a:t>
            </a:r>
          </a:p>
        </p:txBody>
      </p:sp>
      <p:cxnSp>
        <p:nvCxnSpPr>
          <p:cNvPr id="15" name="Straight Connector 5"/>
          <p:cNvCxnSpPr/>
          <p:nvPr>
            <p:custDataLst>
              <p:tags r:id="rId24"/>
            </p:custDataLst>
          </p:nvPr>
        </p:nvCxnSpPr>
        <p:spPr>
          <a:xfrm flipH="1">
            <a:off x="2" y="6362700"/>
            <a:ext cx="9143999" cy="0"/>
          </a:xfrm>
          <a:prstGeom prst="line">
            <a:avLst/>
          </a:prstGeom>
          <a:ln w="9525" cmpd="sng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Image 13" descr="Capgemini_logo.jpg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270463" y="6439028"/>
            <a:ext cx="1438102" cy="3449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9275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iming>
    <p:tnLst>
      <p:par>
        <p:cTn id="1" dur="indefinite" restart="never" nodeType="tmRoot"/>
      </p:par>
    </p:tnLst>
  </p:timing>
  <p:hf sldNum="0" hdr="0" dt="0"/>
  <p:txStyles>
    <p:titleStyle>
      <a:lvl1pPr marL="0" indent="0" algn="l" defTabSz="914342" rtl="0" eaLnBrk="1" latinLnBrk="0" hangingPunct="1">
        <a:lnSpc>
          <a:spcPct val="85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6189" indent="-166189" algn="l" defTabSz="914342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5"/>
        </a:buClr>
        <a:buFont typeface="Wingdings" pitchFamily="2" charset="2"/>
        <a:buChar char="§"/>
        <a:defRPr sz="2200" b="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355600" indent="-180975" algn="l" defTabSz="914342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3"/>
        </a:buClr>
        <a:buFont typeface="Wingdings" pitchFamily="2" charset="2"/>
        <a:buChar char="§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536575" indent="-165100" algn="l" defTabSz="914342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2"/>
        </a:buClr>
        <a:buFont typeface="Arial" pitchFamily="34" charset="0"/>
        <a:buChar char="•"/>
        <a:tabLst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711200" indent="-165100" algn="l" defTabSz="914342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bg2"/>
        </a:buClr>
        <a:buFont typeface="Arial" pitchFamily="34" charset="0"/>
        <a:buChar char="–"/>
        <a:tabLst/>
        <a:defRPr sz="1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1609624" indent="-193663" algn="l" defTabSz="914342" rtl="0" eaLnBrk="1" latinLnBrk="0" hangingPunct="1">
        <a:spcBef>
          <a:spcPts val="0"/>
        </a:spcBef>
        <a:buClr>
          <a:srgbClr val="B1B1B1"/>
        </a:buClr>
        <a:buFont typeface="Arial" pitchFamily="34" charset="0"/>
        <a:buChar char="–"/>
        <a:defRPr sz="1700" kern="1200">
          <a:solidFill>
            <a:srgbClr val="494949"/>
          </a:solidFill>
          <a:latin typeface="+mn-lt"/>
          <a:ea typeface="+mn-ea"/>
          <a:cs typeface="+mn-cs"/>
        </a:defRPr>
      </a:lvl5pPr>
      <a:lvl6pPr marL="2514441" indent="-228586" algn="l" defTabSz="9143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12" indent="-228586" algn="l" defTabSz="9143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83" indent="-228586" algn="l" defTabSz="9143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54" indent="-228586" algn="l" defTabSz="9143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1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2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3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84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55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26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98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69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0"/>
            <a:ext cx="9144000" cy="59150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pic>
        <p:nvPicPr>
          <p:cNvPr id="17" name="Picture 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65725"/>
            <a:ext cx="9144000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2" descr="D:\Temlates\Capgemini_logo_pms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5770562"/>
            <a:ext cx="1668463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6246813"/>
            <a:ext cx="2163762" cy="1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1"/>
          <p:cNvSpPr txBox="1">
            <a:spLocks noChangeArrowheads="1"/>
          </p:cNvSpPr>
          <p:nvPr userDrawn="1"/>
        </p:nvSpPr>
        <p:spPr bwMode="auto">
          <a:xfrm>
            <a:off x="6770688" y="5240338"/>
            <a:ext cx="17970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r>
              <a:rPr lang="en-US" sz="900" dirty="0">
                <a:solidFill>
                  <a:schemeClr val="bg1"/>
                </a:solidFill>
                <a:latin typeface="Candara" pitchFamily="34" charset="0"/>
              </a:rPr>
              <a:t>IGATE is now a part of Capgemini</a:t>
            </a:r>
          </a:p>
        </p:txBody>
      </p:sp>
    </p:spTree>
    <p:extLst>
      <p:ext uri="{BB962C8B-B14F-4D97-AF65-F5344CB8AC3E}">
        <p14:creationId xmlns:p14="http://schemas.microsoft.com/office/powerpoint/2010/main" val="208414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A1E4"/>
        </a:buClr>
        <a:buFont typeface="Arial" panose="020B0604020202020204" pitchFamily="34" charset="0"/>
        <a:buChar char="•"/>
        <a:defRPr sz="1800" b="1" kern="1200">
          <a:solidFill>
            <a:schemeClr val="bg1">
              <a:lumMod val="50000"/>
            </a:schemeClr>
          </a:solidFill>
          <a:latin typeface="Candara" panose="020E050203030302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A1E4"/>
        </a:buClr>
        <a:buFont typeface="Arial" panose="020B0604020202020204" pitchFamily="34" charset="0"/>
        <a:buChar char="–"/>
        <a:defRPr sz="1600" kern="1200">
          <a:solidFill>
            <a:schemeClr val="bg1">
              <a:lumMod val="50000"/>
            </a:schemeClr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A1E4"/>
        </a:buClr>
        <a:buFont typeface="Arial" panose="020B0604020202020204" pitchFamily="34" charset="0"/>
        <a:buChar char="•"/>
        <a:defRPr sz="1200" kern="1200">
          <a:solidFill>
            <a:schemeClr val="bg1">
              <a:lumMod val="50000"/>
            </a:schemeClr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9144000" cy="59150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pic>
        <p:nvPicPr>
          <p:cNvPr id="1331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65725"/>
            <a:ext cx="9144000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>
          <a:xfrm>
            <a:off x="0" y="6310313"/>
            <a:ext cx="9144000" cy="5476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318" name="TextBox 11"/>
          <p:cNvSpPr txBox="1">
            <a:spLocks noChangeArrowheads="1"/>
          </p:cNvSpPr>
          <p:nvPr/>
        </p:nvSpPr>
        <p:spPr bwMode="auto">
          <a:xfrm>
            <a:off x="6770688" y="5240338"/>
            <a:ext cx="17970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r>
              <a:rPr lang="en-US" sz="900">
                <a:solidFill>
                  <a:schemeClr val="bg1"/>
                </a:solidFill>
                <a:latin typeface="Candara" pitchFamily="34" charset="0"/>
              </a:rPr>
              <a:t>IGATE is now a part of Capgemini</a:t>
            </a:r>
          </a:p>
        </p:txBody>
      </p:sp>
      <p:pic>
        <p:nvPicPr>
          <p:cNvPr id="133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6246813"/>
            <a:ext cx="2163762" cy="1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541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3321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5" y="5921375"/>
            <a:ext cx="2163763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8100" y="1484784"/>
            <a:ext cx="9144000" cy="929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defTabSz="914342" eaLnBrk="1" hangingPunct="1">
              <a:lnSpc>
                <a:spcPct val="8500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2060"/>
                </a:solidFill>
              </a:rPr>
              <a:t>Cognos 11 </a:t>
            </a:r>
            <a:endParaRPr lang="en-US" sz="4000" b="1" dirty="0" smtClean="0">
              <a:solidFill>
                <a:srgbClr val="002060"/>
              </a:solidFill>
            </a:endParaRPr>
          </a:p>
          <a:p>
            <a:pPr defTabSz="914342" eaLnBrk="1" hangingPunct="1">
              <a:lnSpc>
                <a:spcPct val="85000"/>
              </a:lnSpc>
              <a:spcBef>
                <a:spcPct val="0"/>
              </a:spcBef>
            </a:pPr>
            <a:r>
              <a:rPr lang="en-US" sz="2400" dirty="0" smtClean="0">
                <a:solidFill>
                  <a:schemeClr val="bg1"/>
                </a:solidFill>
              </a:rPr>
              <a:t>Lesson </a:t>
            </a:r>
            <a:r>
              <a:rPr lang="en-US" sz="2400" dirty="0">
                <a:solidFill>
                  <a:schemeClr val="bg1"/>
                </a:solidFill>
              </a:rPr>
              <a:t>00</a:t>
            </a:r>
            <a:r>
              <a:rPr lang="en-US" sz="2400" dirty="0" smtClean="0">
                <a:solidFill>
                  <a:schemeClr val="bg1"/>
                </a:solidFill>
              </a:rPr>
              <a:t>: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4282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</a:t>
            </a:r>
            <a:r>
              <a:rPr lang="en-US" dirty="0" smtClean="0"/>
              <a:t>History</a:t>
            </a:r>
            <a:endParaRPr lang="en-US" dirty="0"/>
          </a:p>
        </p:txBody>
      </p:sp>
      <p:graphicFrame>
        <p:nvGraphicFramePr>
          <p:cNvPr id="9" name="Group 10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4758748"/>
              </p:ext>
            </p:extLst>
          </p:nvPr>
        </p:nvGraphicFramePr>
        <p:xfrm>
          <a:off x="611560" y="1268760"/>
          <a:ext cx="7645400" cy="1645920"/>
        </p:xfrm>
        <a:graphic>
          <a:graphicData uri="http://schemas.openxmlformats.org/drawingml/2006/table">
            <a:tbl>
              <a:tblPr/>
              <a:tblGrid>
                <a:gridCol w="792058"/>
                <a:gridCol w="881943"/>
                <a:gridCol w="1166253"/>
                <a:gridCol w="899890"/>
                <a:gridCol w="952927"/>
                <a:gridCol w="1008112"/>
                <a:gridCol w="1944217"/>
              </a:tblGrid>
              <a:tr h="7423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Date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Course Version No.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Software Version No.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Developer / SME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Reviewer(s)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Approver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Change Record Remarks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23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June 2016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Cognos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Manas Sethi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Vivek More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Mahima Sharma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Material Revamp as per Integrated </a:t>
                      </a: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ToC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for I &amp; D </a:t>
                      </a: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LoT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016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Goals and Non </a:t>
            </a:r>
            <a:r>
              <a:rPr lang="en-US" dirty="0" smtClean="0"/>
              <a:t>Goals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 Goals</a:t>
            </a:r>
          </a:p>
          <a:p>
            <a:pPr lvl="1"/>
            <a:r>
              <a:rPr lang="en-US" dirty="0"/>
              <a:t>At the end of this program, participants gain an understanding of Cognos 11 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630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Fair knowledge of </a:t>
            </a:r>
            <a:r>
              <a:rPr lang="en-US" dirty="0" smtClean="0"/>
              <a:t>Data warehousing Concepts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495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Intended </a:t>
            </a:r>
            <a:r>
              <a:rPr lang="en-US" dirty="0" smtClean="0"/>
              <a:t>Audience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Engineers and Senior Software Engineers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54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Wise </a:t>
            </a:r>
            <a:r>
              <a:rPr lang="en-US" dirty="0" smtClean="0"/>
              <a:t>Schedule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Day 1</a:t>
            </a:r>
          </a:p>
          <a:p>
            <a:pPr lvl="1"/>
            <a:r>
              <a:rPr lang="en-US" dirty="0"/>
              <a:t>Lesson 1: •	Introduction to </a:t>
            </a:r>
            <a:r>
              <a:rPr lang="en-US" dirty="0" smtClean="0"/>
              <a:t>Cognos</a:t>
            </a:r>
          </a:p>
          <a:p>
            <a:pPr lvl="1"/>
            <a:r>
              <a:rPr lang="en-US" dirty="0" smtClean="0"/>
              <a:t>Lesson 2: </a:t>
            </a:r>
            <a:r>
              <a:rPr lang="en-US" dirty="0"/>
              <a:t>•	Cognos </a:t>
            </a:r>
            <a:r>
              <a:rPr lang="en-US" dirty="0" smtClean="0"/>
              <a:t>Connection</a:t>
            </a:r>
          </a:p>
          <a:p>
            <a:pPr lvl="1"/>
            <a:endParaRPr lang="en-US" dirty="0" smtClean="0"/>
          </a:p>
          <a:p>
            <a:pPr lvl="0">
              <a:buClr>
                <a:srgbClr val="0098CC"/>
              </a:buClr>
            </a:pPr>
            <a:r>
              <a:rPr lang="en-US" dirty="0">
                <a:solidFill>
                  <a:srgbClr val="909090">
                    <a:lumMod val="50000"/>
                  </a:srgbClr>
                </a:solidFill>
              </a:rPr>
              <a:t>Day </a:t>
            </a:r>
            <a:r>
              <a:rPr lang="en-US" dirty="0" smtClean="0">
                <a:solidFill>
                  <a:srgbClr val="909090">
                    <a:lumMod val="50000"/>
                  </a:srgbClr>
                </a:solidFill>
              </a:rPr>
              <a:t>2</a:t>
            </a:r>
            <a:endParaRPr lang="en-US" dirty="0">
              <a:solidFill>
                <a:srgbClr val="909090">
                  <a:lumMod val="50000"/>
                </a:srgbClr>
              </a:solidFill>
            </a:endParaRPr>
          </a:p>
          <a:p>
            <a:pPr lvl="1"/>
            <a:r>
              <a:rPr lang="en-US" dirty="0" smtClean="0"/>
              <a:t>Lesson 3: </a:t>
            </a:r>
            <a:r>
              <a:rPr lang="en-US" dirty="0"/>
              <a:t>•	Query </a:t>
            </a:r>
            <a:r>
              <a:rPr lang="en-US" dirty="0" smtClean="0"/>
              <a:t>Studio</a:t>
            </a:r>
          </a:p>
          <a:p>
            <a:pPr lvl="1"/>
            <a:endParaRPr lang="en-US" dirty="0" smtClean="0"/>
          </a:p>
          <a:p>
            <a:pPr lvl="0">
              <a:buClr>
                <a:srgbClr val="0098CC"/>
              </a:buClr>
            </a:pPr>
            <a:r>
              <a:rPr lang="en-US" dirty="0">
                <a:solidFill>
                  <a:srgbClr val="909090">
                    <a:lumMod val="50000"/>
                  </a:srgbClr>
                </a:solidFill>
              </a:rPr>
              <a:t>Day </a:t>
            </a:r>
            <a:r>
              <a:rPr lang="en-US" dirty="0" smtClean="0">
                <a:solidFill>
                  <a:srgbClr val="909090">
                    <a:lumMod val="50000"/>
                  </a:srgbClr>
                </a:solidFill>
              </a:rPr>
              <a:t>3</a:t>
            </a:r>
            <a:endParaRPr lang="en-US" dirty="0">
              <a:solidFill>
                <a:srgbClr val="909090">
                  <a:lumMod val="50000"/>
                </a:srgbClr>
              </a:solidFill>
            </a:endParaRPr>
          </a:p>
          <a:p>
            <a:pPr lvl="1"/>
            <a:r>
              <a:rPr lang="en-US" dirty="0"/>
              <a:t>Lesson </a:t>
            </a:r>
            <a:r>
              <a:rPr lang="en-US" dirty="0" smtClean="0"/>
              <a:t>3: </a:t>
            </a:r>
            <a:r>
              <a:rPr lang="en-US" dirty="0"/>
              <a:t>•	Query </a:t>
            </a:r>
            <a:r>
              <a:rPr lang="en-US" dirty="0" smtClean="0"/>
              <a:t>Studio…Continued</a:t>
            </a:r>
          </a:p>
          <a:p>
            <a:pPr lvl="1"/>
            <a:endParaRPr lang="en-US" dirty="0"/>
          </a:p>
          <a:p>
            <a:pPr lvl="0">
              <a:buClr>
                <a:srgbClr val="0098CC"/>
              </a:buClr>
            </a:pPr>
            <a:r>
              <a:rPr lang="en-US" dirty="0">
                <a:solidFill>
                  <a:srgbClr val="909090">
                    <a:lumMod val="50000"/>
                  </a:srgbClr>
                </a:solidFill>
              </a:rPr>
              <a:t>Day </a:t>
            </a:r>
            <a:r>
              <a:rPr lang="en-US" dirty="0" smtClean="0">
                <a:solidFill>
                  <a:srgbClr val="909090">
                    <a:lumMod val="50000"/>
                  </a:srgbClr>
                </a:solidFill>
              </a:rPr>
              <a:t>4</a:t>
            </a:r>
            <a:endParaRPr lang="en-US" dirty="0">
              <a:solidFill>
                <a:srgbClr val="909090">
                  <a:lumMod val="50000"/>
                </a:srgbClr>
              </a:solidFill>
            </a:endParaRPr>
          </a:p>
          <a:p>
            <a:pPr lvl="1"/>
            <a:r>
              <a:rPr lang="en-US" dirty="0"/>
              <a:t>Lesson 4</a:t>
            </a:r>
            <a:r>
              <a:rPr lang="en-US" dirty="0" smtClean="0"/>
              <a:t>: </a:t>
            </a:r>
            <a:r>
              <a:rPr lang="en-US" dirty="0"/>
              <a:t>•	</a:t>
            </a:r>
            <a:r>
              <a:rPr lang="en-US" dirty="0" smtClean="0"/>
              <a:t>Cognos Analytics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840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Wise </a:t>
            </a:r>
            <a:r>
              <a:rPr lang="en-US" dirty="0" smtClean="0"/>
              <a:t>Schedule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Day </a:t>
            </a:r>
            <a:r>
              <a:rPr lang="en-US" dirty="0" smtClean="0"/>
              <a:t>5</a:t>
            </a:r>
            <a:endParaRPr lang="en-US" dirty="0"/>
          </a:p>
          <a:p>
            <a:pPr lvl="1"/>
            <a:r>
              <a:rPr lang="en-US" dirty="0"/>
              <a:t>Lesson </a:t>
            </a:r>
            <a:r>
              <a:rPr lang="en-US" dirty="0" smtClean="0"/>
              <a:t>4: </a:t>
            </a:r>
            <a:r>
              <a:rPr lang="en-US" dirty="0"/>
              <a:t>•	Cognos </a:t>
            </a:r>
            <a:r>
              <a:rPr lang="en-US" dirty="0" smtClean="0"/>
              <a:t>Analytics…Continued</a:t>
            </a:r>
            <a:endParaRPr lang="en-US" dirty="0"/>
          </a:p>
          <a:p>
            <a:pPr lvl="1"/>
            <a:endParaRPr lang="en-US" dirty="0" smtClean="0"/>
          </a:p>
          <a:p>
            <a:pPr lvl="0">
              <a:buClr>
                <a:srgbClr val="0098CC"/>
              </a:buClr>
            </a:pPr>
            <a:r>
              <a:rPr lang="en-US" dirty="0">
                <a:solidFill>
                  <a:srgbClr val="909090">
                    <a:lumMod val="50000"/>
                  </a:srgbClr>
                </a:solidFill>
              </a:rPr>
              <a:t>Day 6</a:t>
            </a:r>
          </a:p>
          <a:p>
            <a:pPr lvl="1"/>
            <a:r>
              <a:rPr lang="en-US" dirty="0"/>
              <a:t>Lesson 5</a:t>
            </a:r>
            <a:r>
              <a:rPr lang="en-US" dirty="0" smtClean="0"/>
              <a:t>: </a:t>
            </a:r>
            <a:r>
              <a:rPr lang="en-US" dirty="0"/>
              <a:t>•	</a:t>
            </a:r>
            <a:r>
              <a:rPr lang="fr-FR" dirty="0"/>
              <a:t>Analysis </a:t>
            </a:r>
            <a:r>
              <a:rPr lang="fr-FR" dirty="0" smtClean="0"/>
              <a:t>Studio &amp; Event Studio</a:t>
            </a:r>
            <a:endParaRPr lang="en-US" dirty="0"/>
          </a:p>
          <a:p>
            <a:r>
              <a:rPr lang="en-US" dirty="0" smtClean="0"/>
              <a:t>Day 7</a:t>
            </a:r>
          </a:p>
          <a:p>
            <a:pPr lvl="1"/>
            <a:r>
              <a:rPr lang="en-US" dirty="0" smtClean="0"/>
              <a:t>Lesson 6: Framework Manager,</a:t>
            </a:r>
            <a:r>
              <a:rPr lang="en-US" dirty="0"/>
              <a:t> Admin &amp; Security</a:t>
            </a:r>
          </a:p>
          <a:p>
            <a:pPr marL="174625" lvl="1" indent="0">
              <a:buNone/>
            </a:pPr>
            <a:endParaRPr lang="en-US" dirty="0"/>
          </a:p>
          <a:p>
            <a:r>
              <a:rPr lang="en-US" dirty="0" smtClean="0"/>
              <a:t>Day 8</a:t>
            </a:r>
          </a:p>
          <a:p>
            <a:pPr lvl="1"/>
            <a:r>
              <a:rPr lang="en-US" dirty="0" smtClean="0"/>
              <a:t>Lesson 6: Framework Manager, Admin </a:t>
            </a:r>
            <a:r>
              <a:rPr lang="en-US" dirty="0"/>
              <a:t>&amp; </a:t>
            </a:r>
            <a:r>
              <a:rPr lang="en-US" dirty="0" smtClean="0"/>
              <a:t>Security…Continued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108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</a:t>
            </a:r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b="1" dirty="0" smtClean="0"/>
              <a:t>Lesson 1: Introduction </a:t>
            </a:r>
            <a:r>
              <a:rPr lang="en-US" sz="2400" b="1" dirty="0"/>
              <a:t>to Cognos</a:t>
            </a:r>
            <a:endParaRPr lang="en-US" sz="2400" dirty="0"/>
          </a:p>
          <a:p>
            <a:pPr lvl="1"/>
            <a:r>
              <a:rPr lang="en-US" dirty="0"/>
              <a:t>Why Reporting?</a:t>
            </a:r>
          </a:p>
          <a:p>
            <a:pPr lvl="1"/>
            <a:r>
              <a:rPr lang="en-US" dirty="0"/>
              <a:t>Why Cognos Analytics?</a:t>
            </a:r>
          </a:p>
          <a:p>
            <a:pPr lvl="1"/>
            <a:r>
              <a:rPr lang="en-US" dirty="0"/>
              <a:t>Cognos 8/10 and 11 Comparison </a:t>
            </a:r>
          </a:p>
          <a:p>
            <a:pPr lvl="1"/>
            <a:r>
              <a:rPr lang="en-US" dirty="0"/>
              <a:t>Cognos Analytics Self Service capability </a:t>
            </a:r>
          </a:p>
          <a:p>
            <a:pPr lvl="1"/>
            <a:r>
              <a:rPr lang="en-US" dirty="0"/>
              <a:t>Cognos  Analytics - Three tier Architecture</a:t>
            </a:r>
          </a:p>
          <a:p>
            <a:pPr lvl="1"/>
            <a:r>
              <a:rPr lang="en-US" dirty="0"/>
              <a:t>User Interfaces</a:t>
            </a:r>
          </a:p>
          <a:p>
            <a:pPr lvl="1"/>
            <a:r>
              <a:rPr lang="en-US" dirty="0"/>
              <a:t>Web-based User Interfaces</a:t>
            </a:r>
          </a:p>
          <a:p>
            <a:pPr lvl="1"/>
            <a:r>
              <a:rPr lang="en-US" dirty="0"/>
              <a:t>Tier 1 Web Server: Cognos Analytics Gateways</a:t>
            </a:r>
          </a:p>
          <a:p>
            <a:pPr lvl="1"/>
            <a:r>
              <a:rPr lang="en-US" dirty="0"/>
              <a:t>Tier 2 Application: Cognos Analytics Servers</a:t>
            </a:r>
          </a:p>
          <a:p>
            <a:pPr lvl="1"/>
            <a:r>
              <a:rPr lang="en-US" dirty="0"/>
              <a:t>Tier 3 Data: Content Providers</a:t>
            </a:r>
          </a:p>
          <a:p>
            <a:pPr lvl="1"/>
            <a:r>
              <a:rPr lang="en-US" dirty="0"/>
              <a:t>Accessing Cognos Analytics</a:t>
            </a:r>
          </a:p>
          <a:p>
            <a:pPr lvl="0"/>
            <a:endParaRPr lang="fr-FR" sz="2400" b="1" dirty="0" smtClean="0"/>
          </a:p>
          <a:p>
            <a:pPr lvl="0"/>
            <a:endParaRPr lang="fr-FR" sz="2400" b="1" dirty="0"/>
          </a:p>
          <a:p>
            <a:pPr lvl="0"/>
            <a:endParaRPr lang="fr-FR" sz="2400" b="1" dirty="0" smtClean="0"/>
          </a:p>
          <a:p>
            <a:pPr lvl="0"/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2680343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z="2400" b="1" dirty="0" err="1" smtClean="0"/>
              <a:t>Lesson</a:t>
            </a:r>
            <a:r>
              <a:rPr lang="fr-FR" sz="2400" b="1" dirty="0" smtClean="0"/>
              <a:t> 2: </a:t>
            </a:r>
            <a:r>
              <a:rPr lang="fr-FR" sz="2400" b="1" dirty="0" err="1" smtClean="0"/>
              <a:t>Cognos</a:t>
            </a:r>
            <a:r>
              <a:rPr lang="fr-FR" sz="2400" b="1" dirty="0" smtClean="0"/>
              <a:t> </a:t>
            </a:r>
            <a:r>
              <a:rPr lang="fr-FR" sz="2400" b="1" dirty="0"/>
              <a:t>Connection</a:t>
            </a:r>
            <a:endParaRPr lang="en-US" sz="2400" dirty="0"/>
          </a:p>
          <a:p>
            <a:pPr lvl="1"/>
            <a:r>
              <a:rPr lang="en-US" dirty="0"/>
              <a:t>What is Cognos Connection?</a:t>
            </a:r>
          </a:p>
          <a:p>
            <a:pPr lvl="1"/>
            <a:r>
              <a:rPr lang="en-US" dirty="0"/>
              <a:t>Schedule Reports</a:t>
            </a:r>
          </a:p>
          <a:p>
            <a:pPr lvl="1"/>
            <a:r>
              <a:rPr lang="en-US" dirty="0"/>
              <a:t>Organize Content with Folders</a:t>
            </a:r>
          </a:p>
          <a:p>
            <a:pPr lvl="1"/>
            <a:r>
              <a:rPr lang="en-US" dirty="0"/>
              <a:t> Customize </a:t>
            </a:r>
            <a:r>
              <a:rPr lang="en-US" dirty="0" smtClean="0"/>
              <a:t>Portal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191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z="2400" b="1" dirty="0" err="1" smtClean="0"/>
              <a:t>Lesson</a:t>
            </a:r>
            <a:r>
              <a:rPr lang="fr-FR" sz="2400" b="1" dirty="0" smtClean="0"/>
              <a:t> 3: </a:t>
            </a:r>
            <a:r>
              <a:rPr lang="fr-FR" sz="2400" b="1" dirty="0" err="1" smtClean="0"/>
              <a:t>Query</a:t>
            </a:r>
            <a:r>
              <a:rPr lang="fr-FR" sz="2400" b="1" dirty="0" smtClean="0"/>
              <a:t> </a:t>
            </a:r>
            <a:r>
              <a:rPr lang="fr-FR" sz="2400" b="1" dirty="0"/>
              <a:t>Studio</a:t>
            </a:r>
            <a:endParaRPr lang="en-US" sz="2400" dirty="0"/>
          </a:p>
          <a:p>
            <a:pPr lvl="1"/>
            <a:r>
              <a:rPr lang="en-US" dirty="0"/>
              <a:t>What is Query Studio?</a:t>
            </a:r>
          </a:p>
          <a:p>
            <a:pPr lvl="1"/>
            <a:r>
              <a:rPr lang="en-US" dirty="0"/>
              <a:t>Package</a:t>
            </a:r>
          </a:p>
          <a:p>
            <a:pPr lvl="1"/>
            <a:r>
              <a:rPr lang="en-US" dirty="0"/>
              <a:t>Adding Data to Ad Hoc Reports</a:t>
            </a:r>
          </a:p>
          <a:p>
            <a:pPr lvl="1"/>
            <a:r>
              <a:rPr lang="en-US" dirty="0"/>
              <a:t>List Reports</a:t>
            </a:r>
          </a:p>
          <a:p>
            <a:pPr lvl="1"/>
            <a:r>
              <a:rPr lang="en-US" dirty="0"/>
              <a:t>Crosstab Reports</a:t>
            </a:r>
          </a:p>
          <a:p>
            <a:pPr lvl="1"/>
            <a:r>
              <a:rPr lang="en-US" dirty="0"/>
              <a:t>Display Data Graphically with Charts</a:t>
            </a:r>
          </a:p>
          <a:p>
            <a:pPr lvl="1"/>
            <a:r>
              <a:rPr lang="en-US" dirty="0"/>
              <a:t>Custom Groups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750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516" y="1196752"/>
            <a:ext cx="8845484" cy="4941765"/>
          </a:xfrm>
        </p:spPr>
        <p:txBody>
          <a:bodyPr/>
          <a:lstStyle/>
          <a:p>
            <a:pPr lvl="0"/>
            <a:r>
              <a:rPr lang="fr-FR" sz="1800" b="1" dirty="0" err="1" smtClean="0"/>
              <a:t>Lesson</a:t>
            </a:r>
            <a:r>
              <a:rPr lang="fr-FR" sz="1800" b="1" dirty="0" smtClean="0"/>
              <a:t> 4: </a:t>
            </a:r>
            <a:r>
              <a:rPr lang="fr-FR" sz="1800" b="1" dirty="0" err="1" smtClean="0"/>
              <a:t>Cognos</a:t>
            </a:r>
            <a:r>
              <a:rPr lang="fr-FR" sz="1800" b="1" dirty="0" smtClean="0"/>
              <a:t> </a:t>
            </a:r>
            <a:r>
              <a:rPr lang="fr-FR" sz="1800" b="1" dirty="0" err="1"/>
              <a:t>Anaytics</a:t>
            </a:r>
            <a:r>
              <a:rPr lang="fr-FR" sz="1800" b="1" dirty="0"/>
              <a:t> </a:t>
            </a:r>
            <a:endParaRPr lang="en-US" sz="1800" dirty="0"/>
          </a:p>
          <a:p>
            <a:pPr lvl="1"/>
            <a:r>
              <a:rPr lang="en-US" dirty="0"/>
              <a:t>What is Report, Dashboard and Data Module?</a:t>
            </a:r>
          </a:p>
          <a:p>
            <a:pPr lvl="1"/>
            <a:r>
              <a:rPr lang="en-US" dirty="0"/>
              <a:t>User Interface &amp; Navigation</a:t>
            </a:r>
          </a:p>
          <a:p>
            <a:pPr lvl="1"/>
            <a:r>
              <a:rPr lang="en-US" dirty="0"/>
              <a:t>Objects</a:t>
            </a:r>
          </a:p>
          <a:p>
            <a:pPr lvl="1"/>
            <a:r>
              <a:rPr lang="en-US" dirty="0"/>
              <a:t>Creating a Report</a:t>
            </a:r>
          </a:p>
          <a:p>
            <a:pPr lvl="1"/>
            <a:r>
              <a:rPr lang="en-US" dirty="0"/>
              <a:t>Report Types</a:t>
            </a:r>
          </a:p>
          <a:p>
            <a:pPr lvl="1"/>
            <a:r>
              <a:rPr lang="en-US" dirty="0"/>
              <a:t>Data, toolbox, and navigate areas</a:t>
            </a:r>
          </a:p>
          <a:p>
            <a:pPr lvl="1"/>
            <a:r>
              <a:rPr lang="en-US" dirty="0"/>
              <a:t>Design Vs Preview Vs Structure</a:t>
            </a:r>
          </a:p>
          <a:p>
            <a:pPr lvl="1"/>
            <a:r>
              <a:rPr lang="en-US" dirty="0"/>
              <a:t>On-Demand Property Pane</a:t>
            </a:r>
          </a:p>
          <a:p>
            <a:pPr lvl="1"/>
            <a:r>
              <a:rPr lang="en-US" dirty="0"/>
              <a:t>Visualizations </a:t>
            </a:r>
          </a:p>
          <a:p>
            <a:pPr lvl="1"/>
            <a:r>
              <a:rPr lang="en-US" dirty="0"/>
              <a:t>Repeater Report</a:t>
            </a:r>
          </a:p>
          <a:p>
            <a:pPr lvl="1"/>
            <a:r>
              <a:rPr lang="en-US" dirty="0"/>
              <a:t>Prompts</a:t>
            </a:r>
          </a:p>
          <a:p>
            <a:pPr lvl="1"/>
            <a:r>
              <a:rPr lang="en-US" dirty="0"/>
              <a:t>Report Studio Views</a:t>
            </a:r>
          </a:p>
          <a:p>
            <a:pPr lvl="1"/>
            <a:r>
              <a:rPr lang="en-US" dirty="0"/>
              <a:t>Auto Group and </a:t>
            </a:r>
            <a:r>
              <a:rPr lang="en-US" dirty="0" smtClean="0"/>
              <a:t>Summarize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72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Drill-</a:t>
            </a:r>
            <a:r>
              <a:rPr lang="en-US" dirty="0" err="1"/>
              <a:t>throughs</a:t>
            </a:r>
            <a:endParaRPr lang="en-US" dirty="0"/>
          </a:p>
          <a:p>
            <a:pPr lvl="1"/>
            <a:r>
              <a:rPr lang="en-US" dirty="0"/>
              <a:t>Master &amp; Details relationship</a:t>
            </a:r>
          </a:p>
          <a:p>
            <a:pPr lvl="1"/>
            <a:r>
              <a:rPr lang="en-US" dirty="0"/>
              <a:t>Conditional Formatting</a:t>
            </a:r>
          </a:p>
          <a:p>
            <a:pPr lvl="1"/>
            <a:r>
              <a:rPr lang="en-US" dirty="0"/>
              <a:t>Working with Queries</a:t>
            </a:r>
          </a:p>
          <a:p>
            <a:pPr lvl="1"/>
            <a:r>
              <a:rPr lang="en-US" dirty="0"/>
              <a:t>Templates</a:t>
            </a:r>
          </a:p>
          <a:p>
            <a:pPr lvl="1"/>
            <a:r>
              <a:rPr lang="en-US" dirty="0"/>
              <a:t>Reuse a Layout Object</a:t>
            </a:r>
          </a:p>
          <a:p>
            <a:pPr lvl="1"/>
            <a:r>
              <a:rPr lang="en-US" dirty="0"/>
              <a:t>Active Report</a:t>
            </a:r>
          </a:p>
          <a:p>
            <a:pPr lvl="1"/>
            <a:r>
              <a:rPr lang="en-US" dirty="0"/>
              <a:t>Data Sets</a:t>
            </a:r>
          </a:p>
          <a:p>
            <a:pPr lvl="1"/>
            <a:r>
              <a:rPr lang="en-US" dirty="0"/>
              <a:t>Data Modeling on web</a:t>
            </a:r>
          </a:p>
          <a:p>
            <a:pPr lvl="1"/>
            <a:r>
              <a:rPr lang="en-US" dirty="0"/>
              <a:t>Dash boarding</a:t>
            </a:r>
          </a:p>
          <a:p>
            <a:pPr lvl="1"/>
            <a:r>
              <a:rPr lang="en-US" dirty="0"/>
              <a:t>Snapshot Dashboard</a:t>
            </a:r>
          </a:p>
          <a:p>
            <a:pPr lvl="1"/>
            <a:r>
              <a:rPr lang="en-US" dirty="0"/>
              <a:t>Notification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14840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z="2400" b="1" dirty="0" err="1" smtClean="0"/>
              <a:t>Lesson</a:t>
            </a:r>
            <a:r>
              <a:rPr lang="fr-FR" sz="2400" b="1" dirty="0" smtClean="0"/>
              <a:t> 5: Analysis  &amp; Event Studio</a:t>
            </a:r>
            <a:endParaRPr lang="en-US" sz="2400" dirty="0"/>
          </a:p>
          <a:p>
            <a:pPr lvl="1"/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Analysis Studio ?</a:t>
            </a:r>
            <a:endParaRPr lang="en-US" dirty="0"/>
          </a:p>
          <a:p>
            <a:pPr lvl="1"/>
            <a:r>
              <a:rPr lang="fr-FR" dirty="0"/>
              <a:t>Analysis Studio simple report</a:t>
            </a:r>
            <a:endParaRPr lang="en-US" dirty="0"/>
          </a:p>
          <a:p>
            <a:pPr lvl="1"/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/>
              <a:t>is</a:t>
            </a:r>
            <a:r>
              <a:rPr lang="fr-FR" dirty="0"/>
              <a:t> Event Studio ?</a:t>
            </a:r>
            <a:endParaRPr lang="en-US" dirty="0"/>
          </a:p>
          <a:p>
            <a:pPr lvl="1"/>
            <a:r>
              <a:rPr lang="fr-FR" dirty="0"/>
              <a:t>Simple Event </a:t>
            </a:r>
            <a:r>
              <a:rPr lang="fr-FR" dirty="0" err="1"/>
              <a:t>Creation</a:t>
            </a:r>
            <a:r>
              <a:rPr lang="fr-FR" dirty="0"/>
              <a:t>.</a:t>
            </a:r>
            <a:endParaRPr lang="en-US" dirty="0"/>
          </a:p>
          <a:p>
            <a:pPr lvl="1"/>
            <a:r>
              <a:rPr lang="fr-FR" dirty="0"/>
              <a:t>Schedule and Trigger Events Studio Agents.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486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Lesson 6: Framework Manager,</a:t>
            </a:r>
            <a:r>
              <a:rPr lang="en-US" sz="2400" dirty="0"/>
              <a:t> Admin &amp; Security</a:t>
            </a:r>
          </a:p>
          <a:p>
            <a:pPr marL="0" lvl="0" indent="0">
              <a:buNone/>
            </a:pPr>
            <a:endParaRPr lang="en-US" sz="2400" dirty="0"/>
          </a:p>
          <a:p>
            <a:pPr lvl="1"/>
            <a:r>
              <a:rPr lang="en-US" dirty="0"/>
              <a:t>Designing a project</a:t>
            </a:r>
          </a:p>
          <a:p>
            <a:pPr lvl="1"/>
            <a:r>
              <a:rPr lang="en-US" dirty="0"/>
              <a:t>Create Namespace, folders, Query Subject, Query Items</a:t>
            </a:r>
          </a:p>
          <a:p>
            <a:pPr lvl="1"/>
            <a:r>
              <a:rPr lang="en-US" dirty="0"/>
              <a:t>Create Relationships and Define Cardinality</a:t>
            </a:r>
          </a:p>
          <a:p>
            <a:pPr lvl="1"/>
            <a:r>
              <a:rPr lang="en-US" dirty="0"/>
              <a:t>Create Filters, Calculations</a:t>
            </a:r>
          </a:p>
          <a:p>
            <a:pPr lvl="1"/>
            <a:r>
              <a:rPr lang="en-US" dirty="0"/>
              <a:t>Create Regular and Measure Dimension</a:t>
            </a:r>
          </a:p>
          <a:p>
            <a:pPr lvl="1"/>
            <a:r>
              <a:rPr lang="en-US" dirty="0"/>
              <a:t>Create Hierarchy (DMR)</a:t>
            </a:r>
          </a:p>
          <a:p>
            <a:pPr lvl="1"/>
            <a:r>
              <a:rPr lang="en-US" dirty="0"/>
              <a:t>Create and Publish package</a:t>
            </a:r>
          </a:p>
          <a:p>
            <a:pPr lvl="1"/>
            <a:r>
              <a:rPr lang="en-US" dirty="0"/>
              <a:t>Defining Usage Property</a:t>
            </a:r>
          </a:p>
          <a:p>
            <a:pPr lvl="1"/>
            <a:r>
              <a:rPr lang="en-US" dirty="0"/>
              <a:t>FM Security</a:t>
            </a:r>
          </a:p>
          <a:p>
            <a:pPr lvl="1"/>
            <a:r>
              <a:rPr lang="en-US" dirty="0"/>
              <a:t>Parameter Maps, Session Parameter, Macro Functions</a:t>
            </a:r>
          </a:p>
          <a:p>
            <a:pPr lvl="1"/>
            <a:r>
              <a:rPr lang="en-US" dirty="0"/>
              <a:t>Define Query Set</a:t>
            </a:r>
          </a:p>
          <a:p>
            <a:pPr lvl="1"/>
            <a:r>
              <a:rPr lang="en-US" dirty="0"/>
              <a:t>Branching &amp; Merging</a:t>
            </a:r>
          </a:p>
          <a:p>
            <a:pPr lvl="1"/>
            <a:r>
              <a:rPr lang="en-US" dirty="0"/>
              <a:t>Governor Settings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329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z="2400" b="1" dirty="0"/>
              <a:t>Security</a:t>
            </a:r>
            <a:endParaRPr lang="en-US" sz="2400" dirty="0"/>
          </a:p>
          <a:p>
            <a:pPr lvl="1"/>
            <a:r>
              <a:rPr lang="en-US" dirty="0"/>
              <a:t>Authentication Provider</a:t>
            </a:r>
          </a:p>
          <a:p>
            <a:pPr lvl="1"/>
            <a:r>
              <a:rPr lang="en-US" dirty="0"/>
              <a:t>Cognos Namespace</a:t>
            </a:r>
          </a:p>
          <a:p>
            <a:pPr lvl="1"/>
            <a:r>
              <a:rPr lang="en-US" dirty="0"/>
              <a:t>Initial Security</a:t>
            </a:r>
          </a:p>
          <a:p>
            <a:pPr lvl="1"/>
            <a:r>
              <a:rPr lang="en-US" dirty="0"/>
              <a:t>Built-in entries</a:t>
            </a:r>
          </a:p>
          <a:p>
            <a:pPr lvl="1"/>
            <a:r>
              <a:rPr lang="en-US" dirty="0"/>
              <a:t>Pre-defined entries</a:t>
            </a:r>
          </a:p>
          <a:p>
            <a:pPr lvl="1"/>
            <a:r>
              <a:rPr lang="en-US" dirty="0"/>
              <a:t>Pre-defined roles</a:t>
            </a:r>
          </a:p>
          <a:p>
            <a:pPr lvl="1"/>
            <a:r>
              <a:rPr lang="en-US" dirty="0"/>
              <a:t>Specify Security settings after installation</a:t>
            </a:r>
          </a:p>
          <a:p>
            <a:pPr lvl="1"/>
            <a:r>
              <a:rPr lang="en-US" dirty="0"/>
              <a:t>Demonstration: To Remove Everyone from System Administrator</a:t>
            </a:r>
          </a:p>
          <a:p>
            <a:pPr lvl="1"/>
            <a:r>
              <a:rPr lang="en-US" dirty="0"/>
              <a:t>Optimizing Users, Groups, and Roles in the Cognos Namespace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079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z="2400" b="1" dirty="0" err="1" smtClean="0"/>
              <a:t>Cognos</a:t>
            </a:r>
            <a:r>
              <a:rPr lang="fr-FR" sz="2400" b="1" dirty="0" smtClean="0"/>
              <a:t> Administration </a:t>
            </a:r>
            <a:endParaRPr lang="en-US" sz="2400" dirty="0" smtClean="0"/>
          </a:p>
          <a:p>
            <a:pPr lvl="1"/>
            <a:r>
              <a:rPr lang="en-US" dirty="0" smtClean="0"/>
              <a:t>Manage Accounts, Activities, Contents</a:t>
            </a:r>
          </a:p>
          <a:p>
            <a:pPr lvl="1"/>
            <a:r>
              <a:rPr lang="en-US" dirty="0" smtClean="0"/>
              <a:t>Manage &amp; Create Data servers</a:t>
            </a:r>
          </a:p>
          <a:p>
            <a:pPr lvl="1"/>
            <a:r>
              <a:rPr lang="en-US" dirty="0" smtClean="0"/>
              <a:t>Manage system configuration setting</a:t>
            </a:r>
          </a:p>
          <a:p>
            <a:pPr lvl="1"/>
            <a:r>
              <a:rPr lang="en-US" dirty="0" smtClean="0"/>
              <a:t>Create &amp; schedule jobs</a:t>
            </a:r>
          </a:p>
          <a:p>
            <a:pPr lvl="1"/>
            <a:r>
              <a:rPr lang="en-US" dirty="0" smtClean="0"/>
              <a:t>Administration Console, Monitoring and Performance Tuning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010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 Courses (if applicable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 related tool training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714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</a:t>
            </a:r>
            <a:r>
              <a:rPr lang="en-US" dirty="0"/>
              <a:t>Parallel Technology </a:t>
            </a:r>
            <a:r>
              <a:rPr lang="en-US" dirty="0" smtClean="0"/>
              <a:t>Areas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273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8VTg_P6rkuq_fbZG2oYX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HldxlhBv0miWYXN6H8BT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Y4oecJCE2aPB.u6loWP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k.3W3rhiEqWtBDEsi7Xg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xI4A68crEiZSNCDbGy9g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Tl75Tp2nEy_4PpazGLtV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fCn1rK4qUmp5lj5ISq8x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OLV5mW.q0KZi163Pl1yL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_rDdt6HIk6q49v0xMSrT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_pk8PYzpk.FktMHhDaTF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ciOYA.RlUiY0_0bhJg.j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zZ9AyfU70.O66e.c9FkV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l9qzkNXSk2ij_NoCuEf2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IjPmYduDEihDAvnsmSIN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CiS0.yx0EOD8F1j3NQrH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z079BM2o06hslZIU5JQR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7lR2ZPdT0GiqzvYZsxoo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DnGmnlJWUybweSHRV5zM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Q5iGtRqU02KNLCmPGzp4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c8wFtNDQEWdRtOXF1QyR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tFIJDhqukmiZrrs7RIxO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k8lAE_1EizYsNCWPJyz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Sf6F_6IvUOzE1MWebP3w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IkCAESggUqrdbLfjv5zD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YnDl6hGIEiK2JQntAZnx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Corporate Presentation Template (4x3 - Normal)">
  <a:themeElements>
    <a:clrScheme name="Capgemini">
      <a:dk1>
        <a:srgbClr val="00264A"/>
      </a:dk1>
      <a:lt1>
        <a:sysClr val="window" lastClr="FFFFFF"/>
      </a:lt1>
      <a:dk2>
        <a:srgbClr val="9F958F"/>
      </a:dk2>
      <a:lt2>
        <a:srgbClr val="909090"/>
      </a:lt2>
      <a:accent1>
        <a:srgbClr val="F9BE01"/>
      </a:accent1>
      <a:accent2>
        <a:srgbClr val="ED771A"/>
      </a:accent2>
      <a:accent3>
        <a:srgbClr val="B70132"/>
      </a:accent3>
      <a:accent4>
        <a:srgbClr val="691E7C"/>
      </a:accent4>
      <a:accent5>
        <a:srgbClr val="0098CC"/>
      </a:accent5>
      <a:accent6>
        <a:srgbClr val="BDBD00"/>
      </a:accent6>
      <a:hlink>
        <a:srgbClr val="7DAFA5"/>
      </a:hlink>
      <a:folHlink>
        <a:srgbClr val="BA0065"/>
      </a:folHlink>
    </a:clrScheme>
    <a:fontScheme name="Capgemin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tx2"/>
          </a:solidFill>
        </a:ln>
      </a:spPr>
      <a:bodyPr rtlCol="0" anchor="ctr"/>
      <a:lstStyle>
        <a:defPPr algn="ctr">
          <a:defRPr sz="2400" dirty="0" err="1" smtClean="0">
            <a:solidFill>
              <a:schemeClr val="tx2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prstDash val="soli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err="1" smtClean="0">
            <a:solidFill>
              <a:schemeClr val="tx2">
                <a:lumMod val="50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A3A8DDA5FACA4FA94B1ED671713B59" ma:contentTypeVersion="3" ma:contentTypeDescription="Create a new document." ma:contentTypeScope="" ma:versionID="18dfa89d36869203757d41cc670a11ca">
  <xsd:schema xmlns:xsd="http://www.w3.org/2001/XMLSchema" xmlns:xs="http://www.w3.org/2001/XMLSchema" xmlns:p="http://schemas.microsoft.com/office/2006/metadata/properties" xmlns:ns2="e1c37cee-1908-4add-8d3c-92a3bcbefca2" xmlns:ns3="952a6df7-b138-4f89-9bc4-e7a874ea3254" targetNamespace="http://schemas.microsoft.com/office/2006/metadata/properties" ma:root="true" ma:fieldsID="938a7c9ac31ec9118c4b20c870384807" ns2:_="" ns3:_="">
    <xsd:import namespace="e1c37cee-1908-4add-8d3c-92a3bcbefca2"/>
    <xsd:import namespace="952a6df7-b138-4f89-9bc4-e7a874ea3254"/>
    <xsd:element name="properties">
      <xsd:complexType>
        <xsd:sequence>
          <xsd:element name="documentManagement">
            <xsd:complexType>
              <xsd:all>
                <xsd:element ref="ns2:Levels" minOccurs="0"/>
                <xsd:element ref="ns2:Category" minOccurs="0"/>
                <xsd:element ref="ns2:Material_x0020_Type" minOccurs="0"/>
                <xsd:element ref="ns3:FolderNa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c37cee-1908-4add-8d3c-92a3bcbefca2" elementFormDefault="qualified">
    <xsd:import namespace="http://schemas.microsoft.com/office/2006/documentManagement/types"/>
    <xsd:import namespace="http://schemas.microsoft.com/office/infopath/2007/PartnerControls"/>
    <xsd:element name="Levels" ma:index="8" nillable="true" ma:displayName="Levels" ma:default="L1" ma:format="Dropdown" ma:internalName="Levels">
      <xsd:simpleType>
        <xsd:restriction base="dms:Choice">
          <xsd:enumeration value="L1"/>
          <xsd:enumeration value="L2"/>
          <xsd:enumeration value="L3"/>
        </xsd:restriction>
      </xsd:simpleType>
    </xsd:element>
    <xsd:element name="Category" ma:index="9" nillable="true" ma:displayName="Category" ma:default="Module Artifact" ma:format="Dropdown" ma:internalName="Category">
      <xsd:simpleType>
        <xsd:restriction base="dms:Choice">
          <xsd:enumeration value="Module Artifact"/>
          <xsd:enumeration value="Assessment Component"/>
        </xsd:restriction>
      </xsd:simpleType>
    </xsd:element>
    <xsd:element name="Material_x0020_Type" ma:index="10" nillable="true" ma:displayName="Material Type" ma:default="Demos" ma:format="Dropdown" ma:internalName="Material_x0020_Type">
      <xsd:simpleType>
        <xsd:restriction base="dms:Choice">
          <xsd:enumeration value="Demos"/>
          <xsd:enumeration value="Extra Example"/>
          <xsd:enumeration value="Extra Material"/>
          <xsd:enumeration value="Suggestions"/>
          <xsd:enumeration value="General"/>
          <xsd:enumeration value="Module Test Practical"/>
          <xsd:enumeration value="Module Test Theory"/>
          <xsd:enumeration value="Quiz"/>
          <xsd:enumeration value="Class book"/>
          <xsd:enumeration value="Lab book"/>
          <xsd:enumeration value="Recordings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2a6df7-b138-4f89-9bc4-e7a874ea3254" elementFormDefault="qualified">
    <xsd:import namespace="http://schemas.microsoft.com/office/2006/documentManagement/types"/>
    <xsd:import namespace="http://schemas.microsoft.com/office/infopath/2007/PartnerControls"/>
    <xsd:element name="FolderName" ma:index="11" nillable="true" ma:displayName="FolderName" ma:internalName="FolderName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evels xmlns="e1c37cee-1908-4add-8d3c-92a3bcbefca2">L1</Levels>
    <Material_x0020_Type xmlns="e1c37cee-1908-4add-8d3c-92a3bcbefca2">Demos</Material_x0020_Type>
    <FolderName xmlns="952a6df7-b138-4f89-9bc4-e7a874ea3254" xsi:nil="true"/>
    <Category xmlns="e1c37cee-1908-4add-8d3c-92a3bcbefca2">Module Artifact</Category>
  </documentManagement>
</p:properties>
</file>

<file path=customXml/itemProps1.xml><?xml version="1.0" encoding="utf-8"?>
<ds:datastoreItem xmlns:ds="http://schemas.openxmlformats.org/officeDocument/2006/customXml" ds:itemID="{6ED9DACF-0478-43A4-828C-B1DCBB8269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c37cee-1908-4add-8d3c-92a3bcbefca2"/>
    <ds:schemaRef ds:uri="952a6df7-b138-4f89-9bc4-e7a874ea32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6D7665F-8C87-49F1-94B0-6D13FB5E127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3433B7-998A-4D4C-91CD-BC966B06FCAD}">
  <ds:schemaRefs>
    <ds:schemaRef ds:uri="http://schemas.microsoft.com/office/2006/metadata/properties"/>
    <ds:schemaRef ds:uri="http://schemas.microsoft.com/office/infopath/2007/PartnerControls"/>
    <ds:schemaRef ds:uri="e1c37cee-1908-4add-8d3c-92a3bcbefca2"/>
    <ds:schemaRef ds:uri="952a6df7-b138-4f89-9bc4-e7a874ea325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1529</TotalTime>
  <Words>458</Words>
  <Application>Microsoft Office PowerPoint</Application>
  <PresentationFormat>On-screen Show (4:3)</PresentationFormat>
  <Paragraphs>163</Paragraphs>
  <Slides>18</Slides>
  <Notes>10</Notes>
  <HiddenSlides>1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Wingdings</vt:lpstr>
      <vt:lpstr>Helvetica Light</vt:lpstr>
      <vt:lpstr>Candara</vt:lpstr>
      <vt:lpstr>ＭＳ Ｐゴシック</vt:lpstr>
      <vt:lpstr>1_Corporate Presentation Template (4x3 - Normal)</vt:lpstr>
      <vt:lpstr>3_Office Theme</vt:lpstr>
      <vt:lpstr>think-cell Slide</vt:lpstr>
      <vt:lpstr>PowerPoint Presentation</vt:lpstr>
      <vt:lpstr>Document History</vt:lpstr>
      <vt:lpstr>Course Goals and Non Goals</vt:lpstr>
      <vt:lpstr>Pre-requisites</vt:lpstr>
      <vt:lpstr>Intended Audience</vt:lpstr>
      <vt:lpstr>Day Wise Schedule</vt:lpstr>
      <vt:lpstr>Day Wise Schedule</vt:lpstr>
      <vt:lpstr>Table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Step Courses (if applicable)</vt:lpstr>
      <vt:lpstr>Other Parallel Technology Areas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Nithin P Thulaseedharan</dc:creator>
  <cp:lastModifiedBy>Rajita Dhumal</cp:lastModifiedBy>
  <cp:revision>107</cp:revision>
  <dcterms:created xsi:type="dcterms:W3CDTF">2014-04-28T11:21:39Z</dcterms:created>
  <dcterms:modified xsi:type="dcterms:W3CDTF">2016-08-08T06:19:39Z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0x01010040A3A8DDA5FACA4FA94B1ED671713B59</vt:lpwstr>
  </property>
</Properties>
</file>