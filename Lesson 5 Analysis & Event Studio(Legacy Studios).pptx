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7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1"/>
    <p:sldMasterId id="2147483993" r:id="rId2"/>
    <p:sldMasterId id="2147483946" r:id="rId3"/>
  </p:sldMasterIdLst>
  <p:notesMasterIdLst>
    <p:notesMasterId r:id="rId17"/>
  </p:notesMasterIdLst>
  <p:handoutMasterIdLst>
    <p:handoutMasterId r:id="rId18"/>
  </p:handoutMasterIdLst>
  <p:sldIdLst>
    <p:sldId id="407" r:id="rId4"/>
    <p:sldId id="493" r:id="rId5"/>
    <p:sldId id="485" r:id="rId6"/>
    <p:sldId id="486" r:id="rId7"/>
    <p:sldId id="487" r:id="rId8"/>
    <p:sldId id="488" r:id="rId9"/>
    <p:sldId id="489" r:id="rId10"/>
    <p:sldId id="490" r:id="rId11"/>
    <p:sldId id="491" r:id="rId12"/>
    <p:sldId id="492" r:id="rId13"/>
    <p:sldId id="424" r:id="rId14"/>
    <p:sldId id="425" r:id="rId15"/>
    <p:sldId id="329" r:id="rId16"/>
  </p:sldIdLst>
  <p:sldSz cx="9906000" cy="6858000" type="A4"/>
  <p:notesSz cx="6797675" cy="9874250"/>
  <p:custDataLst>
    <p:tags r:id="rId19"/>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F2F2F2"/>
    <a:srgbClr val="E47E1A"/>
    <a:srgbClr val="BA0065"/>
    <a:srgbClr val="FFBC1D"/>
    <a:srgbClr val="598E20"/>
    <a:srgbClr val="D03833"/>
    <a:srgbClr val="805924"/>
    <a:srgbClr val="7263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8407" autoAdjust="0"/>
    <p:restoredTop sz="94621" autoAdjust="0"/>
  </p:normalViewPr>
  <p:slideViewPr>
    <p:cSldViewPr>
      <p:cViewPr>
        <p:scale>
          <a:sx n="75" d="100"/>
          <a:sy n="75" d="100"/>
        </p:scale>
        <p:origin x="-1464" y="-462"/>
      </p:cViewPr>
      <p:guideLst>
        <p:guide orient="horz" pos="3948"/>
        <p:guide orient="horz" pos="791"/>
        <p:guide orient="horz" pos="1062"/>
        <p:guide orient="horz" pos="3620"/>
        <p:guide orient="horz" pos="2374"/>
        <p:guide pos="3120"/>
        <p:guide pos="6025"/>
        <p:guide pos="3042"/>
        <p:guide pos="3198"/>
        <p:guide pos="220"/>
        <p:guide pos="420"/>
        <p:guide pos="581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0"/>
    </p:cViewPr>
  </p:sorterViewPr>
  <p:notesViewPr>
    <p:cSldViewPr>
      <p:cViewPr varScale="1">
        <p:scale>
          <a:sx n="72" d="100"/>
          <a:sy n="72" d="100"/>
        </p:scale>
        <p:origin x="-3246" y="-102"/>
      </p:cViewPr>
      <p:guideLst>
        <p:guide orient="horz" pos="3110"/>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de-DE"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de-DE" sz="800" dirty="0" smtClean="0">
                <a:latin typeface="Arial" pitchFamily="34" charset="0"/>
                <a:cs typeface="Arial" pitchFamily="34" charset="0"/>
              </a:rPr>
              <a:t>© 2012 Capgemini. All </a:t>
            </a:r>
            <a:r>
              <a:rPr lang="de-DE" sz="800" dirty="0" err="1" smtClean="0">
                <a:latin typeface="Arial" pitchFamily="34" charset="0"/>
                <a:cs typeface="Arial" pitchFamily="34" charset="0"/>
              </a:rPr>
              <a:t>rights</a:t>
            </a:r>
            <a:r>
              <a:rPr lang="de-DE" sz="800" dirty="0" smtClean="0">
                <a:latin typeface="Arial" pitchFamily="34" charset="0"/>
                <a:cs typeface="Arial" pitchFamily="34" charset="0"/>
              </a:rPr>
              <a:t> </a:t>
            </a:r>
            <a:r>
              <a:rPr lang="de-DE" sz="800" dirty="0" err="1" smtClean="0">
                <a:latin typeface="Arial" pitchFamily="34" charset="0"/>
                <a:cs typeface="Arial" pitchFamily="34" charset="0"/>
              </a:rPr>
              <a:t>reserved</a:t>
            </a:r>
            <a:r>
              <a:rPr lang="de-DE" sz="800" dirty="0" smtClean="0">
                <a:latin typeface="Arial" pitchFamily="34" charset="0"/>
                <a:cs typeface="Arial" pitchFamily="34" charset="0"/>
              </a:rPr>
              <a:t>.</a:t>
            </a:r>
            <a:endParaRPr lang="de-DE" sz="800" dirty="0">
              <a:latin typeface="Arial" pitchFamily="34" charset="0"/>
              <a:cs typeface="Arial" pitchFamily="34" charset="0"/>
            </a:endParaRP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de-DE" sz="800" smtClean="0">
                <a:latin typeface="Arial" pitchFamily="34" charset="0"/>
                <a:cs typeface="Arial" pitchFamily="34" charset="0"/>
              </a:rPr>
              <a:pPr/>
              <a:t>‹#›</a:t>
            </a:fld>
            <a:endParaRPr lang="de-DE" sz="800" dirty="0">
              <a:latin typeface="Arial" pitchFamily="34" charset="0"/>
              <a:cs typeface="Arial" pitchFamily="34" charset="0"/>
            </a:endParaRPr>
          </a:p>
        </p:txBody>
      </p:sp>
    </p:spTree>
    <p:extLst>
      <p:ext uri="{BB962C8B-B14F-4D97-AF65-F5344CB8AC3E}">
        <p14:creationId xmlns:p14="http://schemas.microsoft.com/office/powerpoint/2010/main" val="3450032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300"/>
            </a:lvl1pPr>
          </a:lstStyle>
          <a:p>
            <a:endParaRPr lang="en-US" dirty="0"/>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300"/>
            </a:lvl1pPr>
          </a:lstStyle>
          <a:p>
            <a:fld id="{2FB4FF29-EE9A-4D47-9F1A-289A80693C0F}" type="datetimeFigureOut">
              <a:rPr lang="en-US" smtClean="0"/>
              <a:pPr/>
              <a:t>8/8/2016</a:t>
            </a:fld>
            <a:endParaRPr lang="en-US" dirty="0"/>
          </a:p>
        </p:txBody>
      </p:sp>
      <p:sp>
        <p:nvSpPr>
          <p:cNvPr id="4" name="Slide Image Placeholder 3"/>
          <p:cNvSpPr>
            <a:spLocks noGrp="1" noRot="1" noChangeAspect="1"/>
          </p:cNvSpPr>
          <p:nvPr>
            <p:ph type="sldImg" idx="2"/>
          </p:nvPr>
        </p:nvSpPr>
        <p:spPr>
          <a:xfrm>
            <a:off x="725488" y="741363"/>
            <a:ext cx="5346700"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300"/>
            </a:lvl1pPr>
          </a:lstStyle>
          <a:p>
            <a:fld id="{71E7D22E-2FCF-4181-8686-08BDCDF94062}" type="slidenum">
              <a:rPr lang="en-US" smtClean="0"/>
              <a:pPr/>
              <a:t>‹#›</a:t>
            </a:fld>
            <a:endParaRPr lang="en-US" dirty="0"/>
          </a:p>
        </p:txBody>
      </p:sp>
    </p:spTree>
    <p:extLst>
      <p:ext uri="{BB962C8B-B14F-4D97-AF65-F5344CB8AC3E}">
        <p14:creationId xmlns:p14="http://schemas.microsoft.com/office/powerpoint/2010/main" val="3773016071"/>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41363"/>
            <a:ext cx="5346700" cy="37020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0C4991-3814-4780-AE5A-2EEF7EF9798D}" type="slidenum">
              <a:rPr lang="en-GB" smtClean="0"/>
              <a:pPr>
                <a:defRPr/>
              </a:pPr>
              <a:t>2</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9682" name="Rectangle 7"/>
          <p:cNvSpPr>
            <a:spLocks noGrp="1" noChangeArrowheads="1"/>
          </p:cNvSpPr>
          <p:nvPr>
            <p:ph type="sldNum" sz="quarter"/>
          </p:nvPr>
        </p:nvSpPr>
        <p:spPr>
          <a:noFill/>
        </p:spPr>
        <p:txBody>
          <a:bodyPr/>
          <a:lstStyle/>
          <a:p>
            <a:fld id="{D24CC4A3-5CD3-40DF-BE01-85EDE42C919C}" type="slidenum">
              <a:rPr lang="en-US">
                <a:ea typeface="MS Gothic" pitchFamily="49" charset="-128"/>
              </a:rPr>
              <a:pPr/>
              <a:t>3</a:t>
            </a:fld>
            <a:endParaRPr lang="en-US">
              <a:ea typeface="MS Gothic" pitchFamily="49" charset="-128"/>
            </a:endParaRPr>
          </a:p>
        </p:txBody>
      </p:sp>
      <p:sp>
        <p:nvSpPr>
          <p:cNvPr id="199683"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5F55FDF-EB79-47BF-9F27-CFA7E68DF0E3}"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3</a:t>
            </a:fld>
            <a:endParaRPr lang="en-US" sz="1200">
              <a:solidFill>
                <a:srgbClr val="000000"/>
              </a:solidFill>
              <a:latin typeface="Times New Roman" pitchFamily="18" charset="0"/>
            </a:endParaRPr>
          </a:p>
        </p:txBody>
      </p:sp>
      <p:sp>
        <p:nvSpPr>
          <p:cNvPr id="199684"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123FCA5-6B63-4934-B082-B8A313A21F22}"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3</a:t>
            </a:fld>
            <a:endParaRPr lang="en-US" sz="1200">
              <a:solidFill>
                <a:srgbClr val="000000"/>
              </a:solidFill>
              <a:latin typeface="Arial" charset="0"/>
            </a:endParaRPr>
          </a:p>
        </p:txBody>
      </p:sp>
      <p:sp>
        <p:nvSpPr>
          <p:cNvPr id="199685" name="Text Box 3"/>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99686" name="Text Box 4"/>
          <p:cNvSpPr txBox="1">
            <a:spLocks noGrp="1" noChangeArrowheads="1"/>
          </p:cNvSpPr>
          <p:nvPr>
            <p:ph type="body"/>
          </p:nvPr>
        </p:nvSpPr>
        <p:spPr>
          <a:xfrm>
            <a:off x="904784" y="4688555"/>
            <a:ext cx="4988109" cy="4446841"/>
          </a:xfrm>
          <a:noFill/>
          <a:ln/>
        </p:spPr>
        <p:txBody>
          <a:bodyPr/>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4258" name="Rectangle 7"/>
          <p:cNvSpPr>
            <a:spLocks noGrp="1" noChangeArrowheads="1"/>
          </p:cNvSpPr>
          <p:nvPr>
            <p:ph type="sldNum" sz="quarter"/>
          </p:nvPr>
        </p:nvSpPr>
        <p:spPr>
          <a:noFill/>
        </p:spPr>
        <p:txBody>
          <a:bodyPr/>
          <a:lstStyle/>
          <a:p>
            <a:fld id="{3B85856B-E847-4568-9EF5-48A5A127661B}" type="slidenum">
              <a:rPr lang="en-US">
                <a:ea typeface="MS Gothic" pitchFamily="49" charset="-128"/>
              </a:rPr>
              <a:pPr/>
              <a:t>5</a:t>
            </a:fld>
            <a:endParaRPr lang="en-US">
              <a:ea typeface="MS Gothic" pitchFamily="49" charset="-128"/>
            </a:endParaRPr>
          </a:p>
        </p:txBody>
      </p:sp>
      <p:sp>
        <p:nvSpPr>
          <p:cNvPr id="224259" name="Text Box 1"/>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224260" name="Text Box 2"/>
          <p:cNvSpPr txBox="1">
            <a:spLocks noGrp="1" noChangeArrowheads="1"/>
          </p:cNvSpPr>
          <p:nvPr>
            <p:ph type="body"/>
          </p:nvPr>
        </p:nvSpPr>
        <p:spPr>
          <a:xfrm>
            <a:off x="906358" y="4690269"/>
            <a:ext cx="4984961" cy="4443413"/>
          </a:xfrm>
          <a:noFill/>
          <a:ln/>
        </p:spPr>
        <p:txBody>
          <a:bodyPr/>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282" name="Rectangle 7"/>
          <p:cNvSpPr>
            <a:spLocks noGrp="1" noChangeArrowheads="1"/>
          </p:cNvSpPr>
          <p:nvPr>
            <p:ph type="sldNum" sz="quarter"/>
          </p:nvPr>
        </p:nvSpPr>
        <p:spPr>
          <a:noFill/>
        </p:spPr>
        <p:txBody>
          <a:bodyPr/>
          <a:lstStyle/>
          <a:p>
            <a:fld id="{6F278164-9805-410E-BE29-4EF13B8F3F63}" type="slidenum">
              <a:rPr lang="en-US">
                <a:ea typeface="MS Gothic" pitchFamily="49" charset="-128"/>
              </a:rPr>
              <a:pPr/>
              <a:t>6</a:t>
            </a:fld>
            <a:endParaRPr lang="en-US">
              <a:ea typeface="MS Gothic" pitchFamily="49" charset="-128"/>
            </a:endParaRPr>
          </a:p>
        </p:txBody>
      </p:sp>
      <p:sp>
        <p:nvSpPr>
          <p:cNvPr id="225283"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5CA3084-0ABD-4FBF-9D0E-A0688E75FACD}"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6</a:t>
            </a:fld>
            <a:endParaRPr lang="en-US" sz="1200">
              <a:solidFill>
                <a:srgbClr val="000000"/>
              </a:solidFill>
              <a:latin typeface="Times New Roman" pitchFamily="18" charset="0"/>
            </a:endParaRPr>
          </a:p>
        </p:txBody>
      </p:sp>
      <p:sp>
        <p:nvSpPr>
          <p:cNvPr id="225284" name="Text Box 2"/>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225285" name="Rectangle 3"/>
          <p:cNvSpPr txBox="1">
            <a:spLocks noGrp="1" noChangeArrowheads="1"/>
          </p:cNvSpPr>
          <p:nvPr>
            <p:ph type="body"/>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330" name="Rectangle 7"/>
          <p:cNvSpPr>
            <a:spLocks noGrp="1" noChangeArrowheads="1"/>
          </p:cNvSpPr>
          <p:nvPr>
            <p:ph type="sldNum" sz="quarter"/>
          </p:nvPr>
        </p:nvSpPr>
        <p:spPr>
          <a:noFill/>
        </p:spPr>
        <p:txBody>
          <a:bodyPr/>
          <a:lstStyle/>
          <a:p>
            <a:fld id="{A6CA2475-5770-40AF-A178-2483F575112D}" type="slidenum">
              <a:rPr lang="en-US">
                <a:ea typeface="MS Gothic" pitchFamily="49" charset="-128"/>
              </a:rPr>
              <a:pPr/>
              <a:t>7</a:t>
            </a:fld>
            <a:endParaRPr lang="en-US">
              <a:ea typeface="MS Gothic" pitchFamily="49" charset="-128"/>
            </a:endParaRPr>
          </a:p>
        </p:txBody>
      </p:sp>
      <p:sp>
        <p:nvSpPr>
          <p:cNvPr id="227331" name="Text Box 1"/>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227332" name="Text Box 2"/>
          <p:cNvSpPr txBox="1">
            <a:spLocks noGrp="1" noChangeArrowheads="1"/>
          </p:cNvSpPr>
          <p:nvPr>
            <p:ph type="body"/>
          </p:nvPr>
        </p:nvSpPr>
        <p:spPr>
          <a:xfrm>
            <a:off x="906358" y="4690269"/>
            <a:ext cx="4984961" cy="4443413"/>
          </a:xfrm>
          <a:noFill/>
          <a:ln/>
        </p:spPr>
        <p:txBody>
          <a:bodyPr/>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9378" name="Rectangle 7"/>
          <p:cNvSpPr>
            <a:spLocks noGrp="1" noChangeArrowheads="1"/>
          </p:cNvSpPr>
          <p:nvPr>
            <p:ph type="sldNum" sz="quarter"/>
          </p:nvPr>
        </p:nvSpPr>
        <p:spPr>
          <a:noFill/>
        </p:spPr>
        <p:txBody>
          <a:bodyPr/>
          <a:lstStyle/>
          <a:p>
            <a:fld id="{5F663286-085E-437A-97EF-6286066B5800}" type="slidenum">
              <a:rPr lang="en-US">
                <a:ea typeface="MS Gothic" pitchFamily="49" charset="-128"/>
              </a:rPr>
              <a:pPr/>
              <a:t>8</a:t>
            </a:fld>
            <a:endParaRPr lang="en-US">
              <a:ea typeface="MS Gothic" pitchFamily="49" charset="-128"/>
            </a:endParaRPr>
          </a:p>
        </p:txBody>
      </p:sp>
      <p:sp>
        <p:nvSpPr>
          <p:cNvPr id="229379" name="Text Box 1"/>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229380" name="Text Box 2"/>
          <p:cNvSpPr txBox="1">
            <a:spLocks noGrp="1" noChangeArrowheads="1"/>
          </p:cNvSpPr>
          <p:nvPr>
            <p:ph type="body"/>
          </p:nvPr>
        </p:nvSpPr>
        <p:spPr>
          <a:xfrm>
            <a:off x="906358" y="4690269"/>
            <a:ext cx="4984961" cy="4443413"/>
          </a:xfrm>
          <a:noFill/>
          <a:ln/>
        </p:spPr>
        <p:txBody>
          <a:bodyPr/>
          <a:lstStyle/>
          <a:p>
            <a:pPr>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1426" name="Rectangle 7"/>
          <p:cNvSpPr>
            <a:spLocks noGrp="1" noChangeArrowheads="1"/>
          </p:cNvSpPr>
          <p:nvPr>
            <p:ph type="sldNum" sz="quarter"/>
          </p:nvPr>
        </p:nvSpPr>
        <p:spPr>
          <a:noFill/>
        </p:spPr>
        <p:txBody>
          <a:bodyPr/>
          <a:lstStyle/>
          <a:p>
            <a:fld id="{16D2ECBA-56D3-4C72-AB86-41148A990424}" type="slidenum">
              <a:rPr lang="en-US">
                <a:ea typeface="MS Gothic" pitchFamily="49" charset="-128"/>
              </a:rPr>
              <a:pPr/>
              <a:t>9</a:t>
            </a:fld>
            <a:endParaRPr lang="en-US">
              <a:ea typeface="MS Gothic" pitchFamily="49" charset="-128"/>
            </a:endParaRPr>
          </a:p>
        </p:txBody>
      </p:sp>
      <p:sp>
        <p:nvSpPr>
          <p:cNvPr id="231427" name="Text Box 1"/>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231428" name="Text Box 2"/>
          <p:cNvSpPr txBox="1">
            <a:spLocks noGrp="1" noChangeArrowheads="1"/>
          </p:cNvSpPr>
          <p:nvPr>
            <p:ph type="body"/>
          </p:nvPr>
        </p:nvSpPr>
        <p:spPr>
          <a:xfrm>
            <a:off x="714386" y="4690269"/>
            <a:ext cx="5530979" cy="9263966"/>
          </a:xfrm>
          <a:noFill/>
          <a:ln/>
        </p:spPr>
        <p:txBody>
          <a:bodyPr/>
          <a:lstStyle/>
          <a:p>
            <a:pPr>
              <a:lnSpc>
                <a:spcPct val="80000"/>
              </a:lnSpc>
              <a:spcBef>
                <a:spcPts val="3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1E7D22E-2FCF-4181-8686-08BDCDF94062}" type="slidenum">
              <a:rPr lang="en-US" smtClean="0"/>
              <a:pPr/>
              <a:t>12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11.xml"/><Relationship Id="rId7" Type="http://schemas.openxmlformats.org/officeDocument/2006/relationships/image" Target="../media/image3.jpeg"/><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3.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15.xml"/><Relationship Id="rId7" Type="http://schemas.openxmlformats.org/officeDocument/2006/relationships/image" Target="../media/image5.jpeg"/><Relationship Id="rId2" Type="http://schemas.openxmlformats.org/officeDocument/2006/relationships/tags" Target="../tags/tag14.xml"/><Relationship Id="rId1" Type="http://schemas.openxmlformats.org/officeDocument/2006/relationships/vmlDrawing" Target="../drawings/vmlDrawing3.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7.xml"/><Relationship Id="rId10" Type="http://schemas.openxmlformats.org/officeDocument/2006/relationships/image" Target="../media/image2.png"/><Relationship Id="rId4" Type="http://schemas.openxmlformats.org/officeDocument/2006/relationships/tags" Target="../tags/tag16.xml"/><Relationship Id="rId9"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19.xml"/><Relationship Id="rId7" Type="http://schemas.openxmlformats.org/officeDocument/2006/relationships/image" Target="../media/image6.jpeg"/><Relationship Id="rId2" Type="http://schemas.openxmlformats.org/officeDocument/2006/relationships/tags" Target="../tags/tag18.xml"/><Relationship Id="rId1" Type="http://schemas.openxmlformats.org/officeDocument/2006/relationships/vmlDrawing" Target="../drawings/vmlDrawing4.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21.xml"/><Relationship Id="rId10" Type="http://schemas.openxmlformats.org/officeDocument/2006/relationships/image" Target="../media/image2.png"/><Relationship Id="rId4" Type="http://schemas.openxmlformats.org/officeDocument/2006/relationships/tags" Target="../tags/tag20.xml"/><Relationship Id="rId9"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23.xml"/><Relationship Id="rId7"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5.v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7.png"/><Relationship Id="rId4" Type="http://schemas.openxmlformats.org/officeDocument/2006/relationships/tags" Target="../tags/tag24.xml"/><Relationship Id="rId9"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1.emf"/><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1.xml"/><Relationship Id="rId7" Type="http://schemas.openxmlformats.org/officeDocument/2006/relationships/oleObject" Target="../embeddings/oleObject7.bin"/><Relationship Id="rId2" Type="http://schemas.openxmlformats.org/officeDocument/2006/relationships/tags" Target="../tags/tag30.xml"/><Relationship Id="rId1" Type="http://schemas.openxmlformats.org/officeDocument/2006/relationships/vmlDrawing" Target="../drawings/vmlDrawing7.vml"/><Relationship Id="rId6" Type="http://schemas.openxmlformats.org/officeDocument/2006/relationships/slideMaster" Target="../slideMasters/slideMaster1.xml"/><Relationship Id="rId5" Type="http://schemas.openxmlformats.org/officeDocument/2006/relationships/tags" Target="../tags/tag33.xml"/><Relationship Id="rId4" Type="http://schemas.openxmlformats.org/officeDocument/2006/relationships/tags" Target="../tags/tag32.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5.xml"/><Relationship Id="rId7" Type="http://schemas.openxmlformats.org/officeDocument/2006/relationships/oleObject" Target="../embeddings/oleObject8.bin"/><Relationship Id="rId2" Type="http://schemas.openxmlformats.org/officeDocument/2006/relationships/tags" Target="../tags/tag34.xml"/><Relationship Id="rId1" Type="http://schemas.openxmlformats.org/officeDocument/2006/relationships/vmlDrawing" Target="../drawings/vmlDrawing8.vml"/><Relationship Id="rId6" Type="http://schemas.openxmlformats.org/officeDocument/2006/relationships/slideMaster" Target="../slideMasters/slideMaster1.xml"/><Relationship Id="rId5" Type="http://schemas.openxmlformats.org/officeDocument/2006/relationships/tags" Target="../tags/tag37.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vmlDrawing" Target="../drawings/vmlDrawing9.vml"/><Relationship Id="rId6" Type="http://schemas.openxmlformats.org/officeDocument/2006/relationships/tags" Target="../tags/tag42.xml"/><Relationship Id="rId5" Type="http://schemas.openxmlformats.org/officeDocument/2006/relationships/tags" Target="../tags/tag41.xml"/><Relationship Id="rId10" Type="http://schemas.openxmlformats.org/officeDocument/2006/relationships/image" Target="../media/image1.emf"/><Relationship Id="rId4" Type="http://schemas.openxmlformats.org/officeDocument/2006/relationships/tags" Target="../tags/tag40.xml"/><Relationship Id="rId9" Type="http://schemas.openxmlformats.org/officeDocument/2006/relationships/oleObject" Target="../embeddings/oleObject9.bin"/></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6.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58.xml"/><Relationship Id="rId7" Type="http://schemas.openxmlformats.org/officeDocument/2006/relationships/image" Target="../media/image13.png"/><Relationship Id="rId2" Type="http://schemas.openxmlformats.org/officeDocument/2006/relationships/tags" Target="../tags/tag57.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4.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4.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60.xml"/><Relationship Id="rId7" Type="http://schemas.openxmlformats.org/officeDocument/2006/relationships/image" Target="../media/image13.png"/><Relationship Id="rId2" Type="http://schemas.openxmlformats.org/officeDocument/2006/relationships/tags" Target="../tags/tag59.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15.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1.emf"/><Relationship Id="rId2" Type="http://schemas.openxmlformats.org/officeDocument/2006/relationships/tags" Target="../tags/tag63.xml"/><Relationship Id="rId1" Type="http://schemas.openxmlformats.org/officeDocument/2006/relationships/vmlDrawing" Target="../drawings/vmlDrawing18.vml"/><Relationship Id="rId6" Type="http://schemas.openxmlformats.org/officeDocument/2006/relationships/oleObject" Target="../embeddings/oleObject18.bin"/><Relationship Id="rId5" Type="http://schemas.openxmlformats.org/officeDocument/2006/relationships/image" Target="../media/image3.jpeg"/><Relationship Id="rId4"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image" Target="../media/image1.emf"/><Relationship Id="rId2" Type="http://schemas.openxmlformats.org/officeDocument/2006/relationships/tags" Target="../tags/tag65.xml"/><Relationship Id="rId1" Type="http://schemas.openxmlformats.org/officeDocument/2006/relationships/vmlDrawing" Target="../drawings/vmlDrawing19.vml"/><Relationship Id="rId6" Type="http://schemas.openxmlformats.org/officeDocument/2006/relationships/oleObject" Target="../embeddings/oleObject19.bin"/><Relationship Id="rId5" Type="http://schemas.openxmlformats.org/officeDocument/2006/relationships/image" Target="../media/image14.jpeg"/><Relationship Id="rId4"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image" Target="../media/image1.emf"/><Relationship Id="rId2" Type="http://schemas.openxmlformats.org/officeDocument/2006/relationships/tags" Target="../tags/tag67.xml"/><Relationship Id="rId1" Type="http://schemas.openxmlformats.org/officeDocument/2006/relationships/vmlDrawing" Target="../drawings/vmlDrawing20.vml"/><Relationship Id="rId6" Type="http://schemas.openxmlformats.org/officeDocument/2006/relationships/oleObject" Target="../embeddings/oleObject20.bin"/><Relationship Id="rId5" Type="http://schemas.openxmlformats.org/officeDocument/2006/relationships/image" Target="../media/image15.jpeg"/><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10" name="Image 5"/>
          <p:cNvPicPr>
            <a:picLocks noChangeAspect="1"/>
          </p:cNvPicPr>
          <p:nvPr userDrawn="1"/>
        </p:nvPicPr>
        <p:blipFill rotWithShape="1">
          <a:blip r:embed="rId7"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11" name="Rectangle 10"/>
          <p:cNvSpPr/>
          <p:nvPr userDrawn="1"/>
        </p:nvSpPr>
        <p:spPr>
          <a:xfrm rot="10800000">
            <a:off x="-2" y="5388769"/>
            <a:ext cx="5895975" cy="1473606"/>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smtClean="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4906" name="think-cell Slide" r:id="rId8" imgW="360" imgH="360" progId="">
                  <p:embed/>
                </p:oleObj>
              </mc:Choice>
              <mc:Fallback>
                <p:oleObj name="think-cell Slide" r:id="rId8" imgW="360" imgH="360" progId="">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4133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41342"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45108"/>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t="1404"/>
          <a:stretch/>
        </p:blipFill>
        <p:spPr>
          <a:xfrm>
            <a:off x="-2054" y="79513"/>
            <a:ext cx="9908054" cy="6778487"/>
          </a:xfrm>
          <a:prstGeom prst="rect">
            <a:avLst/>
          </a:prstGeom>
          <a:noFill/>
          <a:ln>
            <a:noFill/>
          </a:ln>
        </p:spPr>
      </p:pic>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2655" name="think-cell Slide" r:id="rId8" imgW="360" imgH="360" progId="">
                  <p:embed/>
                </p:oleObj>
              </mc:Choice>
              <mc:Fallback>
                <p:oleObj name="think-cell Slide" r:id="rId8" imgW="360" imgH="360" progId="">
                  <p:embed/>
                  <p:pic>
                    <p:nvPicPr>
                      <p:cNvPr id="0" name="Picture 6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4951973" y="3008823"/>
            <a:ext cx="4612715" cy="724977"/>
          </a:xfrm>
          <a:effectLst>
            <a:outerShdw blurRad="25400" dist="12700" dir="2700000" algn="tl" rotWithShape="0">
              <a:prstClr val="black">
                <a:alpha val="40000"/>
              </a:prstClr>
            </a:outerShdw>
          </a:effectLst>
        </p:spPr>
        <p:txBody>
          <a:bodyPr lIns="0" tIns="33059" rIns="0" bIns="33059" anchor="ctr"/>
          <a:lstStyle>
            <a:lvl1pPr algn="r">
              <a:lnSpc>
                <a:spcPct val="100000"/>
              </a:lnSpc>
              <a:defRPr sz="2800" b="0">
                <a:solidFill>
                  <a:schemeClr val="bg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5410200" y="3733800"/>
            <a:ext cx="4154488" cy="381000"/>
          </a:xfrm>
          <a:effectLst>
            <a:outerShdw blurRad="12700" dist="12700" dir="2700000" sx="133000" sy="133000" algn="tl" rotWithShape="0">
              <a:schemeClr val="bg1">
                <a:alpha val="80000"/>
              </a:schemeClr>
            </a:outerShdw>
          </a:effectLst>
        </p:spPr>
        <p:txBody>
          <a:bodyPr lIns="0" tIns="33059" rIns="0" bIns="33059" anchor="ctr"/>
          <a:lstStyle>
            <a:lvl1pPr marL="0" indent="0" algn="r">
              <a:lnSpc>
                <a:spcPct val="100000"/>
              </a:lnSpc>
              <a:buNone/>
              <a:defRPr sz="1800" b="0">
                <a:solidFill>
                  <a:schemeClr val="accent2">
                    <a:lumMod val="60000"/>
                    <a:lumOff val="40000"/>
                  </a:schemeClr>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smtClean="0">
                <a:solidFill>
                  <a:schemeClr val="accent2">
                    <a:lumMod val="60000"/>
                    <a:lumOff val="40000"/>
                  </a:schemeClr>
                </a:solidFill>
                <a:latin typeface="Arial Narrow" pitchFamily="34" charset="0"/>
                <a:ea typeface="+mn-ea"/>
                <a:cs typeface="+mn-cs"/>
              </a:rPr>
              <a:t>Learning and</a:t>
            </a:r>
            <a:br>
              <a:rPr lang="en-US" sz="1800" b="1" kern="1100" spc="0" baseline="0" dirty="0" smtClean="0">
                <a:solidFill>
                  <a:schemeClr val="accent2">
                    <a:lumMod val="60000"/>
                    <a:lumOff val="40000"/>
                  </a:schemeClr>
                </a:solidFill>
                <a:latin typeface="Arial Narrow" pitchFamily="34" charset="0"/>
                <a:ea typeface="+mn-ea"/>
                <a:cs typeface="+mn-cs"/>
              </a:rPr>
            </a:br>
            <a:r>
              <a:rPr lang="en-US" sz="1800" b="1" kern="1100" spc="0" baseline="0" dirty="0" smtClean="0">
                <a:solidFill>
                  <a:schemeClr val="accent2">
                    <a:lumMod val="60000"/>
                    <a:lumOff val="40000"/>
                  </a:schemeClr>
                </a:solidFill>
                <a:latin typeface="Arial Narrow" pitchFamily="34" charset="0"/>
              </a:rPr>
              <a:t>Development</a:t>
            </a:r>
            <a:endParaRPr lang="en-US" sz="1800" b="1" kern="1100" spc="0" baseline="0" dirty="0">
              <a:solidFill>
                <a:schemeClr val="accent2">
                  <a:lumMod val="60000"/>
                  <a:lumOff val="40000"/>
                </a:schemeClr>
              </a:solidFill>
              <a:latin typeface="Arial Narrow" pitchFamily="34" charset="0"/>
            </a:endParaRPr>
          </a:p>
        </p:txBody>
      </p:sp>
      <p:sp>
        <p:nvSpPr>
          <p:cNvPr id="10" name="Rectangle 9"/>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a:t>
            </a:r>
          </a:p>
          <a:p>
            <a:pPr algn="l"/>
            <a:r>
              <a:rPr lang="en-US" sz="1100" b="0" kern="1100" spc="0" baseline="0" dirty="0" smtClean="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26972392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3">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a:stretch/>
        </p:blipFill>
        <p:spPr>
          <a:xfrm>
            <a:off x="0" y="1334528"/>
            <a:ext cx="9906483" cy="5523472"/>
          </a:xfrm>
          <a:prstGeom prst="rect">
            <a:avLst/>
          </a:prstGeom>
          <a:noFill/>
          <a:ln>
            <a:noFill/>
          </a:ln>
        </p:spPr>
      </p:pic>
      <p:sp>
        <p:nvSpPr>
          <p:cNvPr id="11" name="Rectangle 10"/>
          <p:cNvSpPr/>
          <p:nvPr userDrawn="1"/>
        </p:nvSpPr>
        <p:spPr>
          <a:xfrm rot="10800000">
            <a:off x="-3" y="5381624"/>
            <a:ext cx="5895975" cy="1476375"/>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smtClean="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3681" name="think-cell Slide" r:id="rId8" imgW="360" imgH="360" progId="">
                  <p:embed/>
                </p:oleObj>
              </mc:Choice>
              <mc:Fallback>
                <p:oleObj name="think-cell Slide" r:id="rId8" imgW="360" imgH="360" progId="">
                  <p:embed/>
                  <p:pic>
                    <p:nvPicPr>
                      <p:cNvPr id="0" name="Picture 6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6"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userDrawn="1"/>
        </p:nvSpPr>
        <p:spPr>
          <a:xfrm>
            <a:off x="6629400" y="5964783"/>
            <a:ext cx="2585072" cy="218008"/>
          </a:xfrm>
          <a:prstGeom prst="rect">
            <a:avLst/>
          </a:prstGeom>
          <a:effectLst>
            <a:outerShdw blurRad="38100" dist="12700" dir="2700000" algn="tl" rotWithShape="0">
              <a:schemeClr val="bg1">
                <a:alpha val="50000"/>
              </a:schemeClr>
            </a:outerShdw>
          </a:effectLst>
        </p:spPr>
        <p:txBody>
          <a:bodyPr wrap="square" lIns="0" tIns="0" rIns="0" bIns="0">
            <a:spAutoFit/>
          </a:bodyPr>
          <a:lstStyle/>
          <a:p>
            <a:pPr algn="r">
              <a:lnSpc>
                <a:spcPts val="1700"/>
              </a:lnSpc>
            </a:pPr>
            <a:r>
              <a:rPr lang="en-US" sz="1800" b="1" kern="1100" spc="0" baseline="0" dirty="0" smtClean="0">
                <a:solidFill>
                  <a:schemeClr val="accent6"/>
                </a:solidFill>
                <a:latin typeface="Arial Narrow" pitchFamily="34" charset="0"/>
                <a:ea typeface="+mn-ea"/>
                <a:cs typeface="+mn-cs"/>
              </a:rPr>
              <a:t>Learning and </a:t>
            </a:r>
            <a:r>
              <a:rPr lang="en-US" sz="1800" b="1" kern="1100" spc="0" baseline="0" dirty="0" smtClean="0">
                <a:solidFill>
                  <a:schemeClr val="accent6"/>
                </a:solidFill>
                <a:latin typeface="Arial Narrow" pitchFamily="34" charset="0"/>
              </a:rPr>
              <a:t>Development</a:t>
            </a:r>
            <a:endParaRPr lang="en-US" sz="1800" b="1" kern="1100" spc="0" baseline="0" dirty="0">
              <a:solidFill>
                <a:schemeClr val="accent6"/>
              </a:solidFill>
              <a:latin typeface="Arial Narrow" pitchFamily="34" charset="0"/>
            </a:endParaRPr>
          </a:p>
        </p:txBody>
      </p:sp>
      <p:sp>
        <p:nvSpPr>
          <p:cNvPr id="13" name="Rectangle 12"/>
          <p:cNvSpPr/>
          <p:nvPr userDrawn="1"/>
        </p:nvSpPr>
        <p:spPr>
          <a:xfrm>
            <a:off x="6781800" y="6214646"/>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r"/>
            <a:r>
              <a:rPr lang="en-US" sz="1100" b="0" kern="1100" spc="0" baseline="0" dirty="0" smtClean="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307273605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9786" name="think-cell Slide" r:id="rId8" imgW="360" imgH="360" progId="">
                  <p:embed/>
                </p:oleObj>
              </mc:Choice>
              <mc:Fallback>
                <p:oleObj name="think-cell Slide" r:id="rId8" imgW="360" imgH="360" progId="">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solidFill>
                  <a:schemeClr val="accent2"/>
                </a:solidFill>
              </a:defRPr>
            </a:lvl1pPr>
          </a:lstStyle>
          <a:p>
            <a:r>
              <a:rPr lang="en-US" dirty="0" smtClean="0"/>
              <a:t>Click to edit Master title style</a:t>
            </a:r>
            <a:endParaRPr lang="en-US" dirty="0"/>
          </a:p>
        </p:txBody>
      </p:sp>
      <p:cxnSp>
        <p:nvCxnSpPr>
          <p:cNvPr id="10" name="Straight Connector 5"/>
          <p:cNvCxnSpPr/>
          <p:nvPr userDrawn="1">
            <p:custDataLst>
              <p:tags r:id="rId4"/>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grpSp>
        <p:nvGrpSpPr>
          <p:cNvPr id="16" name="Group 15"/>
          <p:cNvGrpSpPr/>
          <p:nvPr userDrawn="1"/>
        </p:nvGrpSpPr>
        <p:grpSpPr>
          <a:xfrm>
            <a:off x="2057400" y="957738"/>
            <a:ext cx="183356" cy="186929"/>
            <a:chOff x="3948113" y="3393281"/>
            <a:chExt cx="183356" cy="186929"/>
          </a:xfrm>
        </p:grpSpPr>
        <p:sp>
          <p:nvSpPr>
            <p:cNvPr id="18" name="Rectangle 17"/>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19" name="Rectangle 18"/>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grpSp>
        <p:nvGrpSpPr>
          <p:cNvPr id="20" name="Group 19"/>
          <p:cNvGrpSpPr/>
          <p:nvPr userDrawn="1"/>
        </p:nvGrpSpPr>
        <p:grpSpPr>
          <a:xfrm>
            <a:off x="3810000" y="5931502"/>
            <a:ext cx="183356" cy="186929"/>
            <a:chOff x="4191000" y="3876277"/>
            <a:chExt cx="183356" cy="186929"/>
          </a:xfrm>
        </p:grpSpPr>
        <p:sp>
          <p:nvSpPr>
            <p:cNvPr id="21" name="Rectangle 20"/>
            <p:cNvSpPr/>
            <p:nvPr userDrawn="1"/>
          </p:nvSpPr>
          <p:spPr bwMode="auto">
            <a:xfrm>
              <a:off x="4191000" y="3970337"/>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2" name="Rectangle 21"/>
            <p:cNvSpPr/>
            <p:nvPr userDrawn="1"/>
          </p:nvSpPr>
          <p:spPr bwMode="auto">
            <a:xfrm>
              <a:off x="4281487" y="3876277"/>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sp>
        <p:nvSpPr>
          <p:cNvPr id="23" name="Rectangle 22"/>
          <p:cNvSpPr/>
          <p:nvPr userDrawn="1"/>
        </p:nvSpPr>
        <p:spPr bwMode="auto">
          <a:xfrm>
            <a:off x="8686800" y="1752600"/>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4" name="Rectangle 23"/>
          <p:cNvSpPr/>
          <p:nvPr userDrawn="1"/>
        </p:nvSpPr>
        <p:spPr bwMode="auto">
          <a:xfrm>
            <a:off x="9440444" y="6209864"/>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nvGrpSpPr>
          <p:cNvPr id="25" name="Group 24"/>
          <p:cNvGrpSpPr/>
          <p:nvPr userDrawn="1"/>
        </p:nvGrpSpPr>
        <p:grpSpPr>
          <a:xfrm>
            <a:off x="7269956" y="5201670"/>
            <a:ext cx="183356" cy="186929"/>
            <a:chOff x="4622005" y="3393281"/>
            <a:chExt cx="183356" cy="186929"/>
          </a:xfrm>
        </p:grpSpPr>
        <p:sp>
          <p:nvSpPr>
            <p:cNvPr id="26" name="Rectangle 25"/>
            <p:cNvSpPr/>
            <p:nvPr userDrawn="1"/>
          </p:nvSpPr>
          <p:spPr bwMode="auto">
            <a:xfrm>
              <a:off x="4622005" y="3487341"/>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7" name="Rectangle 26"/>
            <p:cNvSpPr/>
            <p:nvPr userDrawn="1"/>
          </p:nvSpPr>
          <p:spPr bwMode="auto">
            <a:xfrm>
              <a:off x="4712492" y="3393281"/>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grpSp>
        <p:nvGrpSpPr>
          <p:cNvPr id="28" name="Group 27"/>
          <p:cNvGrpSpPr/>
          <p:nvPr userDrawn="1"/>
        </p:nvGrpSpPr>
        <p:grpSpPr>
          <a:xfrm>
            <a:off x="9486878" y="3025376"/>
            <a:ext cx="183356" cy="186929"/>
            <a:chOff x="3948113" y="3393281"/>
            <a:chExt cx="183356" cy="186929"/>
          </a:xfrm>
        </p:grpSpPr>
        <p:sp>
          <p:nvSpPr>
            <p:cNvPr id="29" name="Rectangle 28"/>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30" name="Rectangle 29"/>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sp>
        <p:nvSpPr>
          <p:cNvPr id="31" name="Rectangle 30"/>
          <p:cNvSpPr/>
          <p:nvPr userDrawn="1"/>
        </p:nvSpPr>
        <p:spPr bwMode="auto">
          <a:xfrm>
            <a:off x="9346861" y="4196384"/>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nvGrpSpPr>
          <p:cNvPr id="32" name="Group 31"/>
          <p:cNvGrpSpPr/>
          <p:nvPr userDrawn="1"/>
        </p:nvGrpSpPr>
        <p:grpSpPr>
          <a:xfrm>
            <a:off x="8382000" y="3165871"/>
            <a:ext cx="183356" cy="186929"/>
            <a:chOff x="5548313" y="3134916"/>
            <a:chExt cx="183356" cy="186929"/>
          </a:xfrm>
        </p:grpSpPr>
        <p:sp>
          <p:nvSpPr>
            <p:cNvPr id="33" name="Rectangle 32"/>
            <p:cNvSpPr/>
            <p:nvPr userDrawn="1"/>
          </p:nvSpPr>
          <p:spPr bwMode="auto">
            <a:xfrm>
              <a:off x="5548313" y="3228976"/>
              <a:ext cx="92869" cy="92869"/>
            </a:xfrm>
            <a:prstGeom prst="rect">
              <a:avLst/>
            </a:prstGeom>
            <a:solidFill>
              <a:schemeClr val="accent2">
                <a:lumMod val="20000"/>
                <a:lumOff val="8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34" name="Rectangle 33"/>
            <p:cNvSpPr/>
            <p:nvPr userDrawn="1"/>
          </p:nvSpPr>
          <p:spPr bwMode="auto">
            <a:xfrm>
              <a:off x="5638800" y="3134916"/>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cxnSp>
        <p:nvCxnSpPr>
          <p:cNvPr id="35" name="Straight Connector 5"/>
          <p:cNvCxnSpPr/>
          <p:nvPr userDrawn="1">
            <p:custDataLst>
              <p:tags r:id="rId5"/>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36" name="Picture 68" descr="D:\Users\bkp\My Work\GSLs\TEMPLATES\I&amp;D\FINAL\04-17\Pyramid.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8305800" y="5222873"/>
            <a:ext cx="879232" cy="802094"/>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p:cNvSpPr>
            <a:spLocks noGrp="1"/>
          </p:cNvSpPr>
          <p:nvPr userDrawn="1">
            <p:ph sz="quarter" idx="10"/>
            <p:custDataLst>
              <p:tags r:id="rId6"/>
            </p:custDataLst>
          </p:nvPr>
        </p:nvSpPr>
        <p:spPr>
          <a:xfrm>
            <a:off x="341313" y="1255713"/>
            <a:ext cx="8896350" cy="3196515"/>
          </a:xfrm>
        </p:spPr>
        <p:txBody>
          <a:bodyPr lIns="91440"/>
          <a:lstStyle>
            <a:lvl1pPr marL="228600" indent="-228600">
              <a:spcAft>
                <a:spcPts val="1200"/>
              </a:spcAft>
              <a:buClr>
                <a:schemeClr val="accent2"/>
              </a:buClr>
              <a:defRPr>
                <a:solidFill>
                  <a:schemeClr val="tx1"/>
                </a:solidFill>
              </a:defRPr>
            </a:lvl1pPr>
            <a:lvl2pPr marL="457200" indent="-228600">
              <a:spcAft>
                <a:spcPts val="1200"/>
              </a:spcAft>
              <a:buClr>
                <a:schemeClr val="accent2"/>
              </a:buClr>
              <a:defRPr>
                <a:solidFill>
                  <a:schemeClr val="tx1"/>
                </a:solidFill>
              </a:defRPr>
            </a:lvl2pPr>
            <a:lvl3pPr marL="685800" indent="-228600">
              <a:spcAft>
                <a:spcPts val="1200"/>
              </a:spcAft>
              <a:buClr>
                <a:schemeClr val="accent2"/>
              </a:buClr>
              <a:defRPr>
                <a:solidFill>
                  <a:schemeClr val="tx1"/>
                </a:solidFill>
              </a:defRPr>
            </a:lvl3pPr>
            <a:lvl4pPr>
              <a:buClr>
                <a:schemeClr val="accent2"/>
              </a:buClr>
              <a:defRPr>
                <a:solidFill>
                  <a:schemeClr val="tx1"/>
                </a:solidFill>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extLst>
      <p:ext uri="{BB962C8B-B14F-4D97-AF65-F5344CB8AC3E}">
        <p14:creationId xmlns:p14="http://schemas.microsoft.com/office/powerpoint/2010/main" val="253503983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8844" name="think-cell Slide" r:id="rId6" imgW="360" imgH="360" progId="">
                  <p:embed/>
                </p:oleObj>
              </mc:Choice>
              <mc:Fallback>
                <p:oleObj name="think-cell Slide" r:id="rId6" imgW="360" imgH="360" progId="">
                  <p:embed/>
                  <p:pic>
                    <p:nvPicPr>
                      <p:cNvPr id="0" name="Picture 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p:custDataLst>
              <p:tags r:id="rId4"/>
            </p:custDataLst>
          </p:nvPr>
        </p:nvSpPr>
        <p:spPr>
          <a:xfrm>
            <a:off x="341313" y="1255713"/>
            <a:ext cx="9223375" cy="5011737"/>
          </a:xfrm>
        </p:spPr>
        <p:txBody>
          <a:bodyPr/>
          <a:lstStyle>
            <a:lvl1pPr>
              <a:defRPr b="0"/>
            </a:lvl1pPr>
            <a:lvl2pPr marL="457200" indent="-228600">
              <a:defRPr/>
            </a:lvl2pPr>
            <a:lvl3pPr marL="685800" indent="-228600">
              <a:defRPr/>
            </a:lvl3pPr>
            <a:lvl4pPr>
              <a:defRPr/>
            </a:lvl4pPr>
            <a:lvl5pPr>
              <a:buNone/>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9868" name="think-cell Slide" r:id="rId7" imgW="360" imgH="360" progId="">
                  <p:embed/>
                </p:oleObj>
              </mc:Choice>
              <mc:Fallback>
                <p:oleObj name="think-cell Slide" r:id="rId7" imgW="360" imgH="360" progId="">
                  <p:embed/>
                  <p:pic>
                    <p:nvPicPr>
                      <p:cNvPr id="0" name="Picture 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solidFill>
                  <a:schemeClr val="tx1"/>
                </a:solidFill>
              </a:defRPr>
            </a:lvl1pPr>
          </a:lstStyle>
          <a:p>
            <a:r>
              <a:rPr lang="en-US" noProof="0" smtClean="0"/>
              <a:t>Click to edit Master title style</a:t>
            </a:r>
            <a:endParaRPr lang="en-US" dirty="0"/>
          </a:p>
        </p:txBody>
      </p:sp>
      <p:sp>
        <p:nvSpPr>
          <p:cNvPr id="3" name="Content Placeholder 2"/>
          <p:cNvSpPr>
            <a:spLocks noGrp="1"/>
          </p:cNvSpPr>
          <p:nvPr>
            <p:ph idx="1"/>
            <p:custDataLst>
              <p:tags r:id="rId4"/>
            </p:custDataLst>
          </p:nvPr>
        </p:nvSpPr>
        <p:spPr>
          <a:xfrm>
            <a:off x="341313" y="1828800"/>
            <a:ext cx="9223376" cy="4438649"/>
          </a:xfrm>
        </p:spPr>
        <p:txBody>
          <a:bodyPr/>
          <a:lstStyle>
            <a:lvl1pPr>
              <a:defRPr b="0"/>
            </a:lvl1pPr>
            <a:lvl2pPr marL="457200" indent="-223838">
              <a:defRPr/>
            </a:lvl2pPr>
            <a:lvl3pPr>
              <a:defRPr/>
            </a:lvl3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8" name="Espace réservé du texte 7"/>
          <p:cNvSpPr>
            <a:spLocks noGrp="1"/>
          </p:cNvSpPr>
          <p:nvPr>
            <p:ph type="body" sz="quarter" idx="11"/>
            <p:custDataLst>
              <p:tags r:id="rId5"/>
            </p:custDataLst>
          </p:nvPr>
        </p:nvSpPr>
        <p:spPr>
          <a:xfrm>
            <a:off x="341313" y="1255713"/>
            <a:ext cx="9223376" cy="548640"/>
          </a:xfrm>
        </p:spPr>
        <p:txBody>
          <a:bodyPr/>
          <a:lstStyle>
            <a:lvl1pPr marL="0" indent="0">
              <a:buNone/>
              <a:defRPr sz="2000" b="1">
                <a:solidFill>
                  <a:srgbClr val="E47E1A"/>
                </a:solidFill>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3963" name="think-cell Slide" r:id="rId7" imgW="360" imgH="360" progId="">
                  <p:embed/>
                </p:oleObj>
              </mc:Choice>
              <mc:Fallback>
                <p:oleObj name="think-cell Slide" r:id="rId7" imgW="360" imgH="360" progId="">
                  <p:embed/>
                  <p:pic>
                    <p:nvPicPr>
                      <p:cNvPr id="0" name="Picture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p:custDataLst>
              <p:tags r:id="rId4"/>
            </p:custDataLst>
          </p:nvPr>
        </p:nvSpPr>
        <p:spPr>
          <a:xfrm>
            <a:off x="341313" y="1255713"/>
            <a:ext cx="4487862" cy="4993230"/>
          </a:xfrm>
        </p:spPr>
        <p:txBody>
          <a:bodyPr/>
          <a:lstStyle>
            <a:lvl1pPr>
              <a:defRPr/>
            </a:lvl1pPr>
            <a:lvl2pPr marL="457200" indent="-228600">
              <a:defRPr/>
            </a:lvl2pPr>
            <a:lvl3pPr marL="685800" indent="-228600">
              <a:defRPr/>
            </a:lvl3pPr>
            <a:lvl4pPr>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6" name="Espace réservé du contenu 5"/>
          <p:cNvSpPr>
            <a:spLocks noGrp="1"/>
          </p:cNvSpPr>
          <p:nvPr>
            <p:ph sz="quarter" idx="11"/>
            <p:custDataLst>
              <p:tags r:id="rId5"/>
            </p:custDataLst>
          </p:nvPr>
        </p:nvSpPr>
        <p:spPr>
          <a:xfrm>
            <a:off x="5076825" y="1255713"/>
            <a:ext cx="4487863" cy="5011737"/>
          </a:xfrm>
        </p:spPr>
        <p:txBody>
          <a:bodyPr/>
          <a:lstStyle>
            <a:lvl1pPr>
              <a:defRPr/>
            </a:lvl1pPr>
            <a:lvl2pPr marL="457200" indent="-228600">
              <a:defRPr/>
            </a:lvl2pPr>
            <a:lvl3pPr>
              <a:defRPr/>
            </a:lvl3pPr>
            <a:lvl4pPr>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2939" name="think-cell Slide" r:id="rId9" imgW="360" imgH="360" progId="">
                  <p:embed/>
                </p:oleObj>
              </mc:Choice>
              <mc:Fallback>
                <p:oleObj name="think-cell Slide" r:id="rId9" imgW="360" imgH="360" progId="">
                  <p:embed/>
                  <p:pic>
                    <p:nvPicPr>
                      <p:cNvPr id="0" name="Picture 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p:custDataLst>
              <p:tags r:id="rId4"/>
            </p:custDataLst>
          </p:nvPr>
        </p:nvSpPr>
        <p:spPr>
          <a:xfrm>
            <a:off x="341313" y="1828800"/>
            <a:ext cx="4487862" cy="4438649"/>
          </a:xfrm>
        </p:spPr>
        <p:txBody>
          <a:bodyPr/>
          <a:lstStyle>
            <a:lvl1pPr>
              <a:defRPr sz="2000"/>
            </a:lvl1pPr>
            <a:lvl2pPr>
              <a:defRPr sz="1800"/>
            </a:lvl2pPr>
            <a:lvl3pPr>
              <a:defRPr sz="1600"/>
            </a:lvl3pPr>
            <a:lvl4pPr>
              <a:defRPr sz="1400"/>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6" name="Espace réservé du contenu 5"/>
          <p:cNvSpPr>
            <a:spLocks noGrp="1"/>
          </p:cNvSpPr>
          <p:nvPr>
            <p:ph sz="quarter" idx="11"/>
            <p:custDataLst>
              <p:tags r:id="rId5"/>
            </p:custDataLst>
          </p:nvPr>
        </p:nvSpPr>
        <p:spPr>
          <a:xfrm>
            <a:off x="5076825" y="1828800"/>
            <a:ext cx="4487863" cy="4438649"/>
          </a:xfrm>
        </p:spPr>
        <p:txBody>
          <a:bodyPr/>
          <a:lstStyle>
            <a:lvl1pPr>
              <a:defRPr sz="2000"/>
            </a:lvl1pPr>
            <a:lvl2pPr>
              <a:defRPr sz="1800"/>
            </a:lvl2pPr>
            <a:lvl3pPr>
              <a:defRPr sz="1600"/>
            </a:lvl3pPr>
            <a:lvl4pPr>
              <a:defRPr sz="1300"/>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7" name="Espace réservé du texte 6"/>
          <p:cNvSpPr>
            <a:spLocks noGrp="1"/>
          </p:cNvSpPr>
          <p:nvPr>
            <p:ph type="body" sz="quarter" idx="12" hasCustomPrompt="1"/>
            <p:custDataLst>
              <p:tags r:id="rId6"/>
            </p:custDataLst>
          </p:nvPr>
        </p:nvSpPr>
        <p:spPr>
          <a:xfrm>
            <a:off x="341313" y="1255713"/>
            <a:ext cx="4487862"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vl5pPr>
              <a:buNone/>
              <a:defRPr/>
            </a:lvl5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5076825" y="1255713"/>
            <a:ext cx="4487863"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smtClean="0"/>
              <a:t>Click to edit Master text style</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1914" name="think-cell Slide" r:id="rId5" imgW="360" imgH="360" progId="">
                  <p:embed/>
                </p:oleObj>
              </mc:Choice>
              <mc:Fallback>
                <p:oleObj name="think-cell Slide" r:id="rId5" imgW="360" imgH="360" progId="">
                  <p:embed/>
                  <p:pic>
                    <p:nvPicPr>
                      <p:cNvPr id="0" name="Picture 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76858" name="think-cell Slide" r:id="rId4" imgW="360" imgH="360" progId="">
                  <p:embed/>
                </p:oleObj>
              </mc:Choice>
              <mc:Fallback>
                <p:oleObj name="think-cell Slide" r:id="rId4" imgW="360" imgH="360" progId="">
                  <p:embed/>
                  <p:pic>
                    <p:nvPicPr>
                      <p:cNvPr id="0" name="Picture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5"/>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51267" name="think-cell Slide" r:id="rId4" imgW="360" imgH="360" progId="">
                  <p:embed/>
                </p:oleObj>
              </mc:Choice>
              <mc:Fallback>
                <p:oleObj name="think-cell Slide" r:id="rId4" imgW="360" imgH="36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nvPr>
        </p:nvSpPr>
        <p:spPr/>
        <p:txBody>
          <a:bodyPr/>
          <a:lstStyle>
            <a:lvl1pPr>
              <a:defRPr/>
            </a:lvl1pPr>
          </a:lstStyle>
          <a:p>
            <a:pPr lvl="0"/>
            <a:r>
              <a:rPr lang="en-US" noProof="0" smtClean="0"/>
              <a:t>Click to edit Master title style</a:t>
            </a:r>
            <a:endParaRPr lang="en-US" noProof="0" dirty="0" smtClean="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One column slide - blue">
    <p:spTree>
      <p:nvGrpSpPr>
        <p:cNvPr id="1" name=""/>
        <p:cNvGrpSpPr/>
        <p:nvPr/>
      </p:nvGrpSpPr>
      <p:grpSpPr>
        <a:xfrm>
          <a:off x="0" y="0"/>
          <a:ext cx="0" cy="0"/>
          <a:chOff x="0" y="0"/>
          <a:chExt cx="0" cy="0"/>
        </a:xfrm>
      </p:grpSpPr>
      <p:sp>
        <p:nvSpPr>
          <p:cNvPr id="2" name="Titre 1"/>
          <p:cNvSpPr>
            <a:spLocks noGrp="1"/>
          </p:cNvSpPr>
          <p:nvPr>
            <p:ph type="title"/>
          </p:nvPr>
        </p:nvSpPr>
        <p:spPr>
          <a:xfrm>
            <a:off x="360000" y="357166"/>
            <a:ext cx="9126000" cy="369332"/>
          </a:xfrm>
        </p:spPr>
        <p:txBody>
          <a:bodyPr/>
          <a:lstStyle>
            <a:lvl1pPr>
              <a:defRPr>
                <a:solidFill>
                  <a:schemeClr val="accent2"/>
                </a:solidFill>
              </a:defRPr>
            </a:lvl1pPr>
          </a:lstStyle>
          <a:p>
            <a:r>
              <a:rPr lang="en-US" dirty="0" smtClean="0"/>
              <a:t>Click to edit Master title style</a:t>
            </a:r>
            <a:endParaRPr lang="en-US" dirty="0"/>
          </a:p>
        </p:txBody>
      </p:sp>
      <p:sp>
        <p:nvSpPr>
          <p:cNvPr id="3" name="Espace réservé du contenu 2"/>
          <p:cNvSpPr>
            <a:spLocks noGrp="1"/>
          </p:cNvSpPr>
          <p:nvPr>
            <p:ph idx="1"/>
          </p:nvPr>
        </p:nvSpPr>
        <p:spPr>
          <a:xfrm>
            <a:off x="360000" y="1142984"/>
            <a:ext cx="9126000" cy="4977016"/>
          </a:xfrm>
        </p:spPr>
        <p:txBody>
          <a:bodyPr/>
          <a:lstStyle>
            <a:lvl1pPr marL="0">
              <a:buSzPct val="100000"/>
              <a:defRPr>
                <a:solidFill>
                  <a:schemeClr val="tx1"/>
                </a:solidFill>
              </a:defRPr>
            </a:lvl1pPr>
            <a:lvl2pPr>
              <a:defRPr>
                <a:solidFill>
                  <a:schemeClr val="tx1"/>
                </a:solidFill>
              </a:defRPr>
            </a:lvl2pPr>
            <a:lvl3pPr>
              <a:defRPr>
                <a:solidFill>
                  <a:schemeClr val="tx1"/>
                </a:solidFill>
              </a:defRPr>
            </a:lvl3pPr>
          </a:lstStyle>
          <a:p>
            <a:pPr lvl="0"/>
            <a:r>
              <a:rPr lang="en-US" dirty="0" smtClean="0"/>
              <a:t>Click to edit Master text styles</a:t>
            </a:r>
          </a:p>
          <a:p>
            <a:pPr lvl="1"/>
            <a:r>
              <a:rPr lang="en-US" dirty="0" smtClean="0"/>
              <a:t>Second level</a:t>
            </a:r>
          </a:p>
          <a:p>
            <a:pPr lvl="2"/>
            <a:r>
              <a:rPr lang="en-US" dirty="0" smtClean="0"/>
              <a:t>Third level</a:t>
            </a:r>
          </a:p>
        </p:txBody>
      </p:sp>
    </p:spTree>
  </p:cSld>
  <p:clrMapOvr>
    <a:masterClrMapping/>
  </p:clrMapOvr>
  <p:transition advClick="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1834" name="think-cell Slide" r:id="rId5" imgW="360" imgH="360" progId="">
                  <p:embed/>
                </p:oleObj>
              </mc:Choice>
              <mc:Fallback>
                <p:oleObj name="think-cell Slide" r:id="rId5" imgW="360" imgH="360"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 name="Rectangle 9"/>
          <p:cNvSpPr>
            <a:spLocks noChangeArrowheads="1"/>
          </p:cNvSpPr>
          <p:nvPr userDrawn="1">
            <p:custDataLst>
              <p:tags r:id="rId3"/>
            </p:custDataLst>
          </p:nvPr>
        </p:nvSpPr>
        <p:spPr bwMode="gray">
          <a:xfrm>
            <a:off x="1117963" y="34326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spcBef>
                <a:spcPts val="600"/>
              </a:spcBef>
            </a:pPr>
            <a:r>
              <a:rPr lang="en-US" sz="1000" dirty="0" smtClean="0">
                <a:solidFill>
                  <a:schemeClr val="bg1"/>
                </a:solidFill>
                <a:latin typeface="Arial" pitchFamily="34" charset="0"/>
                <a:cs typeface="Arial" pitchFamily="34" charset="0"/>
              </a:rPr>
              <a:t>With almost 145,000 people in over 40 countries, </a:t>
            </a:r>
            <a:r>
              <a:rPr lang="en-US" sz="1000" dirty="0" err="1" smtClean="0">
                <a:solidFill>
                  <a:schemeClr val="bg1"/>
                </a:solidFill>
                <a:latin typeface="Arial" pitchFamily="34" charset="0"/>
                <a:cs typeface="Arial" pitchFamily="34" charset="0"/>
              </a:rPr>
              <a:t>Capgemini</a:t>
            </a:r>
            <a:r>
              <a:rPr lang="en-US" sz="1000" dirty="0" smtClean="0">
                <a:solidFill>
                  <a:schemeClr val="bg1"/>
                </a:solidFill>
                <a:latin typeface="Arial" pitchFamily="34" charset="0"/>
                <a:cs typeface="Arial" pitchFamily="34" charset="0"/>
              </a:rPr>
              <a:t> is one of the world's foremost providers of consulting, technology and outsourcing services. The Group reported 2014 global revenues of EUR 10.573 billion.</a:t>
            </a:r>
          </a:p>
          <a:p>
            <a:pPr marL="0" indent="0" algn="just">
              <a:spcBef>
                <a:spcPts val="600"/>
              </a:spcBef>
            </a:pPr>
            <a:r>
              <a:rPr lang="en-US" sz="1000" dirty="0" smtClean="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smtClean="0">
                <a:solidFill>
                  <a:schemeClr val="bg1"/>
                </a:solidFill>
                <a:latin typeface="Arial" pitchFamily="34" charset="0"/>
                <a:cs typeface="Arial" pitchFamily="34" charset="0"/>
              </a:rPr>
              <a:t>the Collaborative Business Experience™</a:t>
            </a:r>
            <a:r>
              <a:rPr lang="en-US" sz="1000" dirty="0" smtClean="0">
                <a:solidFill>
                  <a:schemeClr val="bg1"/>
                </a:solidFill>
                <a:latin typeface="Arial" pitchFamily="34" charset="0"/>
                <a:cs typeface="Arial" pitchFamily="34" charset="0"/>
              </a:rPr>
              <a:t>, and draws on </a:t>
            </a:r>
            <a:r>
              <a:rPr lang="en-US" sz="1000" u="sng" dirty="0" err="1" smtClean="0">
                <a:solidFill>
                  <a:schemeClr val="bg1"/>
                </a:solidFill>
                <a:latin typeface="Arial" pitchFamily="34" charset="0"/>
                <a:cs typeface="Arial" pitchFamily="34" charset="0"/>
              </a:rPr>
              <a:t>Rightshore</a:t>
            </a:r>
            <a:r>
              <a:rPr lang="en-US" sz="1000" u="sng"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its worldwide delivery model.</a:t>
            </a:r>
          </a:p>
          <a:p>
            <a:pPr marL="0" indent="0" algn="just">
              <a:spcBef>
                <a:spcPts val="600"/>
              </a:spcBef>
            </a:pPr>
            <a:r>
              <a:rPr lang="en-US" sz="1000" dirty="0" smtClean="0">
                <a:solidFill>
                  <a:schemeClr val="bg1"/>
                </a:solidFill>
                <a:latin typeface="Arial" pitchFamily="34" charset="0"/>
                <a:cs typeface="Arial" pitchFamily="34" charset="0"/>
              </a:rPr>
              <a:t>Learn more about us at </a:t>
            </a:r>
            <a:r>
              <a:rPr lang="en-US" sz="1000" b="1" u="sng" dirty="0" smtClean="0">
                <a:solidFill>
                  <a:schemeClr val="bg1"/>
                </a:solidFill>
                <a:latin typeface="Arial" pitchFamily="34" charset="0"/>
                <a:cs typeface="Arial" pitchFamily="34" charset="0"/>
              </a:rPr>
              <a:t>www.capgemini.com</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p:txBody>
      </p:sp>
      <p:pic>
        <p:nvPicPr>
          <p:cNvPr id="208" name="Image 337" descr="CBE_Label_ppt.png"/>
          <p:cNvPicPr>
            <a:picLocks noChangeAspect="1"/>
          </p:cNvPicPr>
          <p:nvPr userDrawn="1"/>
        </p:nvPicPr>
        <p:blipFill>
          <a:blip r:embed="rId7" cstate="screen"/>
          <a:stretch>
            <a:fillRect/>
          </a:stretch>
        </p:blipFill>
        <p:spPr>
          <a:xfrm>
            <a:off x="867725" y="3283811"/>
            <a:ext cx="519572" cy="522508"/>
          </a:xfrm>
          <a:prstGeom prst="rect">
            <a:avLst/>
          </a:prstGeom>
        </p:spPr>
      </p:pic>
      <p:grpSp>
        <p:nvGrpSpPr>
          <p:cNvPr id="75" name="Group 74"/>
          <p:cNvGrpSpPr/>
          <p:nvPr userDrawn="1"/>
        </p:nvGrpSpPr>
        <p:grpSpPr>
          <a:xfrm>
            <a:off x="5722379" y="3575705"/>
            <a:ext cx="3826121" cy="1827268"/>
            <a:chOff x="5722379" y="3575705"/>
            <a:chExt cx="3826121" cy="1827268"/>
          </a:xfrm>
        </p:grpSpPr>
        <p:grpSp>
          <p:nvGrpSpPr>
            <p:cNvPr id="77" name="Group 76"/>
            <p:cNvGrpSpPr/>
            <p:nvPr userDrawn="1"/>
          </p:nvGrpSpPr>
          <p:grpSpPr>
            <a:xfrm>
              <a:off x="5722379" y="3575705"/>
              <a:ext cx="3826121" cy="1827268"/>
              <a:chOff x="5722379" y="3575705"/>
              <a:chExt cx="3826121" cy="1827268"/>
            </a:xfrm>
          </p:grpSpPr>
          <p:grpSp>
            <p:nvGrpSpPr>
              <p:cNvPr id="187" name="Groupe 203"/>
              <p:cNvGrpSpPr/>
              <p:nvPr userDrawn="1"/>
            </p:nvGrpSpPr>
            <p:grpSpPr>
              <a:xfrm>
                <a:off x="5722379" y="3575705"/>
                <a:ext cx="3826121" cy="1827268"/>
                <a:chOff x="5421313" y="3175001"/>
                <a:chExt cx="4141788" cy="1978025"/>
              </a:xfrm>
              <a:noFill/>
            </p:grpSpPr>
            <p:sp>
              <p:nvSpPr>
                <p:cNvPr id="192" name="Freeform 6"/>
                <p:cNvSpPr>
                  <a:spLocks/>
                </p:cNvSpPr>
                <p:nvPr userDrawn="1"/>
              </p:nvSpPr>
              <p:spPr bwMode="auto">
                <a:xfrm>
                  <a:off x="6532563" y="3200401"/>
                  <a:ext cx="503238" cy="406400"/>
                </a:xfrm>
                <a:custGeom>
                  <a:avLst/>
                  <a:gdLst/>
                  <a:ahLst/>
                  <a:cxnLst>
                    <a:cxn ang="0">
                      <a:pos x="24" y="71"/>
                    </a:cxn>
                    <a:cxn ang="0">
                      <a:pos x="0" y="49"/>
                    </a:cxn>
                    <a:cxn ang="0">
                      <a:pos x="41" y="11"/>
                    </a:cxn>
                    <a:cxn ang="0">
                      <a:pos x="114" y="11"/>
                    </a:cxn>
                    <a:cxn ang="0">
                      <a:pos x="124" y="0"/>
                    </a:cxn>
                    <a:cxn ang="0">
                      <a:pos x="259" y="0"/>
                    </a:cxn>
                    <a:cxn ang="0">
                      <a:pos x="273" y="16"/>
                    </a:cxn>
                    <a:cxn ang="0">
                      <a:pos x="317" y="14"/>
                    </a:cxn>
                    <a:cxn ang="0">
                      <a:pos x="302" y="28"/>
                    </a:cxn>
                    <a:cxn ang="0">
                      <a:pos x="276" y="31"/>
                    </a:cxn>
                    <a:cxn ang="0">
                      <a:pos x="276" y="137"/>
                    </a:cxn>
                    <a:cxn ang="0">
                      <a:pos x="223" y="185"/>
                    </a:cxn>
                    <a:cxn ang="0">
                      <a:pos x="171" y="185"/>
                    </a:cxn>
                    <a:cxn ang="0">
                      <a:pos x="133" y="216"/>
                    </a:cxn>
                    <a:cxn ang="0">
                      <a:pos x="131" y="245"/>
                    </a:cxn>
                    <a:cxn ang="0">
                      <a:pos x="114" y="256"/>
                    </a:cxn>
                    <a:cxn ang="0">
                      <a:pos x="83" y="228"/>
                    </a:cxn>
                    <a:cxn ang="0">
                      <a:pos x="83" y="174"/>
                    </a:cxn>
                    <a:cxn ang="0">
                      <a:pos x="112" y="149"/>
                    </a:cxn>
                    <a:cxn ang="0">
                      <a:pos x="87" y="123"/>
                    </a:cxn>
                    <a:cxn ang="0">
                      <a:pos x="85" y="74"/>
                    </a:cxn>
                    <a:cxn ang="0">
                      <a:pos x="63" y="52"/>
                    </a:cxn>
                    <a:cxn ang="0">
                      <a:pos x="48" y="52"/>
                    </a:cxn>
                    <a:cxn ang="0">
                      <a:pos x="24" y="71"/>
                    </a:cxn>
                  </a:cxnLst>
                  <a:rect l="0" t="0" r="r" b="b"/>
                  <a:pathLst>
                    <a:path w="317" h="256">
                      <a:moveTo>
                        <a:pt x="24" y="71"/>
                      </a:moveTo>
                      <a:lnTo>
                        <a:pt x="0" y="49"/>
                      </a:lnTo>
                      <a:lnTo>
                        <a:pt x="41" y="11"/>
                      </a:lnTo>
                      <a:lnTo>
                        <a:pt x="114" y="11"/>
                      </a:lnTo>
                      <a:lnTo>
                        <a:pt x="124" y="0"/>
                      </a:lnTo>
                      <a:lnTo>
                        <a:pt x="259" y="0"/>
                      </a:lnTo>
                      <a:lnTo>
                        <a:pt x="273" y="16"/>
                      </a:lnTo>
                      <a:lnTo>
                        <a:pt x="317" y="14"/>
                      </a:lnTo>
                      <a:lnTo>
                        <a:pt x="302" y="28"/>
                      </a:lnTo>
                      <a:lnTo>
                        <a:pt x="276" y="31"/>
                      </a:lnTo>
                      <a:lnTo>
                        <a:pt x="276" y="137"/>
                      </a:lnTo>
                      <a:lnTo>
                        <a:pt x="223" y="185"/>
                      </a:lnTo>
                      <a:lnTo>
                        <a:pt x="171" y="185"/>
                      </a:lnTo>
                      <a:lnTo>
                        <a:pt x="133" y="216"/>
                      </a:lnTo>
                      <a:lnTo>
                        <a:pt x="131" y="245"/>
                      </a:lnTo>
                      <a:lnTo>
                        <a:pt x="114" y="256"/>
                      </a:lnTo>
                      <a:lnTo>
                        <a:pt x="83" y="228"/>
                      </a:lnTo>
                      <a:lnTo>
                        <a:pt x="83" y="174"/>
                      </a:lnTo>
                      <a:lnTo>
                        <a:pt x="112" y="149"/>
                      </a:lnTo>
                      <a:lnTo>
                        <a:pt x="87" y="123"/>
                      </a:lnTo>
                      <a:lnTo>
                        <a:pt x="85" y="74"/>
                      </a:lnTo>
                      <a:lnTo>
                        <a:pt x="63" y="52"/>
                      </a:lnTo>
                      <a:lnTo>
                        <a:pt x="48" y="52"/>
                      </a:lnTo>
                      <a:lnTo>
                        <a:pt x="24" y="71"/>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3" name="Freeform 7"/>
                <p:cNvSpPr>
                  <a:spLocks/>
                </p:cNvSpPr>
                <p:nvPr userDrawn="1"/>
              </p:nvSpPr>
              <p:spPr bwMode="auto">
                <a:xfrm>
                  <a:off x="6362701" y="3333751"/>
                  <a:ext cx="185738" cy="201613"/>
                </a:xfrm>
                <a:custGeom>
                  <a:avLst/>
                  <a:gdLst/>
                  <a:ahLst/>
                  <a:cxnLst>
                    <a:cxn ang="0">
                      <a:pos x="63" y="72"/>
                    </a:cxn>
                    <a:cxn ang="0">
                      <a:pos x="35" y="98"/>
                    </a:cxn>
                    <a:cxn ang="0">
                      <a:pos x="66" y="127"/>
                    </a:cxn>
                    <a:cxn ang="0">
                      <a:pos x="90" y="106"/>
                    </a:cxn>
                    <a:cxn ang="0">
                      <a:pos x="98" y="106"/>
                    </a:cxn>
                    <a:cxn ang="0">
                      <a:pos x="117" y="90"/>
                    </a:cxn>
                    <a:cxn ang="0">
                      <a:pos x="76" y="55"/>
                    </a:cxn>
                    <a:cxn ang="0">
                      <a:pos x="73" y="23"/>
                    </a:cxn>
                    <a:cxn ang="0">
                      <a:pos x="41" y="19"/>
                    </a:cxn>
                    <a:cxn ang="0">
                      <a:pos x="39" y="0"/>
                    </a:cxn>
                    <a:cxn ang="0">
                      <a:pos x="0" y="2"/>
                    </a:cxn>
                    <a:cxn ang="0">
                      <a:pos x="0" y="8"/>
                    </a:cxn>
                    <a:cxn ang="0">
                      <a:pos x="23" y="31"/>
                    </a:cxn>
                    <a:cxn ang="0">
                      <a:pos x="63" y="59"/>
                    </a:cxn>
                    <a:cxn ang="0">
                      <a:pos x="63" y="72"/>
                    </a:cxn>
                  </a:cxnLst>
                  <a:rect l="0" t="0" r="r" b="b"/>
                  <a:pathLst>
                    <a:path w="117" h="127">
                      <a:moveTo>
                        <a:pt x="63" y="72"/>
                      </a:moveTo>
                      <a:lnTo>
                        <a:pt x="35" y="98"/>
                      </a:lnTo>
                      <a:lnTo>
                        <a:pt x="66" y="127"/>
                      </a:lnTo>
                      <a:lnTo>
                        <a:pt x="90" y="106"/>
                      </a:lnTo>
                      <a:lnTo>
                        <a:pt x="98" y="106"/>
                      </a:lnTo>
                      <a:lnTo>
                        <a:pt x="117" y="90"/>
                      </a:lnTo>
                      <a:lnTo>
                        <a:pt x="76" y="55"/>
                      </a:lnTo>
                      <a:lnTo>
                        <a:pt x="73" y="23"/>
                      </a:lnTo>
                      <a:lnTo>
                        <a:pt x="41" y="19"/>
                      </a:lnTo>
                      <a:lnTo>
                        <a:pt x="39" y="0"/>
                      </a:lnTo>
                      <a:lnTo>
                        <a:pt x="0" y="2"/>
                      </a:lnTo>
                      <a:lnTo>
                        <a:pt x="0" y="8"/>
                      </a:lnTo>
                      <a:lnTo>
                        <a:pt x="23" y="31"/>
                      </a:lnTo>
                      <a:lnTo>
                        <a:pt x="63" y="59"/>
                      </a:lnTo>
                      <a:lnTo>
                        <a:pt x="63"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4" name="Freeform 8"/>
                <p:cNvSpPr>
                  <a:spLocks/>
                </p:cNvSpPr>
                <p:nvPr userDrawn="1"/>
              </p:nvSpPr>
              <p:spPr bwMode="auto">
                <a:xfrm>
                  <a:off x="6005513" y="3241676"/>
                  <a:ext cx="176213" cy="122238"/>
                </a:xfrm>
                <a:custGeom>
                  <a:avLst/>
                  <a:gdLst/>
                  <a:ahLst/>
                  <a:cxnLst>
                    <a:cxn ang="0">
                      <a:pos x="0" y="19"/>
                    </a:cxn>
                    <a:cxn ang="0">
                      <a:pos x="2" y="0"/>
                    </a:cxn>
                    <a:cxn ang="0">
                      <a:pos x="29" y="2"/>
                    </a:cxn>
                    <a:cxn ang="0">
                      <a:pos x="33" y="7"/>
                    </a:cxn>
                    <a:cxn ang="0">
                      <a:pos x="44" y="17"/>
                    </a:cxn>
                    <a:cxn ang="0">
                      <a:pos x="56" y="15"/>
                    </a:cxn>
                    <a:cxn ang="0">
                      <a:pos x="78" y="36"/>
                    </a:cxn>
                    <a:cxn ang="0">
                      <a:pos x="88" y="27"/>
                    </a:cxn>
                    <a:cxn ang="0">
                      <a:pos x="111" y="26"/>
                    </a:cxn>
                    <a:cxn ang="0">
                      <a:pos x="111" y="67"/>
                    </a:cxn>
                    <a:cxn ang="0">
                      <a:pos x="102" y="67"/>
                    </a:cxn>
                    <a:cxn ang="0">
                      <a:pos x="92" y="76"/>
                    </a:cxn>
                    <a:cxn ang="0">
                      <a:pos x="58" y="77"/>
                    </a:cxn>
                    <a:cxn ang="0">
                      <a:pos x="43" y="62"/>
                    </a:cxn>
                    <a:cxn ang="0">
                      <a:pos x="17" y="62"/>
                    </a:cxn>
                    <a:cxn ang="0">
                      <a:pos x="15" y="29"/>
                    </a:cxn>
                    <a:cxn ang="0">
                      <a:pos x="0" y="19"/>
                    </a:cxn>
                  </a:cxnLst>
                  <a:rect l="0" t="0" r="r" b="b"/>
                  <a:pathLst>
                    <a:path w="111" h="77">
                      <a:moveTo>
                        <a:pt x="0" y="19"/>
                      </a:moveTo>
                      <a:lnTo>
                        <a:pt x="2" y="0"/>
                      </a:lnTo>
                      <a:lnTo>
                        <a:pt x="29" y="2"/>
                      </a:lnTo>
                      <a:lnTo>
                        <a:pt x="33" y="7"/>
                      </a:lnTo>
                      <a:lnTo>
                        <a:pt x="44" y="17"/>
                      </a:lnTo>
                      <a:lnTo>
                        <a:pt x="56" y="15"/>
                      </a:lnTo>
                      <a:lnTo>
                        <a:pt x="78" y="36"/>
                      </a:lnTo>
                      <a:lnTo>
                        <a:pt x="88" y="27"/>
                      </a:lnTo>
                      <a:lnTo>
                        <a:pt x="111" y="26"/>
                      </a:lnTo>
                      <a:lnTo>
                        <a:pt x="111" y="67"/>
                      </a:lnTo>
                      <a:lnTo>
                        <a:pt x="102" y="67"/>
                      </a:lnTo>
                      <a:lnTo>
                        <a:pt x="92" y="76"/>
                      </a:lnTo>
                      <a:lnTo>
                        <a:pt x="58" y="77"/>
                      </a:lnTo>
                      <a:lnTo>
                        <a:pt x="43" y="62"/>
                      </a:lnTo>
                      <a:lnTo>
                        <a:pt x="17" y="62"/>
                      </a:lnTo>
                      <a:lnTo>
                        <a:pt x="15" y="29"/>
                      </a:lnTo>
                      <a:lnTo>
                        <a:pt x="0" y="19"/>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5" name="Freeform 9"/>
                <p:cNvSpPr>
                  <a:spLocks/>
                </p:cNvSpPr>
                <p:nvPr userDrawn="1"/>
              </p:nvSpPr>
              <p:spPr bwMode="auto">
                <a:xfrm>
                  <a:off x="5421313" y="3175001"/>
                  <a:ext cx="1276350" cy="1889125"/>
                </a:xfrm>
                <a:custGeom>
                  <a:avLst/>
                  <a:gdLst/>
                  <a:ahLst/>
                  <a:cxnLst>
                    <a:cxn ang="0">
                      <a:pos x="618" y="1172"/>
                    </a:cxn>
                    <a:cxn ang="0">
                      <a:pos x="618" y="1132"/>
                    </a:cxn>
                    <a:cxn ang="0">
                      <a:pos x="596" y="1057"/>
                    </a:cxn>
                    <a:cxn ang="0">
                      <a:pos x="628" y="1002"/>
                    </a:cxn>
                    <a:cxn ang="0">
                      <a:pos x="728" y="918"/>
                    </a:cxn>
                    <a:cxn ang="0">
                      <a:pos x="783" y="840"/>
                    </a:cxn>
                    <a:cxn ang="0">
                      <a:pos x="738" y="789"/>
                    </a:cxn>
                    <a:cxn ang="0">
                      <a:pos x="637" y="728"/>
                    </a:cxn>
                    <a:cxn ang="0">
                      <a:pos x="581" y="687"/>
                    </a:cxn>
                    <a:cxn ang="0">
                      <a:pos x="509" y="661"/>
                    </a:cxn>
                    <a:cxn ang="0">
                      <a:pos x="454" y="683"/>
                    </a:cxn>
                    <a:cxn ang="0">
                      <a:pos x="407" y="677"/>
                    </a:cxn>
                    <a:cxn ang="0">
                      <a:pos x="385" y="623"/>
                    </a:cxn>
                    <a:cxn ang="0">
                      <a:pos x="381" y="587"/>
                    </a:cxn>
                    <a:cxn ang="0">
                      <a:pos x="295" y="587"/>
                    </a:cxn>
                    <a:cxn ang="0">
                      <a:pos x="329" y="517"/>
                    </a:cxn>
                    <a:cxn ang="0">
                      <a:pos x="465" y="553"/>
                    </a:cxn>
                    <a:cxn ang="0">
                      <a:pos x="554" y="407"/>
                    </a:cxn>
                    <a:cxn ang="0">
                      <a:pos x="637" y="389"/>
                    </a:cxn>
                    <a:cxn ang="0">
                      <a:pos x="591" y="366"/>
                    </a:cxn>
                    <a:cxn ang="0">
                      <a:pos x="698" y="343"/>
                    </a:cxn>
                    <a:cxn ang="0">
                      <a:pos x="677" y="259"/>
                    </a:cxn>
                    <a:cxn ang="0">
                      <a:pos x="565" y="258"/>
                    </a:cxn>
                    <a:cxn ang="0">
                      <a:pos x="491" y="276"/>
                    </a:cxn>
                    <a:cxn ang="0">
                      <a:pos x="491" y="203"/>
                    </a:cxn>
                    <a:cxn ang="0">
                      <a:pos x="585" y="162"/>
                    </a:cxn>
                    <a:cxn ang="0">
                      <a:pos x="544" y="110"/>
                    </a:cxn>
                    <a:cxn ang="0">
                      <a:pos x="511" y="159"/>
                    </a:cxn>
                    <a:cxn ang="0">
                      <a:pos x="334" y="65"/>
                    </a:cxn>
                    <a:cxn ang="0">
                      <a:pos x="184" y="16"/>
                    </a:cxn>
                    <a:cxn ang="0">
                      <a:pos x="136" y="0"/>
                    </a:cxn>
                    <a:cxn ang="0">
                      <a:pos x="63" y="51"/>
                    </a:cxn>
                    <a:cxn ang="0">
                      <a:pos x="27" y="159"/>
                    </a:cxn>
                    <a:cxn ang="0">
                      <a:pos x="53" y="153"/>
                    </a:cxn>
                    <a:cxn ang="0">
                      <a:pos x="170" y="170"/>
                    </a:cxn>
                    <a:cxn ang="0">
                      <a:pos x="192" y="339"/>
                    </a:cxn>
                    <a:cxn ang="0">
                      <a:pos x="176" y="454"/>
                    </a:cxn>
                    <a:cxn ang="0">
                      <a:pos x="199" y="493"/>
                    </a:cxn>
                    <a:cxn ang="0">
                      <a:pos x="270" y="608"/>
                    </a:cxn>
                    <a:cxn ang="0">
                      <a:pos x="327" y="634"/>
                    </a:cxn>
                    <a:cxn ang="0">
                      <a:pos x="385" y="677"/>
                    </a:cxn>
                    <a:cxn ang="0">
                      <a:pos x="465" y="738"/>
                    </a:cxn>
                    <a:cxn ang="0">
                      <a:pos x="468" y="806"/>
                    </a:cxn>
                    <a:cxn ang="0">
                      <a:pos x="503" y="873"/>
                    </a:cxn>
                    <a:cxn ang="0">
                      <a:pos x="550" y="943"/>
                    </a:cxn>
                    <a:cxn ang="0">
                      <a:pos x="620" y="1190"/>
                    </a:cxn>
                  </a:cxnLst>
                  <a:rect l="0" t="0" r="r" b="b"/>
                  <a:pathLst>
                    <a:path w="804" h="1190">
                      <a:moveTo>
                        <a:pt x="620" y="1190"/>
                      </a:moveTo>
                      <a:lnTo>
                        <a:pt x="634" y="1190"/>
                      </a:lnTo>
                      <a:lnTo>
                        <a:pt x="618" y="1172"/>
                      </a:lnTo>
                      <a:lnTo>
                        <a:pt x="596" y="1162"/>
                      </a:lnTo>
                      <a:lnTo>
                        <a:pt x="599" y="1147"/>
                      </a:lnTo>
                      <a:lnTo>
                        <a:pt x="618" y="1132"/>
                      </a:lnTo>
                      <a:lnTo>
                        <a:pt x="622" y="1120"/>
                      </a:lnTo>
                      <a:lnTo>
                        <a:pt x="596" y="1109"/>
                      </a:lnTo>
                      <a:lnTo>
                        <a:pt x="596" y="1057"/>
                      </a:lnTo>
                      <a:lnTo>
                        <a:pt x="632" y="1023"/>
                      </a:lnTo>
                      <a:lnTo>
                        <a:pt x="644" y="1021"/>
                      </a:lnTo>
                      <a:lnTo>
                        <a:pt x="628" y="1002"/>
                      </a:lnTo>
                      <a:lnTo>
                        <a:pt x="669" y="998"/>
                      </a:lnTo>
                      <a:lnTo>
                        <a:pt x="728" y="953"/>
                      </a:lnTo>
                      <a:lnTo>
                        <a:pt x="728" y="918"/>
                      </a:lnTo>
                      <a:lnTo>
                        <a:pt x="765" y="917"/>
                      </a:lnTo>
                      <a:lnTo>
                        <a:pt x="763" y="849"/>
                      </a:lnTo>
                      <a:lnTo>
                        <a:pt x="783" y="840"/>
                      </a:lnTo>
                      <a:lnTo>
                        <a:pt x="804" y="818"/>
                      </a:lnTo>
                      <a:lnTo>
                        <a:pt x="804" y="792"/>
                      </a:lnTo>
                      <a:lnTo>
                        <a:pt x="738" y="789"/>
                      </a:lnTo>
                      <a:lnTo>
                        <a:pt x="685" y="739"/>
                      </a:lnTo>
                      <a:lnTo>
                        <a:pt x="657" y="728"/>
                      </a:lnTo>
                      <a:lnTo>
                        <a:pt x="637" y="728"/>
                      </a:lnTo>
                      <a:lnTo>
                        <a:pt x="608" y="702"/>
                      </a:lnTo>
                      <a:lnTo>
                        <a:pt x="599" y="703"/>
                      </a:lnTo>
                      <a:lnTo>
                        <a:pt x="581" y="687"/>
                      </a:lnTo>
                      <a:lnTo>
                        <a:pt x="538" y="685"/>
                      </a:lnTo>
                      <a:lnTo>
                        <a:pt x="538" y="664"/>
                      </a:lnTo>
                      <a:lnTo>
                        <a:pt x="509" y="661"/>
                      </a:lnTo>
                      <a:lnTo>
                        <a:pt x="491" y="669"/>
                      </a:lnTo>
                      <a:lnTo>
                        <a:pt x="479" y="685"/>
                      </a:lnTo>
                      <a:lnTo>
                        <a:pt x="454" y="683"/>
                      </a:lnTo>
                      <a:lnTo>
                        <a:pt x="426" y="683"/>
                      </a:lnTo>
                      <a:lnTo>
                        <a:pt x="417" y="687"/>
                      </a:lnTo>
                      <a:lnTo>
                        <a:pt x="407" y="677"/>
                      </a:lnTo>
                      <a:lnTo>
                        <a:pt x="405" y="635"/>
                      </a:lnTo>
                      <a:lnTo>
                        <a:pt x="387" y="634"/>
                      </a:lnTo>
                      <a:lnTo>
                        <a:pt x="385" y="623"/>
                      </a:lnTo>
                      <a:lnTo>
                        <a:pt x="407" y="606"/>
                      </a:lnTo>
                      <a:lnTo>
                        <a:pt x="407" y="589"/>
                      </a:lnTo>
                      <a:lnTo>
                        <a:pt x="381" y="587"/>
                      </a:lnTo>
                      <a:lnTo>
                        <a:pt x="358" y="606"/>
                      </a:lnTo>
                      <a:lnTo>
                        <a:pt x="319" y="606"/>
                      </a:lnTo>
                      <a:lnTo>
                        <a:pt x="295" y="587"/>
                      </a:lnTo>
                      <a:lnTo>
                        <a:pt x="293" y="544"/>
                      </a:lnTo>
                      <a:lnTo>
                        <a:pt x="327" y="544"/>
                      </a:lnTo>
                      <a:lnTo>
                        <a:pt x="329" y="517"/>
                      </a:lnTo>
                      <a:lnTo>
                        <a:pt x="448" y="515"/>
                      </a:lnTo>
                      <a:lnTo>
                        <a:pt x="452" y="554"/>
                      </a:lnTo>
                      <a:lnTo>
                        <a:pt x="465" y="553"/>
                      </a:lnTo>
                      <a:lnTo>
                        <a:pt x="465" y="497"/>
                      </a:lnTo>
                      <a:lnTo>
                        <a:pt x="552" y="425"/>
                      </a:lnTo>
                      <a:lnTo>
                        <a:pt x="554" y="407"/>
                      </a:lnTo>
                      <a:lnTo>
                        <a:pt x="608" y="405"/>
                      </a:lnTo>
                      <a:lnTo>
                        <a:pt x="613" y="413"/>
                      </a:lnTo>
                      <a:lnTo>
                        <a:pt x="637" y="389"/>
                      </a:lnTo>
                      <a:lnTo>
                        <a:pt x="636" y="374"/>
                      </a:lnTo>
                      <a:lnTo>
                        <a:pt x="591" y="376"/>
                      </a:lnTo>
                      <a:lnTo>
                        <a:pt x="591" y="366"/>
                      </a:lnTo>
                      <a:lnTo>
                        <a:pt x="613" y="353"/>
                      </a:lnTo>
                      <a:lnTo>
                        <a:pt x="625" y="341"/>
                      </a:lnTo>
                      <a:lnTo>
                        <a:pt x="698" y="343"/>
                      </a:lnTo>
                      <a:lnTo>
                        <a:pt x="698" y="321"/>
                      </a:lnTo>
                      <a:lnTo>
                        <a:pt x="679" y="304"/>
                      </a:lnTo>
                      <a:lnTo>
                        <a:pt x="677" y="259"/>
                      </a:lnTo>
                      <a:lnTo>
                        <a:pt x="622" y="259"/>
                      </a:lnTo>
                      <a:lnTo>
                        <a:pt x="591" y="233"/>
                      </a:lnTo>
                      <a:lnTo>
                        <a:pt x="565" y="258"/>
                      </a:lnTo>
                      <a:lnTo>
                        <a:pt x="562" y="290"/>
                      </a:lnTo>
                      <a:lnTo>
                        <a:pt x="509" y="292"/>
                      </a:lnTo>
                      <a:lnTo>
                        <a:pt x="491" y="276"/>
                      </a:lnTo>
                      <a:lnTo>
                        <a:pt x="462" y="278"/>
                      </a:lnTo>
                      <a:lnTo>
                        <a:pt x="460" y="233"/>
                      </a:lnTo>
                      <a:lnTo>
                        <a:pt x="491" y="203"/>
                      </a:lnTo>
                      <a:lnTo>
                        <a:pt x="532" y="201"/>
                      </a:lnTo>
                      <a:lnTo>
                        <a:pt x="544" y="196"/>
                      </a:lnTo>
                      <a:lnTo>
                        <a:pt x="585" y="162"/>
                      </a:lnTo>
                      <a:lnTo>
                        <a:pt x="585" y="141"/>
                      </a:lnTo>
                      <a:lnTo>
                        <a:pt x="546" y="139"/>
                      </a:lnTo>
                      <a:lnTo>
                        <a:pt x="544" y="110"/>
                      </a:lnTo>
                      <a:lnTo>
                        <a:pt x="523" y="110"/>
                      </a:lnTo>
                      <a:lnTo>
                        <a:pt x="526" y="149"/>
                      </a:lnTo>
                      <a:lnTo>
                        <a:pt x="511" y="159"/>
                      </a:lnTo>
                      <a:lnTo>
                        <a:pt x="426" y="162"/>
                      </a:lnTo>
                      <a:lnTo>
                        <a:pt x="334" y="83"/>
                      </a:lnTo>
                      <a:lnTo>
                        <a:pt x="334" y="65"/>
                      </a:lnTo>
                      <a:lnTo>
                        <a:pt x="272" y="61"/>
                      </a:lnTo>
                      <a:lnTo>
                        <a:pt x="250" y="75"/>
                      </a:lnTo>
                      <a:lnTo>
                        <a:pt x="184" y="16"/>
                      </a:lnTo>
                      <a:lnTo>
                        <a:pt x="172" y="15"/>
                      </a:lnTo>
                      <a:lnTo>
                        <a:pt x="158" y="0"/>
                      </a:lnTo>
                      <a:lnTo>
                        <a:pt x="136" y="0"/>
                      </a:lnTo>
                      <a:lnTo>
                        <a:pt x="117" y="15"/>
                      </a:lnTo>
                      <a:lnTo>
                        <a:pt x="63" y="16"/>
                      </a:lnTo>
                      <a:lnTo>
                        <a:pt x="63" y="51"/>
                      </a:lnTo>
                      <a:lnTo>
                        <a:pt x="8" y="98"/>
                      </a:lnTo>
                      <a:lnTo>
                        <a:pt x="8" y="141"/>
                      </a:lnTo>
                      <a:lnTo>
                        <a:pt x="27" y="159"/>
                      </a:lnTo>
                      <a:lnTo>
                        <a:pt x="0" y="186"/>
                      </a:lnTo>
                      <a:lnTo>
                        <a:pt x="8" y="191"/>
                      </a:lnTo>
                      <a:lnTo>
                        <a:pt x="53" y="153"/>
                      </a:lnTo>
                      <a:lnTo>
                        <a:pt x="127" y="151"/>
                      </a:lnTo>
                      <a:lnTo>
                        <a:pt x="131" y="170"/>
                      </a:lnTo>
                      <a:lnTo>
                        <a:pt x="170" y="170"/>
                      </a:lnTo>
                      <a:lnTo>
                        <a:pt x="170" y="232"/>
                      </a:lnTo>
                      <a:lnTo>
                        <a:pt x="194" y="253"/>
                      </a:lnTo>
                      <a:lnTo>
                        <a:pt x="192" y="339"/>
                      </a:lnTo>
                      <a:lnTo>
                        <a:pt x="158" y="368"/>
                      </a:lnTo>
                      <a:lnTo>
                        <a:pt x="162" y="439"/>
                      </a:lnTo>
                      <a:lnTo>
                        <a:pt x="176" y="454"/>
                      </a:lnTo>
                      <a:lnTo>
                        <a:pt x="176" y="517"/>
                      </a:lnTo>
                      <a:lnTo>
                        <a:pt x="197" y="534"/>
                      </a:lnTo>
                      <a:lnTo>
                        <a:pt x="199" y="493"/>
                      </a:lnTo>
                      <a:lnTo>
                        <a:pt x="223" y="512"/>
                      </a:lnTo>
                      <a:lnTo>
                        <a:pt x="225" y="563"/>
                      </a:lnTo>
                      <a:lnTo>
                        <a:pt x="270" y="608"/>
                      </a:lnTo>
                      <a:lnTo>
                        <a:pt x="278" y="606"/>
                      </a:lnTo>
                      <a:lnTo>
                        <a:pt x="303" y="631"/>
                      </a:lnTo>
                      <a:lnTo>
                        <a:pt x="327" y="634"/>
                      </a:lnTo>
                      <a:lnTo>
                        <a:pt x="337" y="640"/>
                      </a:lnTo>
                      <a:lnTo>
                        <a:pt x="383" y="645"/>
                      </a:lnTo>
                      <a:lnTo>
                        <a:pt x="385" y="677"/>
                      </a:lnTo>
                      <a:lnTo>
                        <a:pt x="407" y="691"/>
                      </a:lnTo>
                      <a:lnTo>
                        <a:pt x="463" y="697"/>
                      </a:lnTo>
                      <a:lnTo>
                        <a:pt x="465" y="738"/>
                      </a:lnTo>
                      <a:lnTo>
                        <a:pt x="450" y="746"/>
                      </a:lnTo>
                      <a:lnTo>
                        <a:pt x="424" y="769"/>
                      </a:lnTo>
                      <a:lnTo>
                        <a:pt x="468" y="806"/>
                      </a:lnTo>
                      <a:lnTo>
                        <a:pt x="482" y="808"/>
                      </a:lnTo>
                      <a:lnTo>
                        <a:pt x="479" y="855"/>
                      </a:lnTo>
                      <a:lnTo>
                        <a:pt x="503" y="873"/>
                      </a:lnTo>
                      <a:lnTo>
                        <a:pt x="524" y="890"/>
                      </a:lnTo>
                      <a:lnTo>
                        <a:pt x="526" y="922"/>
                      </a:lnTo>
                      <a:lnTo>
                        <a:pt x="550" y="943"/>
                      </a:lnTo>
                      <a:lnTo>
                        <a:pt x="552" y="1135"/>
                      </a:lnTo>
                      <a:lnTo>
                        <a:pt x="587" y="1166"/>
                      </a:lnTo>
                      <a:lnTo>
                        <a:pt x="620" y="119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6" name="Freeform 10"/>
                <p:cNvSpPr>
                  <a:spLocks/>
                </p:cNvSpPr>
                <p:nvPr userDrawn="1"/>
              </p:nvSpPr>
              <p:spPr bwMode="auto">
                <a:xfrm>
                  <a:off x="7072313" y="3178176"/>
                  <a:ext cx="2179638" cy="1611313"/>
                </a:xfrm>
                <a:custGeom>
                  <a:avLst/>
                  <a:gdLst/>
                  <a:ahLst/>
                  <a:cxnLst>
                    <a:cxn ang="0">
                      <a:pos x="1125" y="471"/>
                    </a:cxn>
                    <a:cxn ang="0">
                      <a:pos x="1145" y="382"/>
                    </a:cxn>
                    <a:cxn ang="0">
                      <a:pos x="1111" y="261"/>
                    </a:cxn>
                    <a:cxn ang="0">
                      <a:pos x="1191" y="174"/>
                    </a:cxn>
                    <a:cxn ang="0">
                      <a:pos x="1237" y="107"/>
                    </a:cxn>
                    <a:cxn ang="0">
                      <a:pos x="1237" y="220"/>
                    </a:cxn>
                    <a:cxn ang="0">
                      <a:pos x="1266" y="202"/>
                    </a:cxn>
                    <a:cxn ang="0">
                      <a:pos x="1322" y="81"/>
                    </a:cxn>
                    <a:cxn ang="0">
                      <a:pos x="1291" y="47"/>
                    </a:cxn>
                    <a:cxn ang="0">
                      <a:pos x="1341" y="41"/>
                    </a:cxn>
                    <a:cxn ang="0">
                      <a:pos x="1344" y="0"/>
                    </a:cxn>
                    <a:cxn ang="0">
                      <a:pos x="1213" y="35"/>
                    </a:cxn>
                    <a:cxn ang="0">
                      <a:pos x="1109" y="14"/>
                    </a:cxn>
                    <a:cxn ang="0">
                      <a:pos x="910" y="65"/>
                    </a:cxn>
                    <a:cxn ang="0">
                      <a:pos x="864" y="49"/>
                    </a:cxn>
                    <a:cxn ang="0">
                      <a:pos x="733" y="81"/>
                    </a:cxn>
                    <a:cxn ang="0">
                      <a:pos x="749" y="41"/>
                    </a:cxn>
                    <a:cxn ang="0">
                      <a:pos x="632" y="108"/>
                    </a:cxn>
                    <a:cxn ang="0">
                      <a:pos x="566" y="172"/>
                    </a:cxn>
                    <a:cxn ang="0">
                      <a:pos x="455" y="204"/>
                    </a:cxn>
                    <a:cxn ang="0">
                      <a:pos x="375" y="252"/>
                    </a:cxn>
                    <a:cxn ang="0">
                      <a:pos x="377" y="204"/>
                    </a:cxn>
                    <a:cxn ang="0">
                      <a:pos x="230" y="227"/>
                    </a:cxn>
                    <a:cxn ang="0">
                      <a:pos x="184" y="274"/>
                    </a:cxn>
                    <a:cxn ang="0">
                      <a:pos x="234" y="336"/>
                    </a:cxn>
                    <a:cxn ang="0">
                      <a:pos x="299" y="239"/>
                    </a:cxn>
                    <a:cxn ang="0">
                      <a:pos x="258" y="346"/>
                    </a:cxn>
                    <a:cxn ang="0">
                      <a:pos x="219" y="348"/>
                    </a:cxn>
                    <a:cxn ang="0">
                      <a:pos x="119" y="404"/>
                    </a:cxn>
                    <a:cxn ang="0">
                      <a:pos x="82" y="450"/>
                    </a:cxn>
                    <a:cxn ang="0">
                      <a:pos x="138" y="489"/>
                    </a:cxn>
                    <a:cxn ang="0">
                      <a:pos x="217" y="474"/>
                    </a:cxn>
                    <a:cxn ang="0">
                      <a:pos x="261" y="491"/>
                    </a:cxn>
                    <a:cxn ang="0">
                      <a:pos x="227" y="442"/>
                    </a:cxn>
                    <a:cxn ang="0">
                      <a:pos x="346" y="458"/>
                    </a:cxn>
                    <a:cxn ang="0">
                      <a:pos x="432" y="438"/>
                    </a:cxn>
                    <a:cxn ang="0">
                      <a:pos x="356" y="481"/>
                    </a:cxn>
                    <a:cxn ang="0">
                      <a:pos x="432" y="522"/>
                    </a:cxn>
                    <a:cxn ang="0">
                      <a:pos x="299" y="534"/>
                    </a:cxn>
                    <a:cxn ang="0">
                      <a:pos x="82" y="520"/>
                    </a:cxn>
                    <a:cxn ang="0">
                      <a:pos x="21" y="597"/>
                    </a:cxn>
                    <a:cxn ang="0">
                      <a:pos x="109" y="739"/>
                    </a:cxn>
                    <a:cxn ang="0">
                      <a:pos x="217" y="756"/>
                    </a:cxn>
                    <a:cxn ang="0">
                      <a:pos x="276" y="998"/>
                    </a:cxn>
                    <a:cxn ang="0">
                      <a:pos x="379" y="974"/>
                    </a:cxn>
                    <a:cxn ang="0">
                      <a:pos x="426" y="904"/>
                    </a:cxn>
                    <a:cxn ang="0">
                      <a:pos x="446" y="828"/>
                    </a:cxn>
                    <a:cxn ang="0">
                      <a:pos x="477" y="638"/>
                    </a:cxn>
                    <a:cxn ang="0">
                      <a:pos x="423" y="563"/>
                    </a:cxn>
                    <a:cxn ang="0">
                      <a:pos x="571" y="657"/>
                    </a:cxn>
                    <a:cxn ang="0">
                      <a:pos x="563" y="587"/>
                    </a:cxn>
                    <a:cxn ang="0">
                      <a:pos x="554" y="539"/>
                    </a:cxn>
                    <a:cxn ang="0">
                      <a:pos x="722" y="652"/>
                    </a:cxn>
                    <a:cxn ang="0">
                      <a:pos x="841" y="601"/>
                    </a:cxn>
                    <a:cxn ang="0">
                      <a:pos x="941" y="703"/>
                    </a:cxn>
                    <a:cxn ang="0">
                      <a:pos x="998" y="730"/>
                    </a:cxn>
                    <a:cxn ang="0">
                      <a:pos x="995" y="695"/>
                    </a:cxn>
                    <a:cxn ang="0">
                      <a:pos x="1027" y="650"/>
                    </a:cxn>
                    <a:cxn ang="0">
                      <a:pos x="980" y="602"/>
                    </a:cxn>
                    <a:cxn ang="0">
                      <a:pos x="1099" y="495"/>
                    </a:cxn>
                    <a:cxn ang="0">
                      <a:pos x="1062" y="444"/>
                    </a:cxn>
                    <a:cxn ang="0">
                      <a:pos x="1029" y="423"/>
                    </a:cxn>
                  </a:cxnLst>
                  <a:rect l="0" t="0" r="r" b="b"/>
                  <a:pathLst>
                    <a:path w="1373" h="1015">
                      <a:moveTo>
                        <a:pt x="1066" y="397"/>
                      </a:moveTo>
                      <a:lnTo>
                        <a:pt x="1125" y="450"/>
                      </a:lnTo>
                      <a:lnTo>
                        <a:pt x="1113" y="466"/>
                      </a:lnTo>
                      <a:lnTo>
                        <a:pt x="1125" y="471"/>
                      </a:lnTo>
                      <a:lnTo>
                        <a:pt x="1147" y="450"/>
                      </a:lnTo>
                      <a:lnTo>
                        <a:pt x="1119" y="425"/>
                      </a:lnTo>
                      <a:lnTo>
                        <a:pt x="1117" y="384"/>
                      </a:lnTo>
                      <a:lnTo>
                        <a:pt x="1145" y="382"/>
                      </a:lnTo>
                      <a:lnTo>
                        <a:pt x="1147" y="348"/>
                      </a:lnTo>
                      <a:lnTo>
                        <a:pt x="1129" y="334"/>
                      </a:lnTo>
                      <a:lnTo>
                        <a:pt x="1129" y="276"/>
                      </a:lnTo>
                      <a:lnTo>
                        <a:pt x="1111" y="261"/>
                      </a:lnTo>
                      <a:lnTo>
                        <a:pt x="1111" y="201"/>
                      </a:lnTo>
                      <a:lnTo>
                        <a:pt x="1145" y="180"/>
                      </a:lnTo>
                      <a:lnTo>
                        <a:pt x="1168" y="189"/>
                      </a:lnTo>
                      <a:lnTo>
                        <a:pt x="1191" y="174"/>
                      </a:lnTo>
                      <a:lnTo>
                        <a:pt x="1189" y="151"/>
                      </a:lnTo>
                      <a:lnTo>
                        <a:pt x="1205" y="148"/>
                      </a:lnTo>
                      <a:lnTo>
                        <a:pt x="1209" y="108"/>
                      </a:lnTo>
                      <a:lnTo>
                        <a:pt x="1237" y="107"/>
                      </a:lnTo>
                      <a:lnTo>
                        <a:pt x="1237" y="168"/>
                      </a:lnTo>
                      <a:lnTo>
                        <a:pt x="1223" y="172"/>
                      </a:lnTo>
                      <a:lnTo>
                        <a:pt x="1221" y="202"/>
                      </a:lnTo>
                      <a:lnTo>
                        <a:pt x="1237" y="220"/>
                      </a:lnTo>
                      <a:lnTo>
                        <a:pt x="1250" y="220"/>
                      </a:lnTo>
                      <a:lnTo>
                        <a:pt x="1250" y="247"/>
                      </a:lnTo>
                      <a:lnTo>
                        <a:pt x="1266" y="256"/>
                      </a:lnTo>
                      <a:lnTo>
                        <a:pt x="1266" y="202"/>
                      </a:lnTo>
                      <a:lnTo>
                        <a:pt x="1250" y="190"/>
                      </a:lnTo>
                      <a:lnTo>
                        <a:pt x="1249" y="141"/>
                      </a:lnTo>
                      <a:lnTo>
                        <a:pt x="1266" y="127"/>
                      </a:lnTo>
                      <a:lnTo>
                        <a:pt x="1322" y="81"/>
                      </a:lnTo>
                      <a:lnTo>
                        <a:pt x="1295" y="78"/>
                      </a:lnTo>
                      <a:lnTo>
                        <a:pt x="1291" y="66"/>
                      </a:lnTo>
                      <a:lnTo>
                        <a:pt x="1305" y="59"/>
                      </a:lnTo>
                      <a:lnTo>
                        <a:pt x="1291" y="47"/>
                      </a:lnTo>
                      <a:lnTo>
                        <a:pt x="1295" y="39"/>
                      </a:lnTo>
                      <a:lnTo>
                        <a:pt x="1307" y="25"/>
                      </a:lnTo>
                      <a:lnTo>
                        <a:pt x="1322" y="23"/>
                      </a:lnTo>
                      <a:lnTo>
                        <a:pt x="1341" y="41"/>
                      </a:lnTo>
                      <a:lnTo>
                        <a:pt x="1352" y="34"/>
                      </a:lnTo>
                      <a:lnTo>
                        <a:pt x="1360" y="37"/>
                      </a:lnTo>
                      <a:lnTo>
                        <a:pt x="1373" y="23"/>
                      </a:lnTo>
                      <a:lnTo>
                        <a:pt x="1344" y="0"/>
                      </a:lnTo>
                      <a:lnTo>
                        <a:pt x="1215" y="0"/>
                      </a:lnTo>
                      <a:lnTo>
                        <a:pt x="1205" y="13"/>
                      </a:lnTo>
                      <a:lnTo>
                        <a:pt x="1217" y="28"/>
                      </a:lnTo>
                      <a:lnTo>
                        <a:pt x="1213" y="35"/>
                      </a:lnTo>
                      <a:lnTo>
                        <a:pt x="1147" y="37"/>
                      </a:lnTo>
                      <a:lnTo>
                        <a:pt x="1129" y="22"/>
                      </a:lnTo>
                      <a:lnTo>
                        <a:pt x="1119" y="22"/>
                      </a:lnTo>
                      <a:lnTo>
                        <a:pt x="1109" y="14"/>
                      </a:lnTo>
                      <a:lnTo>
                        <a:pt x="1096" y="30"/>
                      </a:lnTo>
                      <a:lnTo>
                        <a:pt x="995" y="32"/>
                      </a:lnTo>
                      <a:lnTo>
                        <a:pt x="956" y="67"/>
                      </a:lnTo>
                      <a:lnTo>
                        <a:pt x="910" y="65"/>
                      </a:lnTo>
                      <a:lnTo>
                        <a:pt x="908" y="44"/>
                      </a:lnTo>
                      <a:lnTo>
                        <a:pt x="882" y="42"/>
                      </a:lnTo>
                      <a:lnTo>
                        <a:pt x="874" y="51"/>
                      </a:lnTo>
                      <a:lnTo>
                        <a:pt x="864" y="49"/>
                      </a:lnTo>
                      <a:lnTo>
                        <a:pt x="862" y="55"/>
                      </a:lnTo>
                      <a:lnTo>
                        <a:pt x="818" y="55"/>
                      </a:lnTo>
                      <a:lnTo>
                        <a:pt x="765" y="104"/>
                      </a:lnTo>
                      <a:lnTo>
                        <a:pt x="733" y="81"/>
                      </a:lnTo>
                      <a:lnTo>
                        <a:pt x="751" y="66"/>
                      </a:lnTo>
                      <a:lnTo>
                        <a:pt x="759" y="66"/>
                      </a:lnTo>
                      <a:lnTo>
                        <a:pt x="784" y="41"/>
                      </a:lnTo>
                      <a:lnTo>
                        <a:pt x="749" y="41"/>
                      </a:lnTo>
                      <a:lnTo>
                        <a:pt x="729" y="30"/>
                      </a:lnTo>
                      <a:lnTo>
                        <a:pt x="665" y="86"/>
                      </a:lnTo>
                      <a:lnTo>
                        <a:pt x="655" y="83"/>
                      </a:lnTo>
                      <a:lnTo>
                        <a:pt x="632" y="108"/>
                      </a:lnTo>
                      <a:lnTo>
                        <a:pt x="630" y="143"/>
                      </a:lnTo>
                      <a:lnTo>
                        <a:pt x="569" y="145"/>
                      </a:lnTo>
                      <a:lnTo>
                        <a:pt x="554" y="160"/>
                      </a:lnTo>
                      <a:lnTo>
                        <a:pt x="566" y="172"/>
                      </a:lnTo>
                      <a:lnTo>
                        <a:pt x="563" y="178"/>
                      </a:lnTo>
                      <a:lnTo>
                        <a:pt x="528" y="180"/>
                      </a:lnTo>
                      <a:lnTo>
                        <a:pt x="501" y="199"/>
                      </a:lnTo>
                      <a:lnTo>
                        <a:pt x="455" y="204"/>
                      </a:lnTo>
                      <a:lnTo>
                        <a:pt x="452" y="227"/>
                      </a:lnTo>
                      <a:lnTo>
                        <a:pt x="421" y="227"/>
                      </a:lnTo>
                      <a:lnTo>
                        <a:pt x="389" y="254"/>
                      </a:lnTo>
                      <a:lnTo>
                        <a:pt x="375" y="252"/>
                      </a:lnTo>
                      <a:lnTo>
                        <a:pt x="348" y="229"/>
                      </a:lnTo>
                      <a:lnTo>
                        <a:pt x="372" y="225"/>
                      </a:lnTo>
                      <a:lnTo>
                        <a:pt x="385" y="215"/>
                      </a:lnTo>
                      <a:lnTo>
                        <a:pt x="377" y="204"/>
                      </a:lnTo>
                      <a:lnTo>
                        <a:pt x="342" y="208"/>
                      </a:lnTo>
                      <a:lnTo>
                        <a:pt x="326" y="190"/>
                      </a:lnTo>
                      <a:lnTo>
                        <a:pt x="270" y="190"/>
                      </a:lnTo>
                      <a:lnTo>
                        <a:pt x="230" y="227"/>
                      </a:lnTo>
                      <a:lnTo>
                        <a:pt x="229" y="230"/>
                      </a:lnTo>
                      <a:lnTo>
                        <a:pt x="203" y="252"/>
                      </a:lnTo>
                      <a:lnTo>
                        <a:pt x="203" y="272"/>
                      </a:lnTo>
                      <a:lnTo>
                        <a:pt x="184" y="274"/>
                      </a:lnTo>
                      <a:lnTo>
                        <a:pt x="179" y="313"/>
                      </a:lnTo>
                      <a:lnTo>
                        <a:pt x="207" y="317"/>
                      </a:lnTo>
                      <a:lnTo>
                        <a:pt x="217" y="319"/>
                      </a:lnTo>
                      <a:lnTo>
                        <a:pt x="234" y="336"/>
                      </a:lnTo>
                      <a:lnTo>
                        <a:pt x="250" y="323"/>
                      </a:lnTo>
                      <a:lnTo>
                        <a:pt x="248" y="271"/>
                      </a:lnTo>
                      <a:lnTo>
                        <a:pt x="291" y="239"/>
                      </a:lnTo>
                      <a:lnTo>
                        <a:pt x="299" y="239"/>
                      </a:lnTo>
                      <a:lnTo>
                        <a:pt x="317" y="251"/>
                      </a:lnTo>
                      <a:lnTo>
                        <a:pt x="293" y="272"/>
                      </a:lnTo>
                      <a:lnTo>
                        <a:pt x="293" y="346"/>
                      </a:lnTo>
                      <a:lnTo>
                        <a:pt x="258" y="346"/>
                      </a:lnTo>
                      <a:lnTo>
                        <a:pt x="237" y="370"/>
                      </a:lnTo>
                      <a:lnTo>
                        <a:pt x="226" y="370"/>
                      </a:lnTo>
                      <a:lnTo>
                        <a:pt x="223" y="348"/>
                      </a:lnTo>
                      <a:lnTo>
                        <a:pt x="219" y="348"/>
                      </a:lnTo>
                      <a:lnTo>
                        <a:pt x="216" y="371"/>
                      </a:lnTo>
                      <a:lnTo>
                        <a:pt x="186" y="372"/>
                      </a:lnTo>
                      <a:lnTo>
                        <a:pt x="152" y="401"/>
                      </a:lnTo>
                      <a:lnTo>
                        <a:pt x="119" y="404"/>
                      </a:lnTo>
                      <a:lnTo>
                        <a:pt x="135" y="417"/>
                      </a:lnTo>
                      <a:lnTo>
                        <a:pt x="128" y="430"/>
                      </a:lnTo>
                      <a:lnTo>
                        <a:pt x="133" y="448"/>
                      </a:lnTo>
                      <a:lnTo>
                        <a:pt x="82" y="450"/>
                      </a:lnTo>
                      <a:lnTo>
                        <a:pt x="77" y="483"/>
                      </a:lnTo>
                      <a:lnTo>
                        <a:pt x="92" y="493"/>
                      </a:lnTo>
                      <a:lnTo>
                        <a:pt x="107" y="495"/>
                      </a:lnTo>
                      <a:lnTo>
                        <a:pt x="138" y="489"/>
                      </a:lnTo>
                      <a:lnTo>
                        <a:pt x="137" y="474"/>
                      </a:lnTo>
                      <a:lnTo>
                        <a:pt x="164" y="452"/>
                      </a:lnTo>
                      <a:lnTo>
                        <a:pt x="201" y="452"/>
                      </a:lnTo>
                      <a:lnTo>
                        <a:pt x="217" y="474"/>
                      </a:lnTo>
                      <a:lnTo>
                        <a:pt x="237" y="474"/>
                      </a:lnTo>
                      <a:lnTo>
                        <a:pt x="250" y="488"/>
                      </a:lnTo>
                      <a:lnTo>
                        <a:pt x="246" y="501"/>
                      </a:lnTo>
                      <a:lnTo>
                        <a:pt x="261" y="491"/>
                      </a:lnTo>
                      <a:lnTo>
                        <a:pt x="259" y="480"/>
                      </a:lnTo>
                      <a:lnTo>
                        <a:pt x="269" y="481"/>
                      </a:lnTo>
                      <a:lnTo>
                        <a:pt x="239" y="454"/>
                      </a:lnTo>
                      <a:lnTo>
                        <a:pt x="227" y="442"/>
                      </a:lnTo>
                      <a:lnTo>
                        <a:pt x="230" y="430"/>
                      </a:lnTo>
                      <a:lnTo>
                        <a:pt x="240" y="430"/>
                      </a:lnTo>
                      <a:lnTo>
                        <a:pt x="309" y="486"/>
                      </a:lnTo>
                      <a:lnTo>
                        <a:pt x="346" y="458"/>
                      </a:lnTo>
                      <a:lnTo>
                        <a:pt x="344" y="444"/>
                      </a:lnTo>
                      <a:lnTo>
                        <a:pt x="382" y="411"/>
                      </a:lnTo>
                      <a:lnTo>
                        <a:pt x="387" y="437"/>
                      </a:lnTo>
                      <a:lnTo>
                        <a:pt x="432" y="438"/>
                      </a:lnTo>
                      <a:lnTo>
                        <a:pt x="453" y="457"/>
                      </a:lnTo>
                      <a:lnTo>
                        <a:pt x="453" y="466"/>
                      </a:lnTo>
                      <a:lnTo>
                        <a:pt x="372" y="469"/>
                      </a:lnTo>
                      <a:lnTo>
                        <a:pt x="356" y="481"/>
                      </a:lnTo>
                      <a:lnTo>
                        <a:pt x="370" y="498"/>
                      </a:lnTo>
                      <a:lnTo>
                        <a:pt x="421" y="497"/>
                      </a:lnTo>
                      <a:lnTo>
                        <a:pt x="442" y="517"/>
                      </a:lnTo>
                      <a:lnTo>
                        <a:pt x="432" y="522"/>
                      </a:lnTo>
                      <a:lnTo>
                        <a:pt x="411" y="546"/>
                      </a:lnTo>
                      <a:lnTo>
                        <a:pt x="346" y="544"/>
                      </a:lnTo>
                      <a:lnTo>
                        <a:pt x="338" y="534"/>
                      </a:lnTo>
                      <a:lnTo>
                        <a:pt x="299" y="534"/>
                      </a:lnTo>
                      <a:lnTo>
                        <a:pt x="293" y="544"/>
                      </a:lnTo>
                      <a:lnTo>
                        <a:pt x="240" y="546"/>
                      </a:lnTo>
                      <a:lnTo>
                        <a:pt x="211" y="519"/>
                      </a:lnTo>
                      <a:lnTo>
                        <a:pt x="82" y="520"/>
                      </a:lnTo>
                      <a:lnTo>
                        <a:pt x="55" y="544"/>
                      </a:lnTo>
                      <a:lnTo>
                        <a:pt x="55" y="585"/>
                      </a:lnTo>
                      <a:lnTo>
                        <a:pt x="27" y="604"/>
                      </a:lnTo>
                      <a:lnTo>
                        <a:pt x="21" y="597"/>
                      </a:lnTo>
                      <a:lnTo>
                        <a:pt x="7" y="619"/>
                      </a:lnTo>
                      <a:lnTo>
                        <a:pt x="0" y="673"/>
                      </a:lnTo>
                      <a:lnTo>
                        <a:pt x="82" y="737"/>
                      </a:lnTo>
                      <a:lnTo>
                        <a:pt x="109" y="739"/>
                      </a:lnTo>
                      <a:lnTo>
                        <a:pt x="131" y="726"/>
                      </a:lnTo>
                      <a:lnTo>
                        <a:pt x="207" y="726"/>
                      </a:lnTo>
                      <a:lnTo>
                        <a:pt x="219" y="732"/>
                      </a:lnTo>
                      <a:lnTo>
                        <a:pt x="217" y="756"/>
                      </a:lnTo>
                      <a:lnTo>
                        <a:pt x="244" y="787"/>
                      </a:lnTo>
                      <a:lnTo>
                        <a:pt x="246" y="889"/>
                      </a:lnTo>
                      <a:lnTo>
                        <a:pt x="276" y="916"/>
                      </a:lnTo>
                      <a:lnTo>
                        <a:pt x="276" y="998"/>
                      </a:lnTo>
                      <a:lnTo>
                        <a:pt x="299" y="1015"/>
                      </a:lnTo>
                      <a:lnTo>
                        <a:pt x="312" y="1005"/>
                      </a:lnTo>
                      <a:lnTo>
                        <a:pt x="344" y="1005"/>
                      </a:lnTo>
                      <a:lnTo>
                        <a:pt x="379" y="974"/>
                      </a:lnTo>
                      <a:lnTo>
                        <a:pt x="397" y="973"/>
                      </a:lnTo>
                      <a:lnTo>
                        <a:pt x="399" y="943"/>
                      </a:lnTo>
                      <a:lnTo>
                        <a:pt x="428" y="941"/>
                      </a:lnTo>
                      <a:lnTo>
                        <a:pt x="426" y="904"/>
                      </a:lnTo>
                      <a:lnTo>
                        <a:pt x="438" y="906"/>
                      </a:lnTo>
                      <a:lnTo>
                        <a:pt x="463" y="882"/>
                      </a:lnTo>
                      <a:lnTo>
                        <a:pt x="465" y="843"/>
                      </a:lnTo>
                      <a:lnTo>
                        <a:pt x="446" y="828"/>
                      </a:lnTo>
                      <a:lnTo>
                        <a:pt x="448" y="790"/>
                      </a:lnTo>
                      <a:lnTo>
                        <a:pt x="557" y="689"/>
                      </a:lnTo>
                      <a:lnTo>
                        <a:pt x="481" y="689"/>
                      </a:lnTo>
                      <a:lnTo>
                        <a:pt x="477" y="638"/>
                      </a:lnTo>
                      <a:lnTo>
                        <a:pt x="467" y="626"/>
                      </a:lnTo>
                      <a:lnTo>
                        <a:pt x="457" y="630"/>
                      </a:lnTo>
                      <a:lnTo>
                        <a:pt x="391" y="566"/>
                      </a:lnTo>
                      <a:lnTo>
                        <a:pt x="423" y="563"/>
                      </a:lnTo>
                      <a:lnTo>
                        <a:pt x="463" y="599"/>
                      </a:lnTo>
                      <a:lnTo>
                        <a:pt x="513" y="638"/>
                      </a:lnTo>
                      <a:lnTo>
                        <a:pt x="515" y="657"/>
                      </a:lnTo>
                      <a:lnTo>
                        <a:pt x="571" y="657"/>
                      </a:lnTo>
                      <a:lnTo>
                        <a:pt x="569" y="642"/>
                      </a:lnTo>
                      <a:lnTo>
                        <a:pt x="620" y="597"/>
                      </a:lnTo>
                      <a:lnTo>
                        <a:pt x="575" y="593"/>
                      </a:lnTo>
                      <a:lnTo>
                        <a:pt x="563" y="587"/>
                      </a:lnTo>
                      <a:lnTo>
                        <a:pt x="554" y="587"/>
                      </a:lnTo>
                      <a:lnTo>
                        <a:pt x="515" y="551"/>
                      </a:lnTo>
                      <a:lnTo>
                        <a:pt x="532" y="532"/>
                      </a:lnTo>
                      <a:lnTo>
                        <a:pt x="554" y="539"/>
                      </a:lnTo>
                      <a:lnTo>
                        <a:pt x="585" y="568"/>
                      </a:lnTo>
                      <a:lnTo>
                        <a:pt x="688" y="568"/>
                      </a:lnTo>
                      <a:lnTo>
                        <a:pt x="718" y="595"/>
                      </a:lnTo>
                      <a:lnTo>
                        <a:pt x="722" y="652"/>
                      </a:lnTo>
                      <a:lnTo>
                        <a:pt x="769" y="687"/>
                      </a:lnTo>
                      <a:lnTo>
                        <a:pt x="804" y="662"/>
                      </a:lnTo>
                      <a:lnTo>
                        <a:pt x="802" y="634"/>
                      </a:lnTo>
                      <a:lnTo>
                        <a:pt x="841" y="601"/>
                      </a:lnTo>
                      <a:lnTo>
                        <a:pt x="872" y="601"/>
                      </a:lnTo>
                      <a:lnTo>
                        <a:pt x="908" y="630"/>
                      </a:lnTo>
                      <a:lnTo>
                        <a:pt x="941" y="632"/>
                      </a:lnTo>
                      <a:lnTo>
                        <a:pt x="941" y="703"/>
                      </a:lnTo>
                      <a:lnTo>
                        <a:pt x="973" y="728"/>
                      </a:lnTo>
                      <a:lnTo>
                        <a:pt x="980" y="726"/>
                      </a:lnTo>
                      <a:lnTo>
                        <a:pt x="992" y="736"/>
                      </a:lnTo>
                      <a:lnTo>
                        <a:pt x="998" y="730"/>
                      </a:lnTo>
                      <a:lnTo>
                        <a:pt x="954" y="693"/>
                      </a:lnTo>
                      <a:lnTo>
                        <a:pt x="954" y="664"/>
                      </a:lnTo>
                      <a:lnTo>
                        <a:pt x="961" y="664"/>
                      </a:lnTo>
                      <a:lnTo>
                        <a:pt x="995" y="695"/>
                      </a:lnTo>
                      <a:lnTo>
                        <a:pt x="1005" y="693"/>
                      </a:lnTo>
                      <a:lnTo>
                        <a:pt x="1017" y="685"/>
                      </a:lnTo>
                      <a:lnTo>
                        <a:pt x="1029" y="685"/>
                      </a:lnTo>
                      <a:lnTo>
                        <a:pt x="1027" y="650"/>
                      </a:lnTo>
                      <a:lnTo>
                        <a:pt x="1004" y="626"/>
                      </a:lnTo>
                      <a:lnTo>
                        <a:pt x="998" y="626"/>
                      </a:lnTo>
                      <a:lnTo>
                        <a:pt x="984" y="612"/>
                      </a:lnTo>
                      <a:lnTo>
                        <a:pt x="980" y="602"/>
                      </a:lnTo>
                      <a:lnTo>
                        <a:pt x="1007" y="580"/>
                      </a:lnTo>
                      <a:lnTo>
                        <a:pt x="1053" y="579"/>
                      </a:lnTo>
                      <a:lnTo>
                        <a:pt x="1099" y="530"/>
                      </a:lnTo>
                      <a:lnTo>
                        <a:pt x="1099" y="495"/>
                      </a:lnTo>
                      <a:lnTo>
                        <a:pt x="1086" y="481"/>
                      </a:lnTo>
                      <a:lnTo>
                        <a:pt x="1058" y="460"/>
                      </a:lnTo>
                      <a:lnTo>
                        <a:pt x="1068" y="448"/>
                      </a:lnTo>
                      <a:lnTo>
                        <a:pt x="1062" y="444"/>
                      </a:lnTo>
                      <a:lnTo>
                        <a:pt x="1055" y="450"/>
                      </a:lnTo>
                      <a:lnTo>
                        <a:pt x="1037" y="435"/>
                      </a:lnTo>
                      <a:lnTo>
                        <a:pt x="1031" y="435"/>
                      </a:lnTo>
                      <a:lnTo>
                        <a:pt x="1029" y="423"/>
                      </a:lnTo>
                      <a:lnTo>
                        <a:pt x="1066" y="397"/>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7" name="Freeform 12"/>
                <p:cNvSpPr>
                  <a:spLocks/>
                </p:cNvSpPr>
                <p:nvPr userDrawn="1"/>
              </p:nvSpPr>
              <p:spPr bwMode="auto">
                <a:xfrm>
                  <a:off x="8747126" y="4297363"/>
                  <a:ext cx="101600" cy="130175"/>
                </a:xfrm>
                <a:custGeom>
                  <a:avLst/>
                  <a:gdLst/>
                  <a:ahLst/>
                  <a:cxnLst>
                    <a:cxn ang="0">
                      <a:pos x="0" y="45"/>
                    </a:cxn>
                    <a:cxn ang="0">
                      <a:pos x="27" y="44"/>
                    </a:cxn>
                    <a:cxn ang="0">
                      <a:pos x="31" y="0"/>
                    </a:cxn>
                    <a:cxn ang="0">
                      <a:pos x="62" y="0"/>
                    </a:cxn>
                    <a:cxn ang="0">
                      <a:pos x="64" y="28"/>
                    </a:cxn>
                    <a:cxn ang="0">
                      <a:pos x="51" y="38"/>
                    </a:cxn>
                    <a:cxn ang="0">
                      <a:pos x="52" y="47"/>
                    </a:cxn>
                    <a:cxn ang="0">
                      <a:pos x="60" y="47"/>
                    </a:cxn>
                    <a:cxn ang="0">
                      <a:pos x="27" y="80"/>
                    </a:cxn>
                    <a:cxn ang="0">
                      <a:pos x="0" y="82"/>
                    </a:cxn>
                    <a:cxn ang="0">
                      <a:pos x="0" y="45"/>
                    </a:cxn>
                  </a:cxnLst>
                  <a:rect l="0" t="0" r="r" b="b"/>
                  <a:pathLst>
                    <a:path w="64" h="82">
                      <a:moveTo>
                        <a:pt x="0" y="45"/>
                      </a:moveTo>
                      <a:lnTo>
                        <a:pt x="27" y="44"/>
                      </a:lnTo>
                      <a:lnTo>
                        <a:pt x="31" y="0"/>
                      </a:lnTo>
                      <a:lnTo>
                        <a:pt x="62" y="0"/>
                      </a:lnTo>
                      <a:lnTo>
                        <a:pt x="64" y="28"/>
                      </a:lnTo>
                      <a:lnTo>
                        <a:pt x="51" y="38"/>
                      </a:lnTo>
                      <a:lnTo>
                        <a:pt x="52" y="47"/>
                      </a:lnTo>
                      <a:lnTo>
                        <a:pt x="60" y="47"/>
                      </a:lnTo>
                      <a:lnTo>
                        <a:pt x="27" y="80"/>
                      </a:lnTo>
                      <a:lnTo>
                        <a:pt x="0" y="82"/>
                      </a:lnTo>
                      <a:lnTo>
                        <a:pt x="0" y="45"/>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Freeform 13"/>
                <p:cNvSpPr>
                  <a:spLocks/>
                </p:cNvSpPr>
                <p:nvPr userDrawn="1"/>
              </p:nvSpPr>
              <p:spPr bwMode="auto">
                <a:xfrm>
                  <a:off x="8537576" y="4337051"/>
                  <a:ext cx="220663" cy="206375"/>
                </a:xfrm>
                <a:custGeom>
                  <a:avLst/>
                  <a:gdLst/>
                  <a:ahLst/>
                  <a:cxnLst>
                    <a:cxn ang="0">
                      <a:pos x="0" y="0"/>
                    </a:cxn>
                    <a:cxn ang="0">
                      <a:pos x="70" y="63"/>
                    </a:cxn>
                    <a:cxn ang="0">
                      <a:pos x="69" y="90"/>
                    </a:cxn>
                    <a:cxn ang="0">
                      <a:pos x="111" y="92"/>
                    </a:cxn>
                    <a:cxn ang="0">
                      <a:pos x="139" y="119"/>
                    </a:cxn>
                    <a:cxn ang="0">
                      <a:pos x="134" y="130"/>
                    </a:cxn>
                    <a:cxn ang="0">
                      <a:pos x="111" y="110"/>
                    </a:cxn>
                    <a:cxn ang="0">
                      <a:pos x="69" y="109"/>
                    </a:cxn>
                    <a:cxn ang="0">
                      <a:pos x="26" y="69"/>
                    </a:cxn>
                    <a:cxn ang="0">
                      <a:pos x="24" y="48"/>
                    </a:cxn>
                    <a:cxn ang="0">
                      <a:pos x="0" y="24"/>
                    </a:cxn>
                    <a:cxn ang="0">
                      <a:pos x="0" y="0"/>
                    </a:cxn>
                  </a:cxnLst>
                  <a:rect l="0" t="0" r="r" b="b"/>
                  <a:pathLst>
                    <a:path w="139" h="130">
                      <a:moveTo>
                        <a:pt x="0" y="0"/>
                      </a:moveTo>
                      <a:lnTo>
                        <a:pt x="70" y="63"/>
                      </a:lnTo>
                      <a:lnTo>
                        <a:pt x="69" y="90"/>
                      </a:lnTo>
                      <a:lnTo>
                        <a:pt x="111" y="92"/>
                      </a:lnTo>
                      <a:lnTo>
                        <a:pt x="139" y="119"/>
                      </a:lnTo>
                      <a:lnTo>
                        <a:pt x="134" y="130"/>
                      </a:lnTo>
                      <a:lnTo>
                        <a:pt x="111" y="110"/>
                      </a:lnTo>
                      <a:lnTo>
                        <a:pt x="69" y="109"/>
                      </a:lnTo>
                      <a:lnTo>
                        <a:pt x="26" y="69"/>
                      </a:lnTo>
                      <a:lnTo>
                        <a:pt x="24" y="48"/>
                      </a:lnTo>
                      <a:lnTo>
                        <a:pt x="0" y="24"/>
                      </a:lnTo>
                      <a:lnTo>
                        <a:pt x="0" y="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Freeform 14"/>
                <p:cNvSpPr>
                  <a:spLocks/>
                </p:cNvSpPr>
                <p:nvPr userDrawn="1"/>
              </p:nvSpPr>
              <p:spPr bwMode="auto">
                <a:xfrm>
                  <a:off x="9028113" y="4403726"/>
                  <a:ext cx="198438" cy="130175"/>
                </a:xfrm>
                <a:custGeom>
                  <a:avLst/>
                  <a:gdLst/>
                  <a:ahLst/>
                  <a:cxnLst>
                    <a:cxn ang="0">
                      <a:pos x="2" y="2"/>
                    </a:cxn>
                    <a:cxn ang="0">
                      <a:pos x="21" y="0"/>
                    </a:cxn>
                    <a:cxn ang="0">
                      <a:pos x="22" y="19"/>
                    </a:cxn>
                    <a:cxn ang="0">
                      <a:pos x="58" y="19"/>
                    </a:cxn>
                    <a:cxn ang="0">
                      <a:pos x="69" y="12"/>
                    </a:cxn>
                    <a:cxn ang="0">
                      <a:pos x="125" y="60"/>
                    </a:cxn>
                    <a:cxn ang="0">
                      <a:pos x="118" y="82"/>
                    </a:cxn>
                    <a:cxn ang="0">
                      <a:pos x="92" y="57"/>
                    </a:cxn>
                    <a:cxn ang="0">
                      <a:pos x="75" y="72"/>
                    </a:cxn>
                    <a:cxn ang="0">
                      <a:pos x="50" y="48"/>
                    </a:cxn>
                    <a:cxn ang="0">
                      <a:pos x="51" y="35"/>
                    </a:cxn>
                    <a:cxn ang="0">
                      <a:pos x="37" y="37"/>
                    </a:cxn>
                    <a:cxn ang="0">
                      <a:pos x="0" y="13"/>
                    </a:cxn>
                    <a:cxn ang="0">
                      <a:pos x="2" y="2"/>
                    </a:cxn>
                  </a:cxnLst>
                  <a:rect l="0" t="0" r="r" b="b"/>
                  <a:pathLst>
                    <a:path w="125" h="82">
                      <a:moveTo>
                        <a:pt x="2" y="2"/>
                      </a:moveTo>
                      <a:lnTo>
                        <a:pt x="21" y="0"/>
                      </a:lnTo>
                      <a:lnTo>
                        <a:pt x="22" y="19"/>
                      </a:lnTo>
                      <a:lnTo>
                        <a:pt x="58" y="19"/>
                      </a:lnTo>
                      <a:lnTo>
                        <a:pt x="69" y="12"/>
                      </a:lnTo>
                      <a:lnTo>
                        <a:pt x="125" y="60"/>
                      </a:lnTo>
                      <a:lnTo>
                        <a:pt x="118" y="82"/>
                      </a:lnTo>
                      <a:lnTo>
                        <a:pt x="92" y="57"/>
                      </a:lnTo>
                      <a:lnTo>
                        <a:pt x="75" y="72"/>
                      </a:lnTo>
                      <a:lnTo>
                        <a:pt x="50" y="48"/>
                      </a:lnTo>
                      <a:lnTo>
                        <a:pt x="51" y="35"/>
                      </a:lnTo>
                      <a:lnTo>
                        <a:pt x="37" y="37"/>
                      </a:lnTo>
                      <a:lnTo>
                        <a:pt x="0" y="13"/>
                      </a:lnTo>
                      <a:lnTo>
                        <a:pt x="2" y="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Freeform 15"/>
                <p:cNvSpPr>
                  <a:spLocks/>
                </p:cNvSpPr>
                <p:nvPr userDrawn="1"/>
              </p:nvSpPr>
              <p:spPr bwMode="auto">
                <a:xfrm>
                  <a:off x="8688388" y="4570413"/>
                  <a:ext cx="557213" cy="382588"/>
                </a:xfrm>
                <a:custGeom>
                  <a:avLst/>
                  <a:gdLst/>
                  <a:ahLst/>
                  <a:cxnLst>
                    <a:cxn ang="0">
                      <a:pos x="49" y="60"/>
                    </a:cxn>
                    <a:cxn ang="0">
                      <a:pos x="94" y="60"/>
                    </a:cxn>
                    <a:cxn ang="0">
                      <a:pos x="151" y="12"/>
                    </a:cxn>
                    <a:cxn ang="0">
                      <a:pos x="174" y="30"/>
                    </a:cxn>
                    <a:cxn ang="0">
                      <a:pos x="211" y="0"/>
                    </a:cxn>
                    <a:cxn ang="0">
                      <a:pos x="236" y="0"/>
                    </a:cxn>
                    <a:cxn ang="0">
                      <a:pos x="223" y="17"/>
                    </a:cxn>
                    <a:cxn ang="0">
                      <a:pos x="264" y="45"/>
                    </a:cxn>
                    <a:cxn ang="0">
                      <a:pos x="301" y="21"/>
                    </a:cxn>
                    <a:cxn ang="0">
                      <a:pos x="303" y="65"/>
                    </a:cxn>
                    <a:cxn ang="0">
                      <a:pos x="325" y="85"/>
                    </a:cxn>
                    <a:cxn ang="0">
                      <a:pos x="325" y="103"/>
                    </a:cxn>
                    <a:cxn ang="0">
                      <a:pos x="349" y="119"/>
                    </a:cxn>
                    <a:cxn ang="0">
                      <a:pos x="351" y="167"/>
                    </a:cxn>
                    <a:cxn ang="0">
                      <a:pos x="284" y="224"/>
                    </a:cxn>
                    <a:cxn ang="0">
                      <a:pos x="272" y="226"/>
                    </a:cxn>
                    <a:cxn ang="0">
                      <a:pos x="258" y="240"/>
                    </a:cxn>
                    <a:cxn ang="0">
                      <a:pos x="233" y="241"/>
                    </a:cxn>
                    <a:cxn ang="0">
                      <a:pos x="231" y="236"/>
                    </a:cxn>
                    <a:cxn ang="0">
                      <a:pos x="179" y="234"/>
                    </a:cxn>
                    <a:cxn ang="0">
                      <a:pos x="180" y="221"/>
                    </a:cxn>
                    <a:cxn ang="0">
                      <a:pos x="144" y="195"/>
                    </a:cxn>
                    <a:cxn ang="0">
                      <a:pos x="152" y="180"/>
                    </a:cxn>
                    <a:cxn ang="0">
                      <a:pos x="152" y="172"/>
                    </a:cxn>
                    <a:cxn ang="0">
                      <a:pos x="138" y="164"/>
                    </a:cxn>
                    <a:cxn ang="0">
                      <a:pos x="125" y="164"/>
                    </a:cxn>
                    <a:cxn ang="0">
                      <a:pos x="106" y="183"/>
                    </a:cxn>
                    <a:cxn ang="0">
                      <a:pos x="17" y="186"/>
                    </a:cxn>
                    <a:cxn ang="0">
                      <a:pos x="0" y="166"/>
                    </a:cxn>
                    <a:cxn ang="0">
                      <a:pos x="8" y="154"/>
                    </a:cxn>
                    <a:cxn ang="0">
                      <a:pos x="13" y="94"/>
                    </a:cxn>
                    <a:cxn ang="0">
                      <a:pos x="49" y="60"/>
                    </a:cxn>
                  </a:cxnLst>
                  <a:rect l="0" t="0" r="r" b="b"/>
                  <a:pathLst>
                    <a:path w="351" h="241">
                      <a:moveTo>
                        <a:pt x="49" y="60"/>
                      </a:moveTo>
                      <a:lnTo>
                        <a:pt x="94" y="60"/>
                      </a:lnTo>
                      <a:lnTo>
                        <a:pt x="151" y="12"/>
                      </a:lnTo>
                      <a:lnTo>
                        <a:pt x="174" y="30"/>
                      </a:lnTo>
                      <a:lnTo>
                        <a:pt x="211" y="0"/>
                      </a:lnTo>
                      <a:lnTo>
                        <a:pt x="236" y="0"/>
                      </a:lnTo>
                      <a:lnTo>
                        <a:pt x="223" y="17"/>
                      </a:lnTo>
                      <a:lnTo>
                        <a:pt x="264" y="45"/>
                      </a:lnTo>
                      <a:lnTo>
                        <a:pt x="301" y="21"/>
                      </a:lnTo>
                      <a:lnTo>
                        <a:pt x="303" y="65"/>
                      </a:lnTo>
                      <a:lnTo>
                        <a:pt x="325" y="85"/>
                      </a:lnTo>
                      <a:lnTo>
                        <a:pt x="325" y="103"/>
                      </a:lnTo>
                      <a:lnTo>
                        <a:pt x="349" y="119"/>
                      </a:lnTo>
                      <a:lnTo>
                        <a:pt x="351" y="167"/>
                      </a:lnTo>
                      <a:lnTo>
                        <a:pt x="284" y="224"/>
                      </a:lnTo>
                      <a:lnTo>
                        <a:pt x="272" y="226"/>
                      </a:lnTo>
                      <a:lnTo>
                        <a:pt x="258" y="240"/>
                      </a:lnTo>
                      <a:lnTo>
                        <a:pt x="233" y="241"/>
                      </a:lnTo>
                      <a:lnTo>
                        <a:pt x="231" y="236"/>
                      </a:lnTo>
                      <a:lnTo>
                        <a:pt x="179" y="234"/>
                      </a:lnTo>
                      <a:lnTo>
                        <a:pt x="180" y="221"/>
                      </a:lnTo>
                      <a:lnTo>
                        <a:pt x="144" y="195"/>
                      </a:lnTo>
                      <a:lnTo>
                        <a:pt x="152" y="180"/>
                      </a:lnTo>
                      <a:lnTo>
                        <a:pt x="152" y="172"/>
                      </a:lnTo>
                      <a:lnTo>
                        <a:pt x="138" y="164"/>
                      </a:lnTo>
                      <a:lnTo>
                        <a:pt x="125" y="164"/>
                      </a:lnTo>
                      <a:lnTo>
                        <a:pt x="106" y="183"/>
                      </a:lnTo>
                      <a:lnTo>
                        <a:pt x="17" y="186"/>
                      </a:lnTo>
                      <a:lnTo>
                        <a:pt x="0" y="166"/>
                      </a:lnTo>
                      <a:lnTo>
                        <a:pt x="8" y="154"/>
                      </a:lnTo>
                      <a:lnTo>
                        <a:pt x="13" y="94"/>
                      </a:lnTo>
                      <a:lnTo>
                        <a:pt x="49" y="6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Freeform 20"/>
                <p:cNvSpPr>
                  <a:spLocks/>
                </p:cNvSpPr>
                <p:nvPr userDrawn="1"/>
              </p:nvSpPr>
              <p:spPr bwMode="auto">
                <a:xfrm>
                  <a:off x="8956676" y="3713163"/>
                  <a:ext cx="122238" cy="157163"/>
                </a:xfrm>
                <a:custGeom>
                  <a:avLst/>
                  <a:gdLst/>
                  <a:ahLst/>
                  <a:cxnLst>
                    <a:cxn ang="0">
                      <a:pos x="0" y="91"/>
                    </a:cxn>
                    <a:cxn ang="0">
                      <a:pos x="3" y="99"/>
                    </a:cxn>
                    <a:cxn ang="0">
                      <a:pos x="28" y="84"/>
                    </a:cxn>
                    <a:cxn ang="0">
                      <a:pos x="31" y="96"/>
                    </a:cxn>
                    <a:cxn ang="0">
                      <a:pos x="69" y="68"/>
                    </a:cxn>
                    <a:cxn ang="0">
                      <a:pos x="70" y="40"/>
                    </a:cxn>
                    <a:cxn ang="0">
                      <a:pos x="77" y="19"/>
                    </a:cxn>
                    <a:cxn ang="0">
                      <a:pos x="67" y="0"/>
                    </a:cxn>
                    <a:cxn ang="0">
                      <a:pos x="59" y="1"/>
                    </a:cxn>
                    <a:cxn ang="0">
                      <a:pos x="55" y="37"/>
                    </a:cxn>
                    <a:cxn ang="0">
                      <a:pos x="40" y="48"/>
                    </a:cxn>
                    <a:cxn ang="0">
                      <a:pos x="32" y="68"/>
                    </a:cxn>
                    <a:cxn ang="0">
                      <a:pos x="11" y="75"/>
                    </a:cxn>
                    <a:cxn ang="0">
                      <a:pos x="1" y="87"/>
                    </a:cxn>
                  </a:cxnLst>
                  <a:rect l="0" t="0" r="r" b="b"/>
                  <a:pathLst>
                    <a:path w="77" h="99">
                      <a:moveTo>
                        <a:pt x="0" y="91"/>
                      </a:moveTo>
                      <a:lnTo>
                        <a:pt x="3" y="99"/>
                      </a:lnTo>
                      <a:lnTo>
                        <a:pt x="28" y="84"/>
                      </a:lnTo>
                      <a:lnTo>
                        <a:pt x="31" y="96"/>
                      </a:lnTo>
                      <a:lnTo>
                        <a:pt x="69" y="68"/>
                      </a:lnTo>
                      <a:lnTo>
                        <a:pt x="70" y="40"/>
                      </a:lnTo>
                      <a:lnTo>
                        <a:pt x="77" y="19"/>
                      </a:lnTo>
                      <a:lnTo>
                        <a:pt x="67" y="0"/>
                      </a:lnTo>
                      <a:lnTo>
                        <a:pt x="59" y="1"/>
                      </a:lnTo>
                      <a:lnTo>
                        <a:pt x="55" y="37"/>
                      </a:lnTo>
                      <a:lnTo>
                        <a:pt x="40" y="48"/>
                      </a:lnTo>
                      <a:lnTo>
                        <a:pt x="32" y="68"/>
                      </a:lnTo>
                      <a:lnTo>
                        <a:pt x="11" y="75"/>
                      </a:lnTo>
                      <a:lnTo>
                        <a:pt x="1" y="87"/>
                      </a:lnTo>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Freeform 22"/>
                <p:cNvSpPr>
                  <a:spLocks/>
                </p:cNvSpPr>
                <p:nvPr userDrawn="1"/>
              </p:nvSpPr>
              <p:spPr bwMode="auto">
                <a:xfrm>
                  <a:off x="9040813" y="3621088"/>
                  <a:ext cx="73025" cy="79375"/>
                </a:xfrm>
                <a:custGeom>
                  <a:avLst/>
                  <a:gdLst/>
                  <a:ahLst/>
                  <a:cxnLst>
                    <a:cxn ang="0">
                      <a:pos x="5" y="50"/>
                    </a:cxn>
                    <a:cxn ang="0">
                      <a:pos x="12" y="47"/>
                    </a:cxn>
                    <a:cxn ang="0">
                      <a:pos x="17" y="36"/>
                    </a:cxn>
                    <a:cxn ang="0">
                      <a:pos x="29" y="45"/>
                    </a:cxn>
                    <a:cxn ang="0">
                      <a:pos x="33" y="34"/>
                    </a:cxn>
                    <a:cxn ang="0">
                      <a:pos x="46" y="30"/>
                    </a:cxn>
                    <a:cxn ang="0">
                      <a:pos x="42" y="15"/>
                    </a:cxn>
                    <a:cxn ang="0">
                      <a:pos x="33" y="16"/>
                    </a:cxn>
                    <a:cxn ang="0">
                      <a:pos x="13" y="0"/>
                    </a:cxn>
                    <a:cxn ang="0">
                      <a:pos x="13" y="26"/>
                    </a:cxn>
                    <a:cxn ang="0">
                      <a:pos x="7" y="34"/>
                    </a:cxn>
                    <a:cxn ang="0">
                      <a:pos x="0" y="43"/>
                    </a:cxn>
                    <a:cxn ang="0">
                      <a:pos x="5" y="50"/>
                    </a:cxn>
                  </a:cxnLst>
                  <a:rect l="0" t="0" r="r" b="b"/>
                  <a:pathLst>
                    <a:path w="46" h="50">
                      <a:moveTo>
                        <a:pt x="5" y="50"/>
                      </a:moveTo>
                      <a:lnTo>
                        <a:pt x="12" y="47"/>
                      </a:lnTo>
                      <a:lnTo>
                        <a:pt x="17" y="36"/>
                      </a:lnTo>
                      <a:lnTo>
                        <a:pt x="29" y="45"/>
                      </a:lnTo>
                      <a:lnTo>
                        <a:pt x="33" y="34"/>
                      </a:lnTo>
                      <a:lnTo>
                        <a:pt x="46" y="30"/>
                      </a:lnTo>
                      <a:lnTo>
                        <a:pt x="42" y="15"/>
                      </a:lnTo>
                      <a:lnTo>
                        <a:pt x="33" y="16"/>
                      </a:lnTo>
                      <a:lnTo>
                        <a:pt x="13" y="0"/>
                      </a:lnTo>
                      <a:lnTo>
                        <a:pt x="13" y="26"/>
                      </a:lnTo>
                      <a:lnTo>
                        <a:pt x="7" y="34"/>
                      </a:lnTo>
                      <a:lnTo>
                        <a:pt x="0" y="43"/>
                      </a:lnTo>
                      <a:lnTo>
                        <a:pt x="5" y="5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Freeform 24"/>
                <p:cNvSpPr>
                  <a:spLocks/>
                </p:cNvSpPr>
                <p:nvPr userDrawn="1"/>
              </p:nvSpPr>
              <p:spPr bwMode="auto">
                <a:xfrm>
                  <a:off x="9383713" y="4995863"/>
                  <a:ext cx="115888" cy="122238"/>
                </a:xfrm>
                <a:custGeom>
                  <a:avLst/>
                  <a:gdLst/>
                  <a:ahLst/>
                  <a:cxnLst>
                    <a:cxn ang="0">
                      <a:pos x="0" y="74"/>
                    </a:cxn>
                    <a:cxn ang="0">
                      <a:pos x="24" y="77"/>
                    </a:cxn>
                    <a:cxn ang="0">
                      <a:pos x="31" y="70"/>
                    </a:cxn>
                    <a:cxn ang="0">
                      <a:pos x="48" y="41"/>
                    </a:cxn>
                    <a:cxn ang="0">
                      <a:pos x="61" y="41"/>
                    </a:cxn>
                    <a:cxn ang="0">
                      <a:pos x="61" y="34"/>
                    </a:cxn>
                    <a:cxn ang="0">
                      <a:pos x="73" y="20"/>
                    </a:cxn>
                    <a:cxn ang="0">
                      <a:pos x="70" y="8"/>
                    </a:cxn>
                    <a:cxn ang="0">
                      <a:pos x="62" y="7"/>
                    </a:cxn>
                    <a:cxn ang="0">
                      <a:pos x="58" y="0"/>
                    </a:cxn>
                    <a:cxn ang="0">
                      <a:pos x="54" y="2"/>
                    </a:cxn>
                    <a:cxn ang="0">
                      <a:pos x="50" y="16"/>
                    </a:cxn>
                    <a:cxn ang="0">
                      <a:pos x="34" y="35"/>
                    </a:cxn>
                    <a:cxn ang="0">
                      <a:pos x="21" y="39"/>
                    </a:cxn>
                    <a:cxn ang="0">
                      <a:pos x="1" y="57"/>
                    </a:cxn>
                    <a:cxn ang="0">
                      <a:pos x="0" y="74"/>
                    </a:cxn>
                  </a:cxnLst>
                  <a:rect l="0" t="0" r="r" b="b"/>
                  <a:pathLst>
                    <a:path w="73" h="77">
                      <a:moveTo>
                        <a:pt x="0" y="74"/>
                      </a:moveTo>
                      <a:lnTo>
                        <a:pt x="24" y="77"/>
                      </a:lnTo>
                      <a:lnTo>
                        <a:pt x="31" y="70"/>
                      </a:lnTo>
                      <a:lnTo>
                        <a:pt x="48" y="41"/>
                      </a:lnTo>
                      <a:lnTo>
                        <a:pt x="61" y="41"/>
                      </a:lnTo>
                      <a:lnTo>
                        <a:pt x="61" y="34"/>
                      </a:lnTo>
                      <a:lnTo>
                        <a:pt x="73" y="20"/>
                      </a:lnTo>
                      <a:lnTo>
                        <a:pt x="70" y="8"/>
                      </a:lnTo>
                      <a:lnTo>
                        <a:pt x="62" y="7"/>
                      </a:lnTo>
                      <a:lnTo>
                        <a:pt x="58" y="0"/>
                      </a:lnTo>
                      <a:lnTo>
                        <a:pt x="54" y="2"/>
                      </a:lnTo>
                      <a:lnTo>
                        <a:pt x="50" y="16"/>
                      </a:lnTo>
                      <a:lnTo>
                        <a:pt x="34" y="35"/>
                      </a:lnTo>
                      <a:lnTo>
                        <a:pt x="21" y="39"/>
                      </a:lnTo>
                      <a:lnTo>
                        <a:pt x="1" y="57"/>
                      </a:lnTo>
                      <a:lnTo>
                        <a:pt x="0" y="7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Freeform 25"/>
                <p:cNvSpPr>
                  <a:spLocks/>
                </p:cNvSpPr>
                <p:nvPr userDrawn="1"/>
              </p:nvSpPr>
              <p:spPr bwMode="auto">
                <a:xfrm>
                  <a:off x="9490076" y="4900613"/>
                  <a:ext cx="73025" cy="119063"/>
                </a:xfrm>
                <a:custGeom>
                  <a:avLst/>
                  <a:gdLst/>
                  <a:ahLst/>
                  <a:cxnLst>
                    <a:cxn ang="0">
                      <a:pos x="3" y="56"/>
                    </a:cxn>
                    <a:cxn ang="0">
                      <a:pos x="12" y="58"/>
                    </a:cxn>
                    <a:cxn ang="0">
                      <a:pos x="13" y="72"/>
                    </a:cxn>
                    <a:cxn ang="0">
                      <a:pos x="18" y="75"/>
                    </a:cxn>
                    <a:cxn ang="0">
                      <a:pos x="46" y="45"/>
                    </a:cxn>
                    <a:cxn ang="0">
                      <a:pos x="41" y="32"/>
                    </a:cxn>
                    <a:cxn ang="0">
                      <a:pos x="32" y="35"/>
                    </a:cxn>
                    <a:cxn ang="0">
                      <a:pos x="23" y="22"/>
                    </a:cxn>
                    <a:cxn ang="0">
                      <a:pos x="17" y="22"/>
                    </a:cxn>
                    <a:cxn ang="0">
                      <a:pos x="14" y="11"/>
                    </a:cxn>
                    <a:cxn ang="0">
                      <a:pos x="2" y="0"/>
                    </a:cxn>
                    <a:cxn ang="0">
                      <a:pos x="0" y="12"/>
                    </a:cxn>
                    <a:cxn ang="0">
                      <a:pos x="9" y="22"/>
                    </a:cxn>
                    <a:cxn ang="0">
                      <a:pos x="14" y="36"/>
                    </a:cxn>
                    <a:cxn ang="0">
                      <a:pos x="12" y="43"/>
                    </a:cxn>
                    <a:cxn ang="0">
                      <a:pos x="3" y="45"/>
                    </a:cxn>
                    <a:cxn ang="0">
                      <a:pos x="3" y="56"/>
                    </a:cxn>
                  </a:cxnLst>
                  <a:rect l="0" t="0" r="r" b="b"/>
                  <a:pathLst>
                    <a:path w="46" h="75">
                      <a:moveTo>
                        <a:pt x="3" y="56"/>
                      </a:moveTo>
                      <a:lnTo>
                        <a:pt x="12" y="58"/>
                      </a:lnTo>
                      <a:lnTo>
                        <a:pt x="13" y="72"/>
                      </a:lnTo>
                      <a:lnTo>
                        <a:pt x="18" y="75"/>
                      </a:lnTo>
                      <a:lnTo>
                        <a:pt x="46" y="45"/>
                      </a:lnTo>
                      <a:lnTo>
                        <a:pt x="41" y="32"/>
                      </a:lnTo>
                      <a:lnTo>
                        <a:pt x="32" y="35"/>
                      </a:lnTo>
                      <a:lnTo>
                        <a:pt x="23" y="22"/>
                      </a:lnTo>
                      <a:lnTo>
                        <a:pt x="17" y="22"/>
                      </a:lnTo>
                      <a:lnTo>
                        <a:pt x="14" y="11"/>
                      </a:lnTo>
                      <a:lnTo>
                        <a:pt x="2" y="0"/>
                      </a:lnTo>
                      <a:lnTo>
                        <a:pt x="0" y="12"/>
                      </a:lnTo>
                      <a:lnTo>
                        <a:pt x="9" y="22"/>
                      </a:lnTo>
                      <a:lnTo>
                        <a:pt x="14" y="36"/>
                      </a:lnTo>
                      <a:lnTo>
                        <a:pt x="12" y="43"/>
                      </a:lnTo>
                      <a:lnTo>
                        <a:pt x="3" y="45"/>
                      </a:lnTo>
                      <a:lnTo>
                        <a:pt x="3" y="56"/>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Freeform 11"/>
                <p:cNvSpPr>
                  <a:spLocks/>
                </p:cNvSpPr>
                <p:nvPr userDrawn="1"/>
              </p:nvSpPr>
              <p:spPr bwMode="auto">
                <a:xfrm>
                  <a:off x="7856538" y="4543426"/>
                  <a:ext cx="95250" cy="146050"/>
                </a:xfrm>
                <a:custGeom>
                  <a:avLst/>
                  <a:gdLst/>
                  <a:ahLst/>
                  <a:cxnLst>
                    <a:cxn ang="0">
                      <a:pos x="1" y="92"/>
                    </a:cxn>
                    <a:cxn ang="0">
                      <a:pos x="0" y="70"/>
                    </a:cxn>
                    <a:cxn ang="0">
                      <a:pos x="11" y="61"/>
                    </a:cxn>
                    <a:cxn ang="0">
                      <a:pos x="13" y="21"/>
                    </a:cxn>
                    <a:cxn ang="0">
                      <a:pos x="29" y="22"/>
                    </a:cxn>
                    <a:cxn ang="0">
                      <a:pos x="57" y="0"/>
                    </a:cxn>
                    <a:cxn ang="0">
                      <a:pos x="60" y="17"/>
                    </a:cxn>
                    <a:cxn ang="0">
                      <a:pos x="40" y="39"/>
                    </a:cxn>
                    <a:cxn ang="0">
                      <a:pos x="36" y="63"/>
                    </a:cxn>
                    <a:cxn ang="0">
                      <a:pos x="26" y="66"/>
                    </a:cxn>
                    <a:cxn ang="0">
                      <a:pos x="17" y="73"/>
                    </a:cxn>
                    <a:cxn ang="0">
                      <a:pos x="16" y="90"/>
                    </a:cxn>
                    <a:cxn ang="0">
                      <a:pos x="1" y="92"/>
                    </a:cxn>
                  </a:cxnLst>
                  <a:rect l="0" t="0" r="r" b="b"/>
                  <a:pathLst>
                    <a:path w="60" h="92">
                      <a:moveTo>
                        <a:pt x="1" y="92"/>
                      </a:moveTo>
                      <a:lnTo>
                        <a:pt x="0" y="70"/>
                      </a:lnTo>
                      <a:lnTo>
                        <a:pt x="11" y="61"/>
                      </a:lnTo>
                      <a:lnTo>
                        <a:pt x="13" y="21"/>
                      </a:lnTo>
                      <a:lnTo>
                        <a:pt x="29" y="22"/>
                      </a:lnTo>
                      <a:lnTo>
                        <a:pt x="57" y="0"/>
                      </a:lnTo>
                      <a:lnTo>
                        <a:pt x="60" y="17"/>
                      </a:lnTo>
                      <a:lnTo>
                        <a:pt x="40" y="39"/>
                      </a:lnTo>
                      <a:lnTo>
                        <a:pt x="36" y="63"/>
                      </a:lnTo>
                      <a:lnTo>
                        <a:pt x="26" y="66"/>
                      </a:lnTo>
                      <a:lnTo>
                        <a:pt x="17" y="73"/>
                      </a:lnTo>
                      <a:lnTo>
                        <a:pt x="16" y="90"/>
                      </a:lnTo>
                      <a:lnTo>
                        <a:pt x="1" y="9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Freeform 16"/>
                <p:cNvSpPr>
                  <a:spLocks/>
                </p:cNvSpPr>
                <p:nvPr userDrawn="1"/>
              </p:nvSpPr>
              <p:spPr bwMode="auto">
                <a:xfrm>
                  <a:off x="7258051" y="3683001"/>
                  <a:ext cx="60325" cy="114300"/>
                </a:xfrm>
                <a:custGeom>
                  <a:avLst/>
                  <a:gdLst/>
                  <a:ahLst/>
                  <a:cxnLst>
                    <a:cxn ang="0">
                      <a:pos x="14" y="72"/>
                    </a:cxn>
                    <a:cxn ang="0">
                      <a:pos x="38" y="65"/>
                    </a:cxn>
                    <a:cxn ang="0">
                      <a:pos x="22" y="21"/>
                    </a:cxn>
                    <a:cxn ang="0">
                      <a:pos x="30" y="7"/>
                    </a:cxn>
                    <a:cxn ang="0">
                      <a:pos x="19" y="10"/>
                    </a:cxn>
                    <a:cxn ang="0">
                      <a:pos x="22" y="1"/>
                    </a:cxn>
                    <a:cxn ang="0">
                      <a:pos x="9" y="0"/>
                    </a:cxn>
                    <a:cxn ang="0">
                      <a:pos x="9" y="25"/>
                    </a:cxn>
                    <a:cxn ang="0">
                      <a:pos x="14" y="36"/>
                    </a:cxn>
                    <a:cxn ang="0">
                      <a:pos x="4" y="54"/>
                    </a:cxn>
                    <a:cxn ang="0">
                      <a:pos x="12" y="57"/>
                    </a:cxn>
                    <a:cxn ang="0">
                      <a:pos x="0" y="72"/>
                    </a:cxn>
                    <a:cxn ang="0">
                      <a:pos x="14" y="72"/>
                    </a:cxn>
                  </a:cxnLst>
                  <a:rect l="0" t="0" r="r" b="b"/>
                  <a:pathLst>
                    <a:path w="38" h="72">
                      <a:moveTo>
                        <a:pt x="14" y="72"/>
                      </a:moveTo>
                      <a:lnTo>
                        <a:pt x="38" y="65"/>
                      </a:lnTo>
                      <a:lnTo>
                        <a:pt x="22" y="21"/>
                      </a:lnTo>
                      <a:lnTo>
                        <a:pt x="30" y="7"/>
                      </a:lnTo>
                      <a:lnTo>
                        <a:pt x="19" y="10"/>
                      </a:lnTo>
                      <a:lnTo>
                        <a:pt x="22" y="1"/>
                      </a:lnTo>
                      <a:lnTo>
                        <a:pt x="9" y="0"/>
                      </a:lnTo>
                      <a:lnTo>
                        <a:pt x="9" y="25"/>
                      </a:lnTo>
                      <a:lnTo>
                        <a:pt x="14" y="36"/>
                      </a:lnTo>
                      <a:lnTo>
                        <a:pt x="4" y="54"/>
                      </a:lnTo>
                      <a:lnTo>
                        <a:pt x="12" y="57"/>
                      </a:lnTo>
                      <a:lnTo>
                        <a:pt x="0" y="72"/>
                      </a:lnTo>
                      <a:lnTo>
                        <a:pt x="14"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Freeform 23"/>
                <p:cNvSpPr>
                  <a:spLocks/>
                </p:cNvSpPr>
                <p:nvPr userDrawn="1"/>
              </p:nvSpPr>
              <p:spPr bwMode="auto">
                <a:xfrm>
                  <a:off x="9393238" y="5130801"/>
                  <a:ext cx="20638" cy="22225"/>
                </a:xfrm>
                <a:custGeom>
                  <a:avLst/>
                  <a:gdLst/>
                  <a:ahLst/>
                  <a:cxnLst>
                    <a:cxn ang="0">
                      <a:pos x="7" y="14"/>
                    </a:cxn>
                    <a:cxn ang="0">
                      <a:pos x="13" y="10"/>
                    </a:cxn>
                    <a:cxn ang="0">
                      <a:pos x="10" y="1"/>
                    </a:cxn>
                    <a:cxn ang="0">
                      <a:pos x="0" y="0"/>
                    </a:cxn>
                    <a:cxn ang="0">
                      <a:pos x="2" y="9"/>
                    </a:cxn>
                    <a:cxn ang="0">
                      <a:pos x="1" y="13"/>
                    </a:cxn>
                    <a:cxn ang="0">
                      <a:pos x="7" y="14"/>
                    </a:cxn>
                  </a:cxnLst>
                  <a:rect l="0" t="0" r="r" b="b"/>
                  <a:pathLst>
                    <a:path w="13" h="14">
                      <a:moveTo>
                        <a:pt x="7" y="14"/>
                      </a:moveTo>
                      <a:lnTo>
                        <a:pt x="13" y="10"/>
                      </a:lnTo>
                      <a:lnTo>
                        <a:pt x="10" y="1"/>
                      </a:lnTo>
                      <a:lnTo>
                        <a:pt x="0" y="0"/>
                      </a:lnTo>
                      <a:lnTo>
                        <a:pt x="2" y="9"/>
                      </a:lnTo>
                      <a:lnTo>
                        <a:pt x="1" y="13"/>
                      </a:lnTo>
                      <a:lnTo>
                        <a:pt x="7" y="1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noFill/>
                  </a:endParaRPr>
                </a:p>
              </p:txBody>
            </p:sp>
            <p:sp>
              <p:nvSpPr>
                <p:cNvPr id="209" name="Freeform 17"/>
                <p:cNvSpPr>
                  <a:spLocks/>
                </p:cNvSpPr>
                <p:nvPr userDrawn="1"/>
              </p:nvSpPr>
              <p:spPr bwMode="auto">
                <a:xfrm>
                  <a:off x="7213601" y="3740151"/>
                  <a:ext cx="44450" cy="41275"/>
                </a:xfrm>
                <a:custGeom>
                  <a:avLst/>
                  <a:gdLst/>
                  <a:ahLst/>
                  <a:cxnLst>
                    <a:cxn ang="0">
                      <a:pos x="20" y="3"/>
                    </a:cxn>
                    <a:cxn ang="0">
                      <a:pos x="28" y="9"/>
                    </a:cxn>
                    <a:cxn ang="0">
                      <a:pos x="22" y="23"/>
                    </a:cxn>
                    <a:cxn ang="0">
                      <a:pos x="3" y="26"/>
                    </a:cxn>
                    <a:cxn ang="0">
                      <a:pos x="1" y="19"/>
                    </a:cxn>
                    <a:cxn ang="0">
                      <a:pos x="5" y="16"/>
                    </a:cxn>
                    <a:cxn ang="0">
                      <a:pos x="0" y="13"/>
                    </a:cxn>
                    <a:cxn ang="0">
                      <a:pos x="1" y="6"/>
                    </a:cxn>
                    <a:cxn ang="0">
                      <a:pos x="7" y="6"/>
                    </a:cxn>
                    <a:cxn ang="0">
                      <a:pos x="11" y="0"/>
                    </a:cxn>
                    <a:cxn ang="0">
                      <a:pos x="17" y="0"/>
                    </a:cxn>
                    <a:cxn ang="0">
                      <a:pos x="20" y="3"/>
                    </a:cxn>
                  </a:cxnLst>
                  <a:rect l="0" t="0" r="r" b="b"/>
                  <a:pathLst>
                    <a:path w="28" h="26">
                      <a:moveTo>
                        <a:pt x="20" y="3"/>
                      </a:moveTo>
                      <a:lnTo>
                        <a:pt x="28" y="9"/>
                      </a:lnTo>
                      <a:lnTo>
                        <a:pt x="22" y="23"/>
                      </a:lnTo>
                      <a:lnTo>
                        <a:pt x="3" y="26"/>
                      </a:lnTo>
                      <a:lnTo>
                        <a:pt x="1" y="19"/>
                      </a:lnTo>
                      <a:lnTo>
                        <a:pt x="5" y="16"/>
                      </a:lnTo>
                      <a:lnTo>
                        <a:pt x="0" y="13"/>
                      </a:lnTo>
                      <a:lnTo>
                        <a:pt x="1" y="6"/>
                      </a:lnTo>
                      <a:lnTo>
                        <a:pt x="7" y="6"/>
                      </a:lnTo>
                      <a:lnTo>
                        <a:pt x="11" y="0"/>
                      </a:lnTo>
                      <a:lnTo>
                        <a:pt x="17" y="0"/>
                      </a:lnTo>
                      <a:lnTo>
                        <a:pt x="20" y="3"/>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188" name="Freeform 19"/>
              <p:cNvSpPr>
                <a:spLocks/>
              </p:cNvSpPr>
              <p:nvPr userDrawn="1"/>
            </p:nvSpPr>
            <p:spPr bwMode="auto">
              <a:xfrm>
                <a:off x="8873856" y="4479060"/>
                <a:ext cx="51328" cy="74792"/>
              </a:xfrm>
              <a:custGeom>
                <a:avLst/>
                <a:gdLst/>
                <a:ahLst/>
                <a:cxnLst>
                  <a:cxn ang="0">
                    <a:pos x="0" y="0"/>
                  </a:cxn>
                  <a:cxn ang="0">
                    <a:pos x="17" y="0"/>
                  </a:cxn>
                  <a:cxn ang="0">
                    <a:pos x="18" y="14"/>
                  </a:cxn>
                  <a:cxn ang="0">
                    <a:pos x="18" y="25"/>
                  </a:cxn>
                  <a:cxn ang="0">
                    <a:pos x="30" y="31"/>
                  </a:cxn>
                  <a:cxn ang="0">
                    <a:pos x="35" y="40"/>
                  </a:cxn>
                  <a:cxn ang="0">
                    <a:pos x="29" y="51"/>
                  </a:cxn>
                  <a:cxn ang="0">
                    <a:pos x="15" y="50"/>
                  </a:cxn>
                  <a:cxn ang="0">
                    <a:pos x="6" y="40"/>
                  </a:cxn>
                  <a:cxn ang="0">
                    <a:pos x="15" y="37"/>
                  </a:cxn>
                  <a:cxn ang="0">
                    <a:pos x="14" y="27"/>
                  </a:cxn>
                  <a:cxn ang="0">
                    <a:pos x="5" y="20"/>
                  </a:cxn>
                  <a:cxn ang="0">
                    <a:pos x="0" y="0"/>
                  </a:cxn>
                </a:cxnLst>
                <a:rect l="0" t="0" r="r" b="b"/>
                <a:pathLst>
                  <a:path w="35" h="51">
                    <a:moveTo>
                      <a:pt x="0" y="0"/>
                    </a:moveTo>
                    <a:lnTo>
                      <a:pt x="17" y="0"/>
                    </a:lnTo>
                    <a:lnTo>
                      <a:pt x="18" y="14"/>
                    </a:lnTo>
                    <a:lnTo>
                      <a:pt x="18" y="25"/>
                    </a:lnTo>
                    <a:lnTo>
                      <a:pt x="30" y="31"/>
                    </a:lnTo>
                    <a:lnTo>
                      <a:pt x="35" y="40"/>
                    </a:lnTo>
                    <a:lnTo>
                      <a:pt x="29" y="51"/>
                    </a:lnTo>
                    <a:lnTo>
                      <a:pt x="15" y="50"/>
                    </a:lnTo>
                    <a:lnTo>
                      <a:pt x="6" y="40"/>
                    </a:lnTo>
                    <a:lnTo>
                      <a:pt x="15" y="37"/>
                    </a:lnTo>
                    <a:lnTo>
                      <a:pt x="14" y="27"/>
                    </a:lnTo>
                    <a:lnTo>
                      <a:pt x="5" y="20"/>
                    </a:lnTo>
                    <a:lnTo>
                      <a:pt x="0"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9" name="Freeform 21"/>
              <p:cNvSpPr>
                <a:spLocks/>
              </p:cNvSpPr>
              <p:nvPr userDrawn="1"/>
            </p:nvSpPr>
            <p:spPr bwMode="auto">
              <a:xfrm>
                <a:off x="8966245" y="4218023"/>
                <a:ext cx="24931" cy="43995"/>
              </a:xfrm>
              <a:custGeom>
                <a:avLst/>
                <a:gdLst/>
                <a:ahLst/>
                <a:cxnLst>
                  <a:cxn ang="0">
                    <a:pos x="15" y="30"/>
                  </a:cxn>
                  <a:cxn ang="0">
                    <a:pos x="6" y="16"/>
                  </a:cxn>
                  <a:cxn ang="0">
                    <a:pos x="0" y="7"/>
                  </a:cxn>
                  <a:cxn ang="0">
                    <a:pos x="7" y="0"/>
                  </a:cxn>
                  <a:cxn ang="0">
                    <a:pos x="17" y="8"/>
                  </a:cxn>
                  <a:cxn ang="0">
                    <a:pos x="15" y="30"/>
                  </a:cxn>
                </a:cxnLst>
                <a:rect l="0" t="0" r="r" b="b"/>
                <a:pathLst>
                  <a:path w="17" h="30">
                    <a:moveTo>
                      <a:pt x="15" y="30"/>
                    </a:moveTo>
                    <a:lnTo>
                      <a:pt x="6" y="16"/>
                    </a:lnTo>
                    <a:lnTo>
                      <a:pt x="0" y="7"/>
                    </a:lnTo>
                    <a:lnTo>
                      <a:pt x="7" y="0"/>
                    </a:lnTo>
                    <a:lnTo>
                      <a:pt x="17" y="8"/>
                    </a:lnTo>
                    <a:lnTo>
                      <a:pt x="15" y="3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0" name="Oval 68"/>
              <p:cNvSpPr>
                <a:spLocks noChangeArrowheads="1"/>
              </p:cNvSpPr>
              <p:nvPr userDrawn="1"/>
            </p:nvSpPr>
            <p:spPr bwMode="auto">
              <a:xfrm>
                <a:off x="8848925" y="4398402"/>
                <a:ext cx="29330" cy="30797"/>
              </a:xfrm>
              <a:prstGeom prst="ellipse">
                <a:avLst/>
              </a:prstGeom>
              <a:noFill/>
              <a:ln w="9525">
                <a:solidFill>
                  <a:schemeClr val="bg1">
                    <a:lumMod val="85000"/>
                  </a:schemeClr>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1" name="Freeform 18"/>
              <p:cNvSpPr>
                <a:spLocks/>
              </p:cNvSpPr>
              <p:nvPr userDrawn="1"/>
            </p:nvSpPr>
            <p:spPr bwMode="auto">
              <a:xfrm>
                <a:off x="8841593" y="4394003"/>
                <a:ext cx="32263" cy="27864"/>
              </a:xfrm>
              <a:custGeom>
                <a:avLst/>
                <a:gdLst/>
                <a:ahLst/>
                <a:cxnLst>
                  <a:cxn ang="0">
                    <a:pos x="9" y="0"/>
                  </a:cxn>
                  <a:cxn ang="0">
                    <a:pos x="0" y="15"/>
                  </a:cxn>
                  <a:cxn ang="0">
                    <a:pos x="11" y="19"/>
                  </a:cxn>
                  <a:cxn ang="0">
                    <a:pos x="22" y="17"/>
                  </a:cxn>
                  <a:cxn ang="0">
                    <a:pos x="9" y="0"/>
                  </a:cxn>
                </a:cxnLst>
                <a:rect l="0" t="0" r="r" b="b"/>
                <a:pathLst>
                  <a:path w="22" h="19">
                    <a:moveTo>
                      <a:pt x="9" y="0"/>
                    </a:moveTo>
                    <a:lnTo>
                      <a:pt x="0" y="15"/>
                    </a:lnTo>
                    <a:lnTo>
                      <a:pt x="11" y="19"/>
                    </a:lnTo>
                    <a:lnTo>
                      <a:pt x="22" y="17"/>
                    </a:lnTo>
                    <a:lnTo>
                      <a:pt x="9"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78" name="Group 77"/>
            <p:cNvGrpSpPr/>
            <p:nvPr userDrawn="1"/>
          </p:nvGrpSpPr>
          <p:grpSpPr>
            <a:xfrm>
              <a:off x="6087506" y="3983383"/>
              <a:ext cx="3425744" cy="1287587"/>
              <a:chOff x="6087506" y="3983383"/>
              <a:chExt cx="3425744" cy="1287587"/>
            </a:xfrm>
            <a:solidFill>
              <a:schemeClr val="accent6"/>
            </a:solidFill>
          </p:grpSpPr>
          <p:sp>
            <p:nvSpPr>
              <p:cNvPr id="79" name="Oval 26"/>
              <p:cNvSpPr>
                <a:spLocks noChangeArrowheads="1"/>
              </p:cNvSpPr>
              <p:nvPr userDrawn="1"/>
            </p:nvSpPr>
            <p:spPr bwMode="auto">
              <a:xfrm>
                <a:off x="6496659" y="4839819"/>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 name="Oval 27"/>
              <p:cNvSpPr>
                <a:spLocks noChangeArrowheads="1"/>
              </p:cNvSpPr>
              <p:nvPr userDrawn="1"/>
            </p:nvSpPr>
            <p:spPr bwMode="auto">
              <a:xfrm>
                <a:off x="6437999" y="460224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 name="Oval 28"/>
              <p:cNvSpPr>
                <a:spLocks noChangeArrowheads="1"/>
              </p:cNvSpPr>
              <p:nvPr userDrawn="1"/>
            </p:nvSpPr>
            <p:spPr bwMode="auto">
              <a:xfrm>
                <a:off x="9114362" y="503779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 name="Oval 29"/>
              <p:cNvSpPr>
                <a:spLocks noChangeArrowheads="1"/>
              </p:cNvSpPr>
              <p:nvPr userDrawn="1"/>
            </p:nvSpPr>
            <p:spPr bwMode="auto">
              <a:xfrm>
                <a:off x="9483920" y="524017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 name="Oval 30"/>
              <p:cNvSpPr>
                <a:spLocks noChangeArrowheads="1"/>
              </p:cNvSpPr>
              <p:nvPr userDrawn="1"/>
            </p:nvSpPr>
            <p:spPr bwMode="auto">
              <a:xfrm>
                <a:off x="8816662" y="466090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 name="Oval 31"/>
              <p:cNvSpPr>
                <a:spLocks noChangeArrowheads="1"/>
              </p:cNvSpPr>
              <p:nvPr userDrawn="1"/>
            </p:nvSpPr>
            <p:spPr bwMode="auto">
              <a:xfrm>
                <a:off x="8643615" y="425028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 name="Oval 32"/>
              <p:cNvSpPr>
                <a:spLocks noChangeArrowheads="1"/>
              </p:cNvSpPr>
              <p:nvPr userDrawn="1"/>
            </p:nvSpPr>
            <p:spPr bwMode="auto">
              <a:xfrm>
                <a:off x="8894387" y="4499591"/>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 name="Oval 33"/>
              <p:cNvSpPr>
                <a:spLocks noChangeArrowheads="1"/>
              </p:cNvSpPr>
              <p:nvPr userDrawn="1"/>
            </p:nvSpPr>
            <p:spPr bwMode="auto">
              <a:xfrm>
                <a:off x="9061568" y="41564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 name="Oval 34"/>
              <p:cNvSpPr>
                <a:spLocks noChangeArrowheads="1"/>
              </p:cNvSpPr>
              <p:nvPr userDrawn="1"/>
            </p:nvSpPr>
            <p:spPr bwMode="auto">
              <a:xfrm>
                <a:off x="8351782" y="4437998"/>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 name="Oval 35"/>
              <p:cNvSpPr>
                <a:spLocks noChangeArrowheads="1"/>
              </p:cNvSpPr>
              <p:nvPr userDrawn="1"/>
            </p:nvSpPr>
            <p:spPr bwMode="auto">
              <a:xfrm>
                <a:off x="8086345" y="445119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9" name="Oval 36"/>
              <p:cNvSpPr>
                <a:spLocks noChangeArrowheads="1"/>
              </p:cNvSpPr>
              <p:nvPr userDrawn="1"/>
            </p:nvSpPr>
            <p:spPr bwMode="auto">
              <a:xfrm>
                <a:off x="7666926" y="503339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0" name="Oval 37"/>
              <p:cNvSpPr>
                <a:spLocks noChangeArrowheads="1"/>
              </p:cNvSpPr>
              <p:nvPr userDrawn="1"/>
            </p:nvSpPr>
            <p:spPr bwMode="auto">
              <a:xfrm>
                <a:off x="7436686" y="4118301"/>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1" name="Oval 38"/>
              <p:cNvSpPr>
                <a:spLocks noChangeArrowheads="1"/>
              </p:cNvSpPr>
              <p:nvPr userDrawn="1"/>
            </p:nvSpPr>
            <p:spPr bwMode="auto">
              <a:xfrm>
                <a:off x="7376559" y="410363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2" name="Oval 39"/>
              <p:cNvSpPr>
                <a:spLocks noChangeArrowheads="1"/>
              </p:cNvSpPr>
              <p:nvPr userDrawn="1"/>
            </p:nvSpPr>
            <p:spPr bwMode="auto">
              <a:xfrm>
                <a:off x="7556939" y="407723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3" name="Oval 40"/>
              <p:cNvSpPr>
                <a:spLocks noChangeArrowheads="1"/>
              </p:cNvSpPr>
              <p:nvPr userDrawn="1"/>
            </p:nvSpPr>
            <p:spPr bwMode="auto">
              <a:xfrm>
                <a:off x="7457217" y="417549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 name="Oval 41"/>
              <p:cNvSpPr>
                <a:spLocks noChangeArrowheads="1"/>
              </p:cNvSpPr>
              <p:nvPr userDrawn="1"/>
            </p:nvSpPr>
            <p:spPr bwMode="auto">
              <a:xfrm>
                <a:off x="7549606" y="416962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 name="Oval 42"/>
              <p:cNvSpPr>
                <a:spLocks noChangeArrowheads="1"/>
              </p:cNvSpPr>
              <p:nvPr userDrawn="1"/>
            </p:nvSpPr>
            <p:spPr bwMode="auto">
              <a:xfrm>
                <a:off x="7568671" y="413589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Oval 43"/>
              <p:cNvSpPr>
                <a:spLocks noChangeArrowheads="1"/>
              </p:cNvSpPr>
              <p:nvPr userDrawn="1"/>
            </p:nvSpPr>
            <p:spPr bwMode="auto">
              <a:xfrm>
                <a:off x="7405889" y="4247353"/>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Oval 44"/>
              <p:cNvSpPr>
                <a:spLocks noChangeArrowheads="1"/>
              </p:cNvSpPr>
              <p:nvPr userDrawn="1"/>
            </p:nvSpPr>
            <p:spPr bwMode="auto">
              <a:xfrm>
                <a:off x="7351629" y="4357340"/>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 name="Oval 45"/>
              <p:cNvSpPr>
                <a:spLocks noChangeArrowheads="1"/>
              </p:cNvSpPr>
              <p:nvPr userDrawn="1"/>
            </p:nvSpPr>
            <p:spPr bwMode="auto">
              <a:xfrm>
                <a:off x="7561338" y="423415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 name="Oval 46"/>
              <p:cNvSpPr>
                <a:spLocks noChangeArrowheads="1"/>
              </p:cNvSpPr>
              <p:nvPr userDrawn="1"/>
            </p:nvSpPr>
            <p:spPr bwMode="auto">
              <a:xfrm>
                <a:off x="7592135" y="4171095"/>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 name="Oval 47"/>
              <p:cNvSpPr>
                <a:spLocks noChangeArrowheads="1"/>
              </p:cNvSpPr>
              <p:nvPr userDrawn="1"/>
            </p:nvSpPr>
            <p:spPr bwMode="auto">
              <a:xfrm>
                <a:off x="7627331" y="41520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 name="Oval 48"/>
              <p:cNvSpPr>
                <a:spLocks noChangeArrowheads="1"/>
              </p:cNvSpPr>
              <p:nvPr userDrawn="1"/>
            </p:nvSpPr>
            <p:spPr bwMode="auto">
              <a:xfrm>
                <a:off x="7627331" y="4190159"/>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 name="Oval 49"/>
              <p:cNvSpPr>
                <a:spLocks noChangeArrowheads="1"/>
              </p:cNvSpPr>
              <p:nvPr userDrawn="1"/>
            </p:nvSpPr>
            <p:spPr bwMode="auto">
              <a:xfrm>
                <a:off x="7707988" y="423268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 name="Oval 50"/>
              <p:cNvSpPr>
                <a:spLocks noChangeArrowheads="1"/>
              </p:cNvSpPr>
              <p:nvPr userDrawn="1"/>
            </p:nvSpPr>
            <p:spPr bwMode="auto">
              <a:xfrm>
                <a:off x="7669859" y="420922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 name="Oval 51"/>
              <p:cNvSpPr>
                <a:spLocks noChangeArrowheads="1"/>
              </p:cNvSpPr>
              <p:nvPr userDrawn="1"/>
            </p:nvSpPr>
            <p:spPr bwMode="auto">
              <a:xfrm>
                <a:off x="7659594" y="411243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 name="Oval 52"/>
              <p:cNvSpPr>
                <a:spLocks noChangeArrowheads="1"/>
              </p:cNvSpPr>
              <p:nvPr userDrawn="1"/>
            </p:nvSpPr>
            <p:spPr bwMode="auto">
              <a:xfrm>
                <a:off x="7707988" y="419162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 name="Oval 53"/>
              <p:cNvSpPr>
                <a:spLocks noChangeArrowheads="1"/>
              </p:cNvSpPr>
              <p:nvPr userDrawn="1"/>
            </p:nvSpPr>
            <p:spPr bwMode="auto">
              <a:xfrm>
                <a:off x="7665460" y="4157896"/>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 name="Oval 54"/>
              <p:cNvSpPr>
                <a:spLocks noChangeArrowheads="1"/>
              </p:cNvSpPr>
              <p:nvPr userDrawn="1"/>
            </p:nvSpPr>
            <p:spPr bwMode="auto">
              <a:xfrm>
                <a:off x="7360428" y="425321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 name="Oval 55"/>
              <p:cNvSpPr>
                <a:spLocks noChangeArrowheads="1"/>
              </p:cNvSpPr>
              <p:nvPr userDrawn="1"/>
            </p:nvSpPr>
            <p:spPr bwMode="auto">
              <a:xfrm>
                <a:off x="6597848" y="398338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 name="Oval 56"/>
              <p:cNvSpPr>
                <a:spLocks noChangeArrowheads="1"/>
              </p:cNvSpPr>
              <p:nvPr userDrawn="1"/>
            </p:nvSpPr>
            <p:spPr bwMode="auto">
              <a:xfrm>
                <a:off x="6143233" y="4068440"/>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 name="Oval 57"/>
              <p:cNvSpPr>
                <a:spLocks noChangeArrowheads="1"/>
              </p:cNvSpPr>
              <p:nvPr userDrawn="1"/>
            </p:nvSpPr>
            <p:spPr bwMode="auto">
              <a:xfrm>
                <a:off x="6087506" y="435880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 name="Oval 58"/>
              <p:cNvSpPr>
                <a:spLocks noChangeArrowheads="1"/>
              </p:cNvSpPr>
              <p:nvPr userDrawn="1"/>
            </p:nvSpPr>
            <p:spPr bwMode="auto">
              <a:xfrm>
                <a:off x="6251754" y="446732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 name="Oval 59"/>
              <p:cNvSpPr>
                <a:spLocks noChangeArrowheads="1"/>
              </p:cNvSpPr>
              <p:nvPr userDrawn="1"/>
            </p:nvSpPr>
            <p:spPr bwMode="auto">
              <a:xfrm>
                <a:off x="6709302" y="4745963"/>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 name="Oval 60"/>
              <p:cNvSpPr>
                <a:spLocks noChangeArrowheads="1"/>
              </p:cNvSpPr>
              <p:nvPr userDrawn="1"/>
            </p:nvSpPr>
            <p:spPr bwMode="auto">
              <a:xfrm>
                <a:off x="6565585" y="500113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4" name="Oval 61"/>
              <p:cNvSpPr>
                <a:spLocks noChangeArrowheads="1"/>
              </p:cNvSpPr>
              <p:nvPr userDrawn="1"/>
            </p:nvSpPr>
            <p:spPr bwMode="auto">
              <a:xfrm>
                <a:off x="7537874" y="412856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5" name="Oval 62"/>
              <p:cNvSpPr>
                <a:spLocks noChangeArrowheads="1"/>
              </p:cNvSpPr>
              <p:nvPr userDrawn="1"/>
            </p:nvSpPr>
            <p:spPr bwMode="auto">
              <a:xfrm>
                <a:off x="7520276" y="398778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6" name="Oval 63"/>
              <p:cNvSpPr>
                <a:spLocks noChangeArrowheads="1"/>
              </p:cNvSpPr>
              <p:nvPr userDrawn="1"/>
            </p:nvSpPr>
            <p:spPr bwMode="auto">
              <a:xfrm>
                <a:off x="7574537" y="4002447"/>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7" name="Oval 64"/>
              <p:cNvSpPr>
                <a:spLocks noChangeArrowheads="1"/>
              </p:cNvSpPr>
              <p:nvPr userDrawn="1"/>
            </p:nvSpPr>
            <p:spPr bwMode="auto">
              <a:xfrm>
                <a:off x="7688924" y="399071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8" name="Oval 65"/>
              <p:cNvSpPr>
                <a:spLocks noChangeArrowheads="1"/>
              </p:cNvSpPr>
              <p:nvPr userDrawn="1"/>
            </p:nvSpPr>
            <p:spPr bwMode="auto">
              <a:xfrm>
                <a:off x="7595068" y="411830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9" name="Oval 66"/>
              <p:cNvSpPr>
                <a:spLocks noChangeArrowheads="1"/>
              </p:cNvSpPr>
              <p:nvPr userDrawn="1"/>
            </p:nvSpPr>
            <p:spPr bwMode="auto">
              <a:xfrm>
                <a:off x="8692010" y="463744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5" name="Oval 67"/>
              <p:cNvSpPr>
                <a:spLocks noChangeArrowheads="1"/>
              </p:cNvSpPr>
              <p:nvPr userDrawn="1"/>
            </p:nvSpPr>
            <p:spPr bwMode="auto">
              <a:xfrm>
                <a:off x="8724273" y="452598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6" name="Oval 69"/>
              <p:cNvSpPr>
                <a:spLocks noChangeArrowheads="1"/>
              </p:cNvSpPr>
              <p:nvPr userDrawn="1"/>
            </p:nvSpPr>
            <p:spPr bwMode="auto">
              <a:xfrm>
                <a:off x="8001288" y="443653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74" name="Rectangle 73">
            <a:hlinkClick r:id="rId8"/>
          </p:cNvPr>
          <p:cNvSpPr/>
          <p:nvPr userDrawn="1"/>
        </p:nvSpPr>
        <p:spPr>
          <a:xfrm>
            <a:off x="1447800" y="51085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Rectangle 75">
            <a:hlinkClick r:id="rId8"/>
          </p:cNvPr>
          <p:cNvSpPr/>
          <p:nvPr userDrawn="1"/>
        </p:nvSpPr>
        <p:spPr>
          <a:xfrm>
            <a:off x="4962525" y="49815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ectangle 120">
            <a:hlinkClick r:id="rId9"/>
          </p:cNvPr>
          <p:cNvSpPr/>
          <p:nvPr userDrawn="1"/>
        </p:nvSpPr>
        <p:spPr>
          <a:xfrm>
            <a:off x="4419599" y="51339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ectangle 122">
            <a:hlinkClick r:id="rId10"/>
          </p:cNvPr>
          <p:cNvSpPr/>
          <p:nvPr userDrawn="1"/>
        </p:nvSpPr>
        <p:spPr>
          <a:xfrm>
            <a:off x="2800350" y="54991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9311882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2858" name="think-cell Slide" r:id="rId5" imgW="360" imgH="360" progId="">
                  <p:embed/>
                </p:oleObj>
              </mc:Choice>
              <mc:Fallback>
                <p:oleObj name="think-cell Slide" r:id="rId5" imgW="360" imgH="360"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9"/>
          <p:cNvSpPr>
            <a:spLocks noChangeArrowheads="1"/>
          </p:cNvSpPr>
          <p:nvPr userDrawn="1">
            <p:custDataLst>
              <p:tags r:id="rId3"/>
            </p:custDataLst>
          </p:nvPr>
        </p:nvSpPr>
        <p:spPr bwMode="gray">
          <a:xfrm>
            <a:off x="5309494" y="29124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spcBef>
                <a:spcPts val="600"/>
              </a:spcBef>
            </a:pPr>
            <a:r>
              <a:rPr lang="en-US" sz="1000" dirty="0" smtClean="0">
                <a:solidFill>
                  <a:schemeClr val="bg1"/>
                </a:solidFill>
                <a:latin typeface="Arial" pitchFamily="34" charset="0"/>
                <a:cs typeface="Arial" pitchFamily="34" charset="0"/>
              </a:rPr>
              <a:t>With almost 145,000 people in over 40 countries, </a:t>
            </a:r>
            <a:r>
              <a:rPr lang="en-US" sz="1000" dirty="0" err="1" smtClean="0">
                <a:solidFill>
                  <a:schemeClr val="bg1"/>
                </a:solidFill>
                <a:latin typeface="Arial" pitchFamily="34" charset="0"/>
                <a:cs typeface="Arial" pitchFamily="34" charset="0"/>
              </a:rPr>
              <a:t>Capgemini</a:t>
            </a:r>
            <a:r>
              <a:rPr lang="en-US" sz="1000" dirty="0" smtClean="0">
                <a:solidFill>
                  <a:schemeClr val="bg1"/>
                </a:solidFill>
                <a:latin typeface="Arial" pitchFamily="34" charset="0"/>
                <a:cs typeface="Arial" pitchFamily="34" charset="0"/>
              </a:rPr>
              <a:t> is one of the world's foremost providers of consulting, technology and outsourcing services. The Group reported 2014 global revenues of EUR 10.573 billion.</a:t>
            </a:r>
          </a:p>
          <a:p>
            <a:pPr marL="0" indent="0" algn="just">
              <a:spcBef>
                <a:spcPts val="600"/>
              </a:spcBef>
            </a:pPr>
            <a:r>
              <a:rPr lang="en-US" sz="1000" dirty="0" smtClean="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smtClean="0">
                <a:solidFill>
                  <a:schemeClr val="bg1"/>
                </a:solidFill>
                <a:latin typeface="Arial" pitchFamily="34" charset="0"/>
                <a:cs typeface="Arial" pitchFamily="34" charset="0"/>
              </a:rPr>
              <a:t>the Collaborative Business Experience™</a:t>
            </a:r>
            <a:r>
              <a:rPr lang="en-US" sz="1000" dirty="0" smtClean="0">
                <a:solidFill>
                  <a:schemeClr val="bg1"/>
                </a:solidFill>
                <a:latin typeface="Arial" pitchFamily="34" charset="0"/>
                <a:cs typeface="Arial" pitchFamily="34" charset="0"/>
              </a:rPr>
              <a:t>, and draws on </a:t>
            </a:r>
            <a:r>
              <a:rPr lang="en-US" sz="1000" u="sng" dirty="0" err="1" smtClean="0">
                <a:solidFill>
                  <a:schemeClr val="bg1"/>
                </a:solidFill>
                <a:latin typeface="Arial" pitchFamily="34" charset="0"/>
                <a:cs typeface="Arial" pitchFamily="34" charset="0"/>
              </a:rPr>
              <a:t>Rightshore</a:t>
            </a:r>
            <a:r>
              <a:rPr lang="en-US" sz="1000" u="sng"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its worldwide delivery model.</a:t>
            </a:r>
          </a:p>
          <a:p>
            <a:pPr marL="0" indent="0" algn="just">
              <a:spcBef>
                <a:spcPts val="600"/>
              </a:spcBef>
            </a:pPr>
            <a:r>
              <a:rPr lang="en-US" sz="1000" dirty="0" smtClean="0">
                <a:solidFill>
                  <a:schemeClr val="bg1"/>
                </a:solidFill>
                <a:latin typeface="Arial" pitchFamily="34" charset="0"/>
                <a:cs typeface="Arial" pitchFamily="34" charset="0"/>
              </a:rPr>
              <a:t>Learn more about us at </a:t>
            </a:r>
            <a:r>
              <a:rPr lang="en-US" sz="1000" b="1" u="sng" dirty="0" smtClean="0">
                <a:solidFill>
                  <a:schemeClr val="bg1"/>
                </a:solidFill>
                <a:latin typeface="Arial" pitchFamily="34" charset="0"/>
                <a:cs typeface="Arial" pitchFamily="34" charset="0"/>
              </a:rPr>
              <a:t>www.capgemini.com</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p:txBody>
      </p:sp>
      <p:pic>
        <p:nvPicPr>
          <p:cNvPr id="15" name="Image 337" descr="CBE_Label_ppt.png"/>
          <p:cNvPicPr>
            <a:picLocks noChangeAspect="1"/>
          </p:cNvPicPr>
          <p:nvPr userDrawn="1"/>
        </p:nvPicPr>
        <p:blipFill>
          <a:blip r:embed="rId7" cstate="screen"/>
          <a:stretch>
            <a:fillRect/>
          </a:stretch>
        </p:blipFill>
        <p:spPr>
          <a:xfrm>
            <a:off x="5059256" y="2763611"/>
            <a:ext cx="519572" cy="522508"/>
          </a:xfrm>
          <a:prstGeom prst="rect">
            <a:avLst/>
          </a:prstGeom>
        </p:spPr>
      </p:pic>
      <p:sp>
        <p:nvSpPr>
          <p:cNvPr id="16" name="Rectangle 15">
            <a:hlinkClick r:id="rId8"/>
          </p:cNvPr>
          <p:cNvSpPr/>
          <p:nvPr userDrawn="1"/>
        </p:nvSpPr>
        <p:spPr>
          <a:xfrm>
            <a:off x="5639331" y="45883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hlinkClick r:id="rId8"/>
          </p:cNvPr>
          <p:cNvSpPr/>
          <p:nvPr userDrawn="1"/>
        </p:nvSpPr>
        <p:spPr>
          <a:xfrm>
            <a:off x="9154056" y="44613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hlinkClick r:id="rId9"/>
          </p:cNvPr>
          <p:cNvSpPr/>
          <p:nvPr userDrawn="1"/>
        </p:nvSpPr>
        <p:spPr>
          <a:xfrm>
            <a:off x="8611130" y="46137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hlinkClick r:id="rId10"/>
          </p:cNvPr>
          <p:cNvSpPr/>
          <p:nvPr userDrawn="1"/>
        </p:nvSpPr>
        <p:spPr>
          <a:xfrm>
            <a:off x="6991881" y="49789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6636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3882" name="think-cell Slide" r:id="rId4" imgW="360" imgH="360" progId="">
                  <p:embed/>
                </p:oleObj>
              </mc:Choice>
              <mc:Fallback>
                <p:oleObj name="think-cell Slide" r:id="rId4" imgW="360" imgH="360" progId="">
                  <p:embed/>
                  <p:pic>
                    <p:nvPicPr>
                      <p:cNvPr id="0"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35025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6952" name="think-cell Slide" r:id="rId6" imgW="360" imgH="360" progId="">
                  <p:embed/>
                </p:oleObj>
              </mc:Choice>
              <mc:Fallback>
                <p:oleObj name="think-cell Slide" r:id="rId6" imgW="360" imgH="360" progId="">
                  <p:embed/>
                  <p:pic>
                    <p:nvPicPr>
                      <p:cNvPr id="0"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11" name="Rectangle 10"/>
          <p:cNvSpPr/>
          <p:nvPr userDrawn="1"/>
        </p:nvSpPr>
        <p:spPr>
          <a:xfrm>
            <a:off x="1776792" y="4601752"/>
            <a:ext cx="1242328" cy="436017"/>
          </a:xfrm>
          <a:prstGeom prst="rect">
            <a:avLst/>
          </a:prstGeom>
          <a:effectLst>
            <a:outerShdw blurRad="38100" dist="25400" dir="2700000" algn="tl" rotWithShape="0">
              <a:schemeClr val="bg1">
                <a:alpha val="65000"/>
              </a:schemeClr>
            </a:outerShdw>
          </a:effectLst>
        </p:spPr>
        <p:txBody>
          <a:bodyPr wrap="none" lIns="0" tIns="0" rIns="0" bIns="0">
            <a:spAutoFit/>
          </a:bodyPr>
          <a:lstStyle/>
          <a:p>
            <a:pPr algn="l">
              <a:lnSpc>
                <a:spcPts val="1700"/>
              </a:lnSpc>
            </a:pPr>
            <a:r>
              <a:rPr lang="en-US" sz="1800" b="1" kern="1100" spc="0" baseline="0" dirty="0" smtClean="0">
                <a:solidFill>
                  <a:schemeClr val="accent6"/>
                </a:solidFill>
                <a:latin typeface="Arial Narrow" pitchFamily="34" charset="0"/>
                <a:ea typeface="+mn-ea"/>
                <a:cs typeface="+mn-cs"/>
              </a:rPr>
              <a:t>Learning and </a:t>
            </a:r>
            <a:br>
              <a:rPr lang="en-US" sz="1800" b="1" kern="1100" spc="0" baseline="0" dirty="0" smtClean="0">
                <a:solidFill>
                  <a:schemeClr val="accent6"/>
                </a:solidFill>
                <a:latin typeface="Arial Narrow" pitchFamily="34" charset="0"/>
                <a:ea typeface="+mn-ea"/>
                <a:cs typeface="+mn-cs"/>
              </a:rPr>
            </a:br>
            <a:r>
              <a:rPr lang="en-US" sz="1800" b="1" kern="1100" spc="0" baseline="0" dirty="0" smtClean="0">
                <a:solidFill>
                  <a:schemeClr val="accent6"/>
                </a:solidFill>
                <a:latin typeface="Arial Narrow" pitchFamily="34" charset="0"/>
              </a:rPr>
              <a:t>Development</a:t>
            </a:r>
            <a:endParaRPr lang="en-US" sz="1800" b="1" kern="1100" spc="0" baseline="0" dirty="0">
              <a:solidFill>
                <a:schemeClr val="accent6"/>
              </a:solidFill>
              <a:latin typeface="Arial Narrow" pitchFamily="34" charset="0"/>
            </a:endParaRPr>
          </a:p>
        </p:txBody>
      </p:sp>
      <p:sp>
        <p:nvSpPr>
          <p:cNvPr id="13" name="Rectangle 12"/>
          <p:cNvSpPr/>
          <p:nvPr userDrawn="1"/>
        </p:nvSpPr>
        <p:spPr>
          <a:xfrm>
            <a:off x="1776792" y="5023940"/>
            <a:ext cx="1173398" cy="338554"/>
          </a:xfrm>
          <a:prstGeom prst="rect">
            <a:avLst/>
          </a:prstGeom>
          <a:effectLst/>
        </p:spPr>
        <p:txBody>
          <a:bodyPr wrap="none" lIns="0" tIns="0" rIns="0" bIns="0">
            <a:spAutoFit/>
          </a:bodyPr>
          <a:lstStyle/>
          <a:p>
            <a:pPr algn="l"/>
            <a:r>
              <a:rPr lang="en-US" sz="1100" b="0" kern="1100" spc="0" baseline="0" dirty="0" smtClean="0">
                <a:solidFill>
                  <a:schemeClr val="accent1">
                    <a:lumMod val="50000"/>
                  </a:schemeClr>
                </a:solidFill>
                <a:latin typeface="Arial Narrow" pitchFamily="34" charset="0"/>
                <a:ea typeface="+mn-ea"/>
                <a:cs typeface="+mn-cs"/>
              </a:rPr>
              <a:t>Enabling development,</a:t>
            </a:r>
          </a:p>
          <a:p>
            <a:pPr algn="l"/>
            <a:r>
              <a:rPr lang="en-US" sz="1100" b="0" kern="1100" spc="0" baseline="0" dirty="0" smtClean="0">
                <a:solidFill>
                  <a:schemeClr val="accent1">
                    <a:lumMod val="50000"/>
                  </a:schemeClr>
                </a:solidFill>
                <a:latin typeface="Arial Narrow" pitchFamily="34" charset="0"/>
                <a:ea typeface="+mn-ea"/>
                <a:cs typeface="+mn-cs"/>
              </a:rPr>
              <a:t>Impacting growth…</a:t>
            </a:r>
            <a:endParaRPr lang="en-US" sz="1100" b="0" kern="1100" spc="0" baseline="0" dirty="0">
              <a:solidFill>
                <a:schemeClr val="accent1">
                  <a:lumMod val="50000"/>
                </a:schemeClr>
              </a:solidFill>
              <a:latin typeface="Arial Narrow" pitchFamily="34" charset="0"/>
            </a:endParaRPr>
          </a:p>
        </p:txBody>
      </p:sp>
    </p:spTree>
    <p:extLst>
      <p:ext uri="{BB962C8B-B14F-4D97-AF65-F5344CB8AC3E}">
        <p14:creationId xmlns:p14="http://schemas.microsoft.com/office/powerpoint/2010/main" val="2727275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2054" y="237618"/>
            <a:ext cx="9908054" cy="6620382"/>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4696" name="think-cell Slide" r:id="rId6" imgW="360" imgH="360" progId="">
                  <p:embed/>
                </p:oleObj>
              </mc:Choice>
              <mc:Fallback>
                <p:oleObj name="think-cell Slide" r:id="rId6" imgW="360" imgH="360" progId="">
                  <p:embed/>
                  <p:pic>
                    <p:nvPicPr>
                      <p:cNvPr id="0" name="Picture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10" name="Rectangle 9"/>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smtClean="0">
                <a:solidFill>
                  <a:schemeClr val="accent2">
                    <a:lumMod val="60000"/>
                    <a:lumOff val="40000"/>
                  </a:schemeClr>
                </a:solidFill>
                <a:latin typeface="Arial Narrow" pitchFamily="34" charset="0"/>
                <a:ea typeface="+mn-ea"/>
                <a:cs typeface="+mn-cs"/>
              </a:rPr>
              <a:t>Learning and</a:t>
            </a:r>
            <a:br>
              <a:rPr lang="en-US" sz="1800" b="1" kern="1100" spc="0" baseline="0" dirty="0" smtClean="0">
                <a:solidFill>
                  <a:schemeClr val="accent2">
                    <a:lumMod val="60000"/>
                    <a:lumOff val="40000"/>
                  </a:schemeClr>
                </a:solidFill>
                <a:latin typeface="Arial Narrow" pitchFamily="34" charset="0"/>
                <a:ea typeface="+mn-ea"/>
                <a:cs typeface="+mn-cs"/>
              </a:rPr>
            </a:br>
            <a:r>
              <a:rPr lang="en-US" sz="1800" b="1" kern="1100" spc="0" baseline="0" dirty="0" smtClean="0">
                <a:solidFill>
                  <a:schemeClr val="accent2">
                    <a:lumMod val="60000"/>
                    <a:lumOff val="40000"/>
                  </a:schemeClr>
                </a:solidFill>
                <a:latin typeface="Arial Narrow" pitchFamily="34" charset="0"/>
              </a:rPr>
              <a:t>Development</a:t>
            </a:r>
            <a:endParaRPr lang="en-US" sz="1800" b="1" kern="1100" spc="0" baseline="0" dirty="0">
              <a:solidFill>
                <a:schemeClr val="accent2">
                  <a:lumMod val="60000"/>
                  <a:lumOff val="40000"/>
                </a:schemeClr>
              </a:solidFill>
              <a:latin typeface="Arial Narrow" pitchFamily="34" charset="0"/>
            </a:endParaRPr>
          </a:p>
        </p:txBody>
      </p:sp>
      <p:sp>
        <p:nvSpPr>
          <p:cNvPr id="11" name="Rectangle 10"/>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a:t>
            </a:r>
          </a:p>
          <a:p>
            <a:pPr algn="l"/>
            <a:r>
              <a:rPr lang="en-US" sz="1100" b="0" kern="1100" spc="0" baseline="0" dirty="0" smtClean="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7217293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8"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1175" y="2649"/>
            <a:ext cx="9907176" cy="5665103"/>
          </a:xfrm>
          <a:prstGeom prst="rect">
            <a:avLst/>
          </a:prstGeom>
          <a:noFill/>
          <a:ln>
            <a:noFill/>
          </a:ln>
        </p:spPr>
      </p:pic>
      <p:sp>
        <p:nvSpPr>
          <p:cNvPr id="7" name="Rectangle 7"/>
          <p:cNvSpPr/>
          <p:nvPr userDrawn="1">
            <p:custDataLst>
              <p:tags r:id="rId2"/>
            </p:custDataLst>
          </p:nvPr>
        </p:nvSpPr>
        <p:spPr bwMode="auto">
          <a:xfrm flipV="1">
            <a:off x="-1175" y="3384911"/>
            <a:ext cx="9907176"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p:spPr>
        <p:txBody>
          <a:bodyPr wrap="square" lIns="33059" tIns="42976" rIns="33059" bIns="42976" rtlCol="0" anchor="ctr"/>
          <a:lstStyle/>
          <a:p>
            <a:pPr algn="ctr" fontAlgn="auto">
              <a:spcBef>
                <a:spcPts val="0"/>
              </a:spcBef>
              <a:spcAft>
                <a:spcPts val="0"/>
              </a:spcAft>
            </a:pPr>
            <a:endParaRPr lang="en-US" sz="1000" dirty="0" smtClean="0">
              <a:solidFill>
                <a:schemeClr val="bg1"/>
              </a:solidFill>
              <a:latin typeface="Arial"/>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532547" name="think-cell Slide" r:id="rId6" imgW="360" imgH="360" progId="">
                  <p:embed/>
                </p:oleObj>
              </mc:Choice>
              <mc:Fallback>
                <p:oleObj name="think-cell Slide" r:id="rId6" imgW="360" imgH="360" progId="">
                  <p:embed/>
                  <p:pic>
                    <p:nvPicPr>
                      <p:cNvPr id="0" name="Picture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194192"/>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9" name="Rectangle 8"/>
          <p:cNvSpPr/>
          <p:nvPr userDrawn="1"/>
        </p:nvSpPr>
        <p:spPr>
          <a:xfrm>
            <a:off x="698392" y="3539645"/>
            <a:ext cx="2585072" cy="218008"/>
          </a:xfrm>
          <a:prstGeom prst="rect">
            <a:avLst/>
          </a:prstGeom>
          <a:effectLst>
            <a:outerShdw blurRad="38100" dist="12700" dir="2700000" algn="tl" rotWithShape="0">
              <a:srgbClr val="000000">
                <a:alpha val="63000"/>
              </a:srgbClr>
            </a:outerShdw>
          </a:effectLst>
        </p:spPr>
        <p:txBody>
          <a:bodyPr wrap="square" lIns="0" tIns="0" rIns="0" bIns="0">
            <a:spAutoFit/>
          </a:bodyPr>
          <a:lstStyle/>
          <a:p>
            <a:pPr algn="l">
              <a:lnSpc>
                <a:spcPts val="1700"/>
              </a:lnSpc>
            </a:pPr>
            <a:r>
              <a:rPr lang="en-US" sz="1800" b="1" kern="1100" spc="0" baseline="0" dirty="0" smtClean="0">
                <a:solidFill>
                  <a:schemeClr val="bg1"/>
                </a:solidFill>
                <a:latin typeface="Arial Narrow" pitchFamily="34" charset="0"/>
                <a:ea typeface="+mn-ea"/>
                <a:cs typeface="+mn-cs"/>
              </a:rPr>
              <a:t>Learning and </a:t>
            </a:r>
            <a:r>
              <a:rPr lang="en-US" sz="1800" b="1" kern="1100" spc="0" baseline="0" dirty="0" smtClean="0">
                <a:solidFill>
                  <a:schemeClr val="bg1"/>
                </a:solidFill>
                <a:latin typeface="Arial Narrow" pitchFamily="34" charset="0"/>
              </a:rPr>
              <a:t>Development</a:t>
            </a:r>
            <a:endParaRPr lang="en-US" sz="1800" b="1" kern="1100" spc="0" baseline="0" dirty="0">
              <a:solidFill>
                <a:schemeClr val="bg1"/>
              </a:solidFill>
              <a:latin typeface="Arial Narrow" pitchFamily="34" charset="0"/>
            </a:endParaRPr>
          </a:p>
        </p:txBody>
      </p:sp>
      <p:sp>
        <p:nvSpPr>
          <p:cNvPr id="13" name="Rectangle 12"/>
          <p:cNvSpPr/>
          <p:nvPr userDrawn="1"/>
        </p:nvSpPr>
        <p:spPr>
          <a:xfrm>
            <a:off x="698392" y="3755063"/>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tags" Target="../tags/tag8.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tags" Target="../tags/tag3.xml"/><Relationship Id="rId20" Type="http://schemas.openxmlformats.org/officeDocument/2006/relationships/tags" Target="../tags/tag7.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tags" Target="../tags/tag2.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 Id="rId22" Type="http://schemas.openxmlformats.org/officeDocument/2006/relationships/tags" Target="../tags/tag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hyperlink" Target="http://www.facebook.com/Capgemini" TargetMode="External"/><Relationship Id="rId26" Type="http://schemas.openxmlformats.org/officeDocument/2006/relationships/hyperlink" Target="http://www.slideshare.net/capgemini" TargetMode="External"/><Relationship Id="rId3" Type="http://schemas.openxmlformats.org/officeDocument/2006/relationships/slideLayout" Target="../slideLayouts/slideLayout15.xml"/><Relationship Id="rId21" Type="http://schemas.openxmlformats.org/officeDocument/2006/relationships/image" Target="../media/image9.png"/><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hyperlink" Target="http://www.capgemini.com/" TargetMode="External"/><Relationship Id="rId25" Type="http://schemas.openxmlformats.org/officeDocument/2006/relationships/image" Target="../media/image11.png"/><Relationship Id="rId2" Type="http://schemas.openxmlformats.org/officeDocument/2006/relationships/slideLayout" Target="../slideLayouts/slideLayout14.xml"/><Relationship Id="rId16" Type="http://schemas.openxmlformats.org/officeDocument/2006/relationships/image" Target="../media/image1.emf"/><Relationship Id="rId20" Type="http://schemas.openxmlformats.org/officeDocument/2006/relationships/hyperlink" Target="http://www.linkedin.com/company/capgemini" TargetMode="External"/><Relationship Id="rId29"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tags" Target="../tags/tag48.xml"/><Relationship Id="rId11" Type="http://schemas.openxmlformats.org/officeDocument/2006/relationships/tags" Target="../tags/tag53.xml"/><Relationship Id="rId24" Type="http://schemas.openxmlformats.org/officeDocument/2006/relationships/hyperlink" Target="http://www.youtube.com/capgemini" TargetMode="External"/><Relationship Id="rId5" Type="http://schemas.openxmlformats.org/officeDocument/2006/relationships/vmlDrawing" Target="../drawings/vmlDrawing13.vml"/><Relationship Id="rId15" Type="http://schemas.openxmlformats.org/officeDocument/2006/relationships/oleObject" Target="../embeddings/oleObject13.bin"/><Relationship Id="rId23" Type="http://schemas.openxmlformats.org/officeDocument/2006/relationships/image" Target="../media/image10.png"/><Relationship Id="rId28" Type="http://schemas.openxmlformats.org/officeDocument/2006/relationships/image" Target="../media/image2.png"/><Relationship Id="rId10" Type="http://schemas.openxmlformats.org/officeDocument/2006/relationships/tags" Target="../tags/tag52.xml"/><Relationship Id="rId19" Type="http://schemas.openxmlformats.org/officeDocument/2006/relationships/image" Target="../media/image8.png"/><Relationship Id="rId4" Type="http://schemas.openxmlformats.org/officeDocument/2006/relationships/theme" Target="../theme/theme2.xml"/><Relationship Id="rId9" Type="http://schemas.openxmlformats.org/officeDocument/2006/relationships/tags" Target="../tags/tag51.xml"/><Relationship Id="rId14" Type="http://schemas.openxmlformats.org/officeDocument/2006/relationships/tags" Target="../tags/tag56.xml"/><Relationship Id="rId22" Type="http://schemas.openxmlformats.org/officeDocument/2006/relationships/hyperlink" Target="http://www.twitter.com/capgemini" TargetMode="External"/><Relationship Id="rId27" Type="http://schemas.openxmlformats.org/officeDocument/2006/relationships/image" Target="../media/image12.gi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8.xml"/><Relationship Id="rId7" Type="http://schemas.openxmlformats.org/officeDocument/2006/relationships/oleObject" Target="../embeddings/oleObject17.bin"/><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ags" Target="../tags/tag62.xml"/><Relationship Id="rId5" Type="http://schemas.openxmlformats.org/officeDocument/2006/relationships/vmlDrawing" Target="../drawings/vmlDrawing17.v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5"/>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2156" name="think-cell Slide" r:id="rId23" imgW="360" imgH="360" progId="">
                  <p:embed/>
                </p:oleObj>
              </mc:Choice>
              <mc:Fallback>
                <p:oleObj name="think-cell Slide" r:id="rId23" imgW="360" imgH="360" progId="">
                  <p:embed/>
                  <p:pic>
                    <p:nvPicPr>
                      <p:cNvPr id="0" name="Picture 10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6"/>
            </p:custDataLst>
          </p:nvPr>
        </p:nvSpPr>
        <p:spPr>
          <a:xfrm>
            <a:off x="1" y="1"/>
            <a:ext cx="9905999" cy="914400"/>
          </a:xfrm>
          <a:prstGeom prst="rect">
            <a:avLst/>
          </a:prstGeom>
        </p:spPr>
        <p:txBody>
          <a:bodyPr vert="horz" lIns="457200" tIns="0" rIns="0" bIns="0" rtlCol="0" anchor="ctr">
            <a:noAutofit/>
          </a:bodyPr>
          <a:lstStyle/>
          <a:p>
            <a:r>
              <a:rPr lang="en-US" noProof="0" dirty="0" smtClean="0"/>
              <a:t>Click to edit Master title style</a:t>
            </a:r>
            <a:endParaRPr lang="en-US" noProof="0" dirty="0"/>
          </a:p>
        </p:txBody>
      </p:sp>
      <p:sp>
        <p:nvSpPr>
          <p:cNvPr id="3" name="Text Placeholder 2"/>
          <p:cNvSpPr>
            <a:spLocks noGrp="1"/>
          </p:cNvSpPr>
          <p:nvPr>
            <p:ph type="body" idx="1"/>
            <p:custDataLst>
              <p:tags r:id="rId17"/>
            </p:custDataLst>
          </p:nvPr>
        </p:nvSpPr>
        <p:spPr>
          <a:xfrm>
            <a:off x="341313" y="1255714"/>
            <a:ext cx="9223375" cy="5011736"/>
          </a:xfrm>
          <a:prstGeom prst="rect">
            <a:avLst/>
          </a:prstGeom>
        </p:spPr>
        <p:txBody>
          <a:bodyPr vert="horz" lIns="0" tIns="33059" rIns="33059" bIns="33059"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18"/>
            </p:custDataLst>
          </p:nvPr>
        </p:nvSpPr>
        <p:spPr>
          <a:xfrm>
            <a:off x="4572000" y="6553200"/>
            <a:ext cx="141065" cy="138499"/>
          </a:xfrm>
          <a:prstGeom prst="rect">
            <a:avLst/>
          </a:prstGeom>
          <a:noFill/>
        </p:spPr>
        <p:txBody>
          <a:bodyPr wrap="none" lIns="0" tIns="0" rIns="0" bIns="0" rtlCol="0" anchor="ctr">
            <a:spAutoFit/>
          </a:bodyPr>
          <a:lstStyle/>
          <a:p>
            <a:pPr algn="ctr"/>
            <a:fld id="{6A895693-0027-4F28-9367-92E39A51F51C}" type="slidenum">
              <a:rPr lang="en-US" sz="900" smtClean="0">
                <a:solidFill>
                  <a:schemeClr val="tx2"/>
                </a:solidFill>
              </a:rPr>
              <a:pPr algn="ctr"/>
              <a:t>‹#›</a:t>
            </a:fld>
            <a:endParaRPr lang="en-US" sz="900" dirty="0">
              <a:solidFill>
                <a:schemeClr val="tx2"/>
              </a:solidFill>
            </a:endParaRPr>
          </a:p>
        </p:txBody>
      </p:sp>
      <p:sp>
        <p:nvSpPr>
          <p:cNvPr id="9" name="Freeform 4"/>
          <p:cNvSpPr>
            <a:spLocks/>
          </p:cNvSpPr>
          <p:nvPr>
            <p:custDataLst>
              <p:tags r:id="rId19"/>
            </p:custDataLst>
          </p:nvPr>
        </p:nvSpPr>
        <p:spPr bwMode="auto">
          <a:xfrm>
            <a:off x="2" y="437863"/>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2"/>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schemeClr val="accent3"/>
              </a:solidFill>
            </a:endParaRPr>
          </a:p>
        </p:txBody>
      </p:sp>
      <p:sp>
        <p:nvSpPr>
          <p:cNvPr id="12" name="Rectangle 11"/>
          <p:cNvSpPr>
            <a:spLocks noChangeArrowheads="1"/>
          </p:cNvSpPr>
          <p:nvPr>
            <p:custDataLst>
              <p:tags r:id="rId20"/>
            </p:custDataLst>
          </p:nvPr>
        </p:nvSpPr>
        <p:spPr bwMode="auto">
          <a:xfrm>
            <a:off x="6546850" y="6623403"/>
            <a:ext cx="2855624"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smtClean="0">
                <a:solidFill>
                  <a:schemeClr val="tx2"/>
                </a:solidFill>
                <a:latin typeface="+mj-lt"/>
                <a:cs typeface="Helvetica Light"/>
              </a:rPr>
              <a:t>Copyright © </a:t>
            </a:r>
            <a:r>
              <a:rPr lang="en-US" altLang="en-US" sz="700" b="0" i="0" noProof="0" dirty="0" err="1" smtClean="0">
                <a:solidFill>
                  <a:schemeClr val="tx2"/>
                </a:solidFill>
                <a:latin typeface="+mj-lt"/>
                <a:cs typeface="Helvetica Light"/>
              </a:rPr>
              <a:t>Capgemini</a:t>
            </a:r>
            <a:r>
              <a:rPr lang="en-US" altLang="en-US" sz="700" b="0" i="0" noProof="0" dirty="0" smtClean="0">
                <a:solidFill>
                  <a:schemeClr val="tx2"/>
                </a:solidFill>
                <a:latin typeface="+mj-lt"/>
                <a:cs typeface="Helvetica Light"/>
              </a:rPr>
              <a:t> 2016. All Rights Reserved</a:t>
            </a:r>
          </a:p>
        </p:txBody>
      </p:sp>
      <p:sp>
        <p:nvSpPr>
          <p:cNvPr id="13" name="Rectangle 12"/>
          <p:cNvSpPr/>
          <p:nvPr>
            <p:custDataLst>
              <p:tags r:id="rId21"/>
            </p:custDataLst>
          </p:nvPr>
        </p:nvSpPr>
        <p:spPr>
          <a:xfrm>
            <a:off x="6362700" y="6427223"/>
            <a:ext cx="3200400" cy="182880"/>
          </a:xfrm>
          <a:prstGeom prst="rect">
            <a:avLst/>
          </a:prstGeom>
        </p:spPr>
        <p:txBody>
          <a:bodyPr wrap="none" lIns="35997" tIns="35997" rIns="35997" bIns="35997" anchor="b" anchorCtr="0">
            <a:noAutofit/>
          </a:bodyPr>
          <a:lstStyle/>
          <a:p>
            <a:pPr marL="0" marR="0" lvl="0" indent="0" algn="r" defTabSz="957756" rtl="0" eaLnBrk="1" fontAlgn="auto" latinLnBrk="0" hangingPunct="1">
              <a:lnSpc>
                <a:spcPct val="100000"/>
              </a:lnSpc>
              <a:spcBef>
                <a:spcPts val="0"/>
              </a:spcBef>
              <a:spcAft>
                <a:spcPts val="0"/>
              </a:spcAft>
              <a:buClrTx/>
              <a:buSzTx/>
              <a:buFontTx/>
              <a:buNone/>
              <a:tabLst/>
              <a:defRPr/>
            </a:pPr>
            <a:r>
              <a:rPr lang="en-US" sz="800" dirty="0" smtClean="0">
                <a:solidFill>
                  <a:schemeClr val="tx2"/>
                </a:solidFill>
              </a:rPr>
              <a:t>IBM </a:t>
            </a:r>
            <a:r>
              <a:rPr lang="en-US" sz="800" dirty="0" err="1" smtClean="0">
                <a:solidFill>
                  <a:schemeClr val="tx2"/>
                </a:solidFill>
              </a:rPr>
              <a:t>Cognos</a:t>
            </a:r>
            <a:r>
              <a:rPr lang="en-US" sz="800" dirty="0" smtClean="0">
                <a:solidFill>
                  <a:schemeClr val="tx2"/>
                </a:solidFill>
              </a:rPr>
              <a:t> </a:t>
            </a:r>
            <a:r>
              <a:rPr lang="en-US" sz="800" baseline="0" dirty="0" smtClean="0">
                <a:solidFill>
                  <a:schemeClr val="tx2"/>
                </a:solidFill>
              </a:rPr>
              <a:t>Analytics</a:t>
            </a:r>
            <a:r>
              <a:rPr lang="en-US" sz="800" dirty="0" smtClean="0">
                <a:solidFill>
                  <a:schemeClr val="tx2"/>
                </a:solidFill>
              </a:rPr>
              <a:t> </a:t>
            </a:r>
            <a:r>
              <a:rPr lang="en-US" sz="800" dirty="0" err="1" smtClean="0">
                <a:solidFill>
                  <a:schemeClr val="tx2"/>
                </a:solidFill>
              </a:rPr>
              <a:t>BI_Slides_Training_V</a:t>
            </a:r>
            <a:r>
              <a:rPr lang="en-US" sz="800" dirty="0" smtClean="0">
                <a:solidFill>
                  <a:schemeClr val="tx2"/>
                </a:solidFill>
              </a:rPr>
              <a:t> 1 0</a:t>
            </a:r>
          </a:p>
        </p:txBody>
      </p:sp>
      <p:cxnSp>
        <p:nvCxnSpPr>
          <p:cNvPr id="14" name="Straight Connector 5"/>
          <p:cNvCxnSpPr/>
          <p:nvPr>
            <p:custDataLst>
              <p:tags r:id="rId22"/>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16" name="Picture 26" descr="D:\Users\bkp\My Work\TEMPLATES\LOGO Library\Capgemini_Logo_Set\Capgemini Logo Set\ppt\Logo_Capgemini_RGB.png"/>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9250" y="6456451"/>
            <a:ext cx="1362456" cy="31575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998" r:id="rId1"/>
    <p:sldLayoutId id="2147483990" r:id="rId2"/>
    <p:sldLayoutId id="2147483991" r:id="rId3"/>
    <p:sldLayoutId id="2147483997" r:id="rId4"/>
    <p:sldLayoutId id="2147483965" r:id="rId5"/>
    <p:sldLayoutId id="2147483966" r:id="rId6"/>
    <p:sldLayoutId id="2147483962" r:id="rId7"/>
    <p:sldLayoutId id="2147483963" r:id="rId8"/>
    <p:sldLayoutId id="2147483964" r:id="rId9"/>
    <p:sldLayoutId id="2147483934" r:id="rId10"/>
    <p:sldLayoutId id="2147484003" r:id="rId11"/>
    <p:sldLayoutId id="2147484004" r:id="rId12"/>
  </p:sldLayoutIdLst>
  <p:timing>
    <p:tnLst>
      <p:par>
        <p:cTn id="1" dur="indefinite" restart="never" nodeType="tmRoot"/>
      </p:par>
    </p:tnLst>
  </p:timing>
  <p:hf sldNum="0" hdr="0" dt="0"/>
  <p:txStyles>
    <p:titleStyle>
      <a:lvl1pPr algn="l" defTabSz="914342" rtl="0" eaLnBrk="1" latinLnBrk="0" hangingPunct="1">
        <a:lnSpc>
          <a:spcPct val="85000"/>
        </a:lnSpc>
        <a:spcBef>
          <a:spcPct val="0"/>
        </a:spcBef>
        <a:buNone/>
        <a:defRPr sz="2800" b="0" kern="1200">
          <a:solidFill>
            <a:schemeClr val="tx1"/>
          </a:solidFill>
          <a:latin typeface="Arial Narrow" pitchFamily="34" charset="0"/>
          <a:ea typeface="+mj-ea"/>
          <a:cs typeface="+mj-cs"/>
        </a:defRPr>
      </a:lvl1pPr>
    </p:titleStyle>
    <p:bodyStyle>
      <a:lvl1pPr marL="228600" indent="-228600" algn="l" defTabSz="914342" rtl="0" eaLnBrk="1" latinLnBrk="0" hangingPunct="1">
        <a:spcBef>
          <a:spcPts val="0"/>
        </a:spcBef>
        <a:spcAft>
          <a:spcPts val="600"/>
        </a:spcAft>
        <a:buClr>
          <a:schemeClr val="accent2"/>
        </a:buClr>
        <a:buFont typeface="Wingdings" pitchFamily="2" charset="2"/>
        <a:buChar char="§"/>
        <a:defRPr sz="2000" b="0" kern="1200">
          <a:solidFill>
            <a:schemeClr val="tx1"/>
          </a:solidFill>
          <a:latin typeface="+mn-lt"/>
          <a:ea typeface="+mn-ea"/>
          <a:cs typeface="+mn-cs"/>
        </a:defRPr>
      </a:lvl1pPr>
      <a:lvl2pPr marL="457200" indent="-228600" algn="l" defTabSz="914342" rtl="0" eaLnBrk="1" latinLnBrk="0" hangingPunct="1">
        <a:spcBef>
          <a:spcPts val="0"/>
        </a:spcBef>
        <a:spcAft>
          <a:spcPts val="600"/>
        </a:spcAft>
        <a:buClr>
          <a:schemeClr val="accent2"/>
        </a:buClr>
        <a:buFont typeface="Arial" pitchFamily="34" charset="0"/>
        <a:buChar char="•"/>
        <a:defRPr sz="1800" b="0" kern="1200">
          <a:solidFill>
            <a:schemeClr val="tx1"/>
          </a:solidFill>
          <a:latin typeface="+mn-lt"/>
          <a:ea typeface="+mn-ea"/>
          <a:cs typeface="+mn-cs"/>
        </a:defRPr>
      </a:lvl2pPr>
      <a:lvl3pPr marL="685800" indent="-228600" algn="l" defTabSz="914342" rtl="0" eaLnBrk="1" latinLnBrk="0" hangingPunct="1">
        <a:spcBef>
          <a:spcPts val="0"/>
        </a:spcBef>
        <a:spcAft>
          <a:spcPts val="600"/>
        </a:spcAft>
        <a:buClr>
          <a:schemeClr val="accent2"/>
        </a:buClr>
        <a:buFont typeface="Arial" pitchFamily="34" charset="0"/>
        <a:buChar char="–"/>
        <a:defRPr sz="1600" kern="1200">
          <a:solidFill>
            <a:schemeClr val="tx1"/>
          </a:solidFill>
          <a:latin typeface="+mn-lt"/>
          <a:ea typeface="+mn-ea"/>
          <a:cs typeface="+mn-cs"/>
        </a:defRPr>
      </a:lvl3pPr>
      <a:lvl4pPr marL="914400" marR="0" indent="-228600" algn="l" defTabSz="914342" rtl="0" eaLnBrk="1" fontAlgn="auto" latinLnBrk="0" hangingPunct="1">
        <a:lnSpc>
          <a:spcPct val="100000"/>
        </a:lnSpc>
        <a:spcBef>
          <a:spcPts val="0"/>
        </a:spcBef>
        <a:spcAft>
          <a:spcPts val="0"/>
        </a:spcAft>
        <a:buClr>
          <a:schemeClr val="accent2"/>
        </a:buClr>
        <a:buSzTx/>
        <a:buFont typeface="Courier New" pitchFamily="49" charset="0"/>
        <a:buChar char="o"/>
        <a:tabLst/>
        <a:defRPr sz="1400" kern="1200">
          <a:solidFill>
            <a:schemeClr val="tx1"/>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0810" name="think-cell Slide" r:id="rId15" imgW="360" imgH="360" progId="">
                  <p:embed/>
                </p:oleObj>
              </mc:Choice>
              <mc:Fallback>
                <p:oleObj name="think-cell Slide" r:id="rId15" imgW="360" imgH="360" progId="">
                  <p:embed/>
                  <p:pic>
                    <p:nvPicPr>
                      <p:cNvPr id="0" name="Picture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7"/>
            </p:custDataLst>
          </p:nvPr>
        </p:nvSpPr>
        <p:spPr bwMode="auto">
          <a:xfrm flipV="1">
            <a:off x="0" y="1685925"/>
            <a:ext cx="9906000" cy="517207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132036 w 10564614"/>
              <a:gd name="connsiteY6" fmla="*/ 20806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363945 w 10564614"/>
              <a:gd name="connsiteY5" fmla="*/ 427792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646636 w 10564614"/>
              <a:gd name="connsiteY6" fmla="*/ 39532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349559 w 10564614"/>
              <a:gd name="connsiteY0" fmla="*/ 166453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3360"/>
              <a:gd name="connsiteY0" fmla="*/ 0 h 5657661"/>
              <a:gd name="connsiteX1" fmla="*/ 10563360 w 10563360"/>
              <a:gd name="connsiteY1" fmla="*/ 5657661 h 5657661"/>
              <a:gd name="connsiteX2" fmla="*/ 9024770 w 10563360"/>
              <a:gd name="connsiteY2" fmla="*/ 4808920 h 5657661"/>
              <a:gd name="connsiteX3" fmla="*/ 2295231 w 10563360"/>
              <a:gd name="connsiteY3" fmla="*/ 4794064 h 5657661"/>
              <a:gd name="connsiteX4" fmla="*/ 1200559 w 10563360"/>
              <a:gd name="connsiteY4" fmla="*/ 4072264 h 5657661"/>
              <a:gd name="connsiteX5" fmla="*/ 0 w 10563360"/>
              <a:gd name="connsiteY5" fmla="*/ 4795927 h 5657661"/>
              <a:gd name="connsiteX6" fmla="*/ 0 w 10563360"/>
              <a:gd name="connsiteY6" fmla="*/ 0 h 5657661"/>
              <a:gd name="connsiteX0" fmla="*/ 10562847 w 10562847"/>
              <a:gd name="connsiteY0" fmla="*/ 0 h 5064672"/>
              <a:gd name="connsiteX1" fmla="*/ 10198903 w 10562847"/>
              <a:gd name="connsiteY1" fmla="*/ 5064672 h 5064672"/>
              <a:gd name="connsiteX2" fmla="*/ 9024770 w 10562847"/>
              <a:gd name="connsiteY2" fmla="*/ 4808920 h 5064672"/>
              <a:gd name="connsiteX3" fmla="*/ 2295231 w 10562847"/>
              <a:gd name="connsiteY3" fmla="*/ 4794064 h 5064672"/>
              <a:gd name="connsiteX4" fmla="*/ 1200559 w 10562847"/>
              <a:gd name="connsiteY4" fmla="*/ 4072264 h 5064672"/>
              <a:gd name="connsiteX5" fmla="*/ 0 w 10562847"/>
              <a:gd name="connsiteY5" fmla="*/ 4795927 h 5064672"/>
              <a:gd name="connsiteX6" fmla="*/ 0 w 10562847"/>
              <a:gd name="connsiteY6" fmla="*/ 0 h 5064672"/>
              <a:gd name="connsiteX0" fmla="*/ 10562847 w 10562847"/>
              <a:gd name="connsiteY0" fmla="*/ 0 h 5648998"/>
              <a:gd name="connsiteX1" fmla="*/ 10562847 w 10562847"/>
              <a:gd name="connsiteY1" fmla="*/ 5648998 h 5648998"/>
              <a:gd name="connsiteX2" fmla="*/ 9024770 w 10562847"/>
              <a:gd name="connsiteY2" fmla="*/ 4808920 h 5648998"/>
              <a:gd name="connsiteX3" fmla="*/ 2295231 w 10562847"/>
              <a:gd name="connsiteY3" fmla="*/ 4794064 h 5648998"/>
              <a:gd name="connsiteX4" fmla="*/ 1200559 w 10562847"/>
              <a:gd name="connsiteY4" fmla="*/ 4072264 h 5648998"/>
              <a:gd name="connsiteX5" fmla="*/ 0 w 10562847"/>
              <a:gd name="connsiteY5" fmla="*/ 4795927 h 5648998"/>
              <a:gd name="connsiteX6" fmla="*/ 0 w 10562847"/>
              <a:gd name="connsiteY6" fmla="*/ 0 h 564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2847" h="5648998">
                <a:moveTo>
                  <a:pt x="10562847" y="0"/>
                </a:moveTo>
                <a:lnTo>
                  <a:pt x="10562847" y="5648998"/>
                </a:lnTo>
                <a:cubicBezTo>
                  <a:pt x="10190428" y="4911661"/>
                  <a:pt x="9462356" y="4792975"/>
                  <a:pt x="9024770" y="4808920"/>
                </a:cubicBezTo>
                <a:lnTo>
                  <a:pt x="2295231" y="4794064"/>
                </a:lnTo>
                <a:cubicBezTo>
                  <a:pt x="1854598" y="4794612"/>
                  <a:pt x="1423669" y="4544310"/>
                  <a:pt x="1200559" y="4072264"/>
                </a:cubicBezTo>
                <a:cubicBezTo>
                  <a:pt x="965203" y="4750718"/>
                  <a:pt x="278640" y="4795049"/>
                  <a:pt x="0" y="4795927"/>
                </a:cubicBezTo>
                <a:lnTo>
                  <a:pt x="0" y="0"/>
                </a:lnTo>
              </a:path>
            </a:pathLst>
          </a:custGeom>
          <a:gradFill>
            <a:gsLst>
              <a:gs pos="0">
                <a:schemeClr val="tx1"/>
              </a:gs>
              <a:gs pos="100000">
                <a:schemeClr val="accent2"/>
              </a:gs>
              <a:gs pos="100000">
                <a:schemeClr val="accent5"/>
              </a:gs>
            </a:gsLst>
            <a:lin ang="18900000" scaled="1"/>
          </a:gra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sp>
        <p:nvSpPr>
          <p:cNvPr id="22" name="Rectangle 21"/>
          <p:cNvSpPr/>
          <p:nvPr>
            <p:custDataLst>
              <p:tags r:id="rId8"/>
            </p:custDataLst>
          </p:nvPr>
        </p:nvSpPr>
        <p:spPr>
          <a:xfrm>
            <a:off x="5523917" y="6271946"/>
            <a:ext cx="4382083" cy="389929"/>
          </a:xfrm>
          <a:prstGeom prst="rect">
            <a:avLst/>
          </a:prstGeom>
        </p:spPr>
        <p:txBody>
          <a:bodyPr wrap="square" lIns="33059" tIns="33059" rIns="330588" bIns="33059" anchor="b" anchorCtr="0">
            <a:spAutoFit/>
          </a:bodyPr>
          <a:lstStyle/>
          <a:p>
            <a:pPr algn="r"/>
            <a:r>
              <a:rPr lang="en-US" sz="700" dirty="0">
                <a:solidFill>
                  <a:schemeClr val="bg1"/>
                </a:solidFill>
                <a:latin typeface="Arial"/>
                <a:cs typeface="Arial"/>
              </a:rPr>
              <a:t>The information contained in this presentation is </a:t>
            </a:r>
            <a:r>
              <a:rPr lang="en-US" sz="700" dirty="0" smtClean="0">
                <a:solidFill>
                  <a:schemeClr val="bg1"/>
                </a:solidFill>
                <a:latin typeface="Arial"/>
                <a:cs typeface="Arial"/>
              </a:rPr>
              <a:t>proprietary.</a:t>
            </a:r>
            <a:br>
              <a:rPr lang="en-US" sz="700" dirty="0" smtClean="0">
                <a:solidFill>
                  <a:schemeClr val="bg1"/>
                </a:solidFill>
                <a:latin typeface="Arial"/>
                <a:cs typeface="Arial"/>
              </a:rPr>
            </a:br>
            <a:r>
              <a:rPr lang="en-US" sz="700" dirty="0" smtClean="0">
                <a:solidFill>
                  <a:schemeClr val="bg1"/>
                </a:solidFill>
                <a:latin typeface="Arial"/>
                <a:cs typeface="Arial"/>
              </a:rPr>
              <a:t>Copyright © 2015 Capgemini. </a:t>
            </a:r>
            <a:r>
              <a:rPr lang="en-US" sz="700" dirty="0">
                <a:solidFill>
                  <a:schemeClr val="bg1"/>
                </a:solidFill>
                <a:latin typeface="Arial"/>
                <a:cs typeface="Arial"/>
              </a:rPr>
              <a:t>All rights </a:t>
            </a:r>
            <a:r>
              <a:rPr lang="en-US" sz="700" dirty="0" smtClean="0">
                <a:solidFill>
                  <a:schemeClr val="bg1"/>
                </a:solidFill>
                <a:latin typeface="Arial"/>
                <a:cs typeface="Arial"/>
              </a:rPr>
              <a:t>reserved.</a:t>
            </a:r>
          </a:p>
          <a:p>
            <a:pPr marL="0" marR="0" indent="0" algn="r" defTabSz="957756" rtl="0" eaLnBrk="1" fontAlgn="auto" latinLnBrk="0" hangingPunct="1">
              <a:lnSpc>
                <a:spcPct val="100000"/>
              </a:lnSpc>
              <a:spcBef>
                <a:spcPts val="0"/>
              </a:spcBef>
              <a:spcAft>
                <a:spcPts val="0"/>
              </a:spcAft>
              <a:buClrTx/>
              <a:buSzTx/>
              <a:buFontTx/>
              <a:buNone/>
              <a:tabLst/>
              <a:defRPr/>
            </a:pPr>
            <a:r>
              <a:rPr lang="en-US" sz="700" dirty="0" err="1" smtClean="0">
                <a:solidFill>
                  <a:schemeClr val="bg1"/>
                </a:solidFill>
                <a:latin typeface="Arial"/>
                <a:cs typeface="Arial"/>
              </a:rPr>
              <a:t>Rightshore</a:t>
            </a:r>
            <a:r>
              <a:rPr lang="en-US" sz="700" baseline="30000" dirty="0" smtClean="0">
                <a:solidFill>
                  <a:schemeClr val="bg1"/>
                </a:solidFill>
                <a:latin typeface="Arial"/>
                <a:cs typeface="Arial"/>
              </a:rPr>
              <a:t>®</a:t>
            </a:r>
            <a:r>
              <a:rPr lang="en-US" sz="700" dirty="0" smtClean="0">
                <a:solidFill>
                  <a:schemeClr val="bg1"/>
                </a:solidFill>
                <a:latin typeface="Arial"/>
                <a:cs typeface="Arial"/>
              </a:rPr>
              <a:t> is a trademark belonging to </a:t>
            </a:r>
            <a:r>
              <a:rPr lang="en-US" sz="700" dirty="0" err="1" smtClean="0">
                <a:solidFill>
                  <a:schemeClr val="bg1"/>
                </a:solidFill>
                <a:latin typeface="Arial"/>
                <a:cs typeface="Arial"/>
              </a:rPr>
              <a:t>Capgemini</a:t>
            </a:r>
            <a:r>
              <a:rPr lang="en-US" sz="700" dirty="0" smtClean="0">
                <a:solidFill>
                  <a:schemeClr val="bg1"/>
                </a:solidFill>
                <a:latin typeface="Arial"/>
                <a:cs typeface="Arial"/>
              </a:rPr>
              <a:t>.</a:t>
            </a:r>
          </a:p>
        </p:txBody>
      </p:sp>
      <p:sp>
        <p:nvSpPr>
          <p:cNvPr id="23" name="Rectangle 22">
            <a:hlinkClick r:id="rId17"/>
          </p:cNvPr>
          <p:cNvSpPr/>
          <p:nvPr>
            <p:custDataLst>
              <p:tags r:id="rId9"/>
            </p:custDataLst>
          </p:nvPr>
        </p:nvSpPr>
        <p:spPr>
          <a:xfrm>
            <a:off x="6982878" y="5457935"/>
            <a:ext cx="2923122" cy="380480"/>
          </a:xfrm>
          <a:prstGeom prst="rect">
            <a:avLst/>
          </a:prstGeom>
        </p:spPr>
        <p:txBody>
          <a:bodyPr wrap="none" lIns="36000" tIns="36000" rIns="360000" bIns="36000" anchor="b" anchorCtr="0">
            <a:spAutoFit/>
          </a:bodyPr>
          <a:lstStyle/>
          <a:p>
            <a:pPr algn="r"/>
            <a:r>
              <a:rPr lang="en-US" sz="2000" b="1" dirty="0">
                <a:solidFill>
                  <a:schemeClr val="bg1"/>
                </a:solidFill>
                <a:latin typeface="Arial" pitchFamily="34" charset="0"/>
                <a:cs typeface="Arial" pitchFamily="34" charset="0"/>
              </a:rPr>
              <a:t>www.capgemini.com</a:t>
            </a:r>
          </a:p>
        </p:txBody>
      </p:sp>
      <p:pic>
        <p:nvPicPr>
          <p:cNvPr id="24" name="Picture 3" descr="C:\Users\UserSim\Desktop\DS_icons\128x128 shadows\facebook.png">
            <a:hlinkClick r:id="rId18"/>
          </p:cNvPr>
          <p:cNvPicPr>
            <a:picLocks noChangeAspect="1" noChangeArrowheads="1"/>
          </p:cNvPicPr>
          <p:nvPr>
            <p:custDataLst>
              <p:tags r:id="rId10"/>
            </p:custDataLst>
          </p:nvPr>
        </p:nvPicPr>
        <p:blipFill>
          <a:blip r:embed="rId19" cstate="email"/>
          <a:srcRect/>
          <a:stretch>
            <a:fillRect/>
          </a:stretch>
        </p:blipFill>
        <p:spPr bwMode="auto">
          <a:xfrm>
            <a:off x="7939252" y="5932547"/>
            <a:ext cx="278223" cy="263770"/>
          </a:xfrm>
          <a:prstGeom prst="rect">
            <a:avLst/>
          </a:prstGeom>
          <a:noFill/>
        </p:spPr>
      </p:pic>
      <p:pic>
        <p:nvPicPr>
          <p:cNvPr id="25" name="Picture 4" descr="C:\Users\UserSim\Desktop\DS_icons\128x128 shadows\linkedin.png">
            <a:hlinkClick r:id="rId20"/>
          </p:cNvPr>
          <p:cNvPicPr>
            <a:picLocks noChangeAspect="1" noChangeArrowheads="1"/>
          </p:cNvPicPr>
          <p:nvPr>
            <p:custDataLst>
              <p:tags r:id="rId11"/>
            </p:custDataLst>
          </p:nvPr>
        </p:nvPicPr>
        <p:blipFill>
          <a:blip r:embed="rId21" cstate="email"/>
          <a:srcRect/>
          <a:stretch>
            <a:fillRect/>
          </a:stretch>
        </p:blipFill>
        <p:spPr bwMode="auto">
          <a:xfrm>
            <a:off x="8274665" y="5932547"/>
            <a:ext cx="281313" cy="266700"/>
          </a:xfrm>
          <a:prstGeom prst="rect">
            <a:avLst/>
          </a:prstGeom>
          <a:noFill/>
        </p:spPr>
      </p:pic>
      <p:pic>
        <p:nvPicPr>
          <p:cNvPr id="26" name="Picture 5" descr="C:\Users\UserSim\Desktop\DS_icons\128x128 shadows\twitter.png">
            <a:hlinkClick r:id="rId22"/>
          </p:cNvPr>
          <p:cNvPicPr>
            <a:picLocks noChangeAspect="1" noChangeArrowheads="1"/>
          </p:cNvPicPr>
          <p:nvPr>
            <p:custDataLst>
              <p:tags r:id="rId12"/>
            </p:custDataLst>
          </p:nvPr>
        </p:nvPicPr>
        <p:blipFill>
          <a:blip r:embed="rId23" cstate="email"/>
          <a:srcRect/>
          <a:stretch>
            <a:fillRect/>
          </a:stretch>
        </p:blipFill>
        <p:spPr bwMode="auto">
          <a:xfrm>
            <a:off x="8903720" y="5932547"/>
            <a:ext cx="281313" cy="266700"/>
          </a:xfrm>
          <a:prstGeom prst="rect">
            <a:avLst/>
          </a:prstGeom>
          <a:noFill/>
        </p:spPr>
      </p:pic>
      <p:pic>
        <p:nvPicPr>
          <p:cNvPr id="27" name="Picture 6" descr="C:\Users\UserSim\Desktop\DS_icons\128x128 shadows\youtube.png">
            <a:hlinkClick r:id="rId24"/>
          </p:cNvPr>
          <p:cNvPicPr>
            <a:picLocks noChangeAspect="1" noChangeArrowheads="1"/>
          </p:cNvPicPr>
          <p:nvPr>
            <p:custDataLst>
              <p:tags r:id="rId13"/>
            </p:custDataLst>
          </p:nvPr>
        </p:nvPicPr>
        <p:blipFill>
          <a:blip r:embed="rId25" cstate="email"/>
          <a:srcRect/>
          <a:stretch>
            <a:fillRect/>
          </a:stretch>
        </p:blipFill>
        <p:spPr bwMode="auto">
          <a:xfrm>
            <a:off x="9242223" y="5932547"/>
            <a:ext cx="281313" cy="266700"/>
          </a:xfrm>
          <a:prstGeom prst="rect">
            <a:avLst/>
          </a:prstGeom>
          <a:noFill/>
        </p:spPr>
      </p:pic>
      <p:pic>
        <p:nvPicPr>
          <p:cNvPr id="28" name="Image 22" descr="Picto_Slideshare.gif">
            <a:hlinkClick r:id="rId26"/>
          </p:cNvPr>
          <p:cNvPicPr preferRelativeResize="0">
            <a:picLocks/>
          </p:cNvPicPr>
          <p:nvPr>
            <p:custDataLst>
              <p:tags r:id="rId14"/>
            </p:custDataLst>
          </p:nvPr>
        </p:nvPicPr>
        <p:blipFill>
          <a:blip r:embed="rId27" cstate="email"/>
          <a:srcRect l="4793" t="6316" r="5718" b="7969"/>
          <a:stretch>
            <a:fillRect/>
          </a:stretch>
        </p:blipFill>
        <p:spPr>
          <a:xfrm>
            <a:off x="8613168" y="5932547"/>
            <a:ext cx="233362" cy="238125"/>
          </a:xfrm>
          <a:prstGeom prst="roundRect">
            <a:avLst/>
          </a:prstGeom>
          <a:effectLst>
            <a:outerShdw blurRad="38100" dist="25400" dir="5400000" sx="98000" sy="98000" algn="t" rotWithShape="0">
              <a:schemeClr val="tx2">
                <a:alpha val="51000"/>
              </a:schemeClr>
            </a:outerShdw>
          </a:effectLst>
        </p:spPr>
      </p:pic>
      <p:pic>
        <p:nvPicPr>
          <p:cNvPr id="261139" name="Picture 19" descr="D:\Users\bkp\My Work\TEMPLATES\LOGO Library\Capgemini_Logo_Set\Capgemini Logo Set\ppt\Logo_Capgemini_RGB.png"/>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66750" y="844452"/>
            <a:ext cx="3154680" cy="731113"/>
          </a:xfrm>
          <a:prstGeom prst="rect">
            <a:avLst/>
          </a:prstGeom>
          <a:noFill/>
          <a:extLst>
            <a:ext uri="{909E8E84-426E-40DD-AFC4-6F175D3DCCD1}">
              <a14:hiddenFill xmlns:a14="http://schemas.microsoft.com/office/drawing/2010/main">
                <a:solidFill>
                  <a:srgbClr val="FFFFFF"/>
                </a:solidFill>
              </a14:hiddenFill>
            </a:ext>
          </a:extLst>
        </p:spPr>
      </p:pic>
      <p:pic>
        <p:nvPicPr>
          <p:cNvPr id="261140" name="Picture 20" descr="D:\Users\bkp\My Work\TEMPLATES\LOGO Library\Capgemini_Logo_Set\Slogan_PMRC_cmyk_Capgemini.png"/>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087543" y="1106840"/>
            <a:ext cx="3154680" cy="258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929013"/>
      </p:ext>
    </p:extLst>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Lst>
  <p:timing>
    <p:tnLst>
      <p:par>
        <p:cTn id="1" dur="indefinite" restart="never" nodeType="tmRoot"/>
      </p:par>
    </p:tnLst>
  </p:timing>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9097" name="think-cell Slide" r:id="rId7" imgW="360" imgH="360" progId="">
                  <p:embed/>
                </p:oleObj>
              </mc:Choice>
              <mc:Fallback>
                <p:oleObj name="think-cell Slide" r:id="rId7" imgW="360" imgH="360" progId="">
                  <p:embed/>
                  <p:pic>
                    <p:nvPicPr>
                      <p:cNvPr id="0" name="Picture 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4000" r:id="rId1"/>
    <p:sldLayoutId id="2147483992" r:id="rId2"/>
    <p:sldLayoutId id="2147483980" r:id="rId3"/>
  </p:sldLayoutIdLst>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tags" Target="../tags/tag70.xml"/><Relationship Id="rId7" Type="http://schemas.openxmlformats.org/officeDocument/2006/relationships/notesSlide" Target="../notesSlides/notesSlide1.xml"/><Relationship Id="rId2" Type="http://schemas.openxmlformats.org/officeDocument/2006/relationships/tags" Target="../tags/tag69.xml"/><Relationship Id="rId1" Type="http://schemas.openxmlformats.org/officeDocument/2006/relationships/vmlDrawing" Target="../drawings/vmlDrawing21.vml"/><Relationship Id="rId6" Type="http://schemas.openxmlformats.org/officeDocument/2006/relationships/slideLayout" Target="../slideLayouts/slideLayout1.xml"/><Relationship Id="rId5" Type="http://schemas.openxmlformats.org/officeDocument/2006/relationships/tags" Target="../tags/tag72.xml"/><Relationship Id="rId4" Type="http://schemas.openxmlformats.org/officeDocument/2006/relationships/tags" Target="../tags/tag71.xml"/><Relationship Id="rId9"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vmlDrawing" Target="../drawings/vmlDrawing22.vml"/><Relationship Id="rId6" Type="http://schemas.openxmlformats.org/officeDocument/2006/relationships/image" Target="../media/image21.png"/><Relationship Id="rId5" Type="http://schemas.openxmlformats.org/officeDocument/2006/relationships/oleObject" Target="../embeddings/oleObject22.bin"/><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3.xml"/><Relationship Id="rId1" Type="http://schemas.openxmlformats.org/officeDocument/2006/relationships/vmlDrawing" Target="../drawings/vmlDrawing23.vml"/><Relationship Id="rId5" Type="http://schemas.openxmlformats.org/officeDocument/2006/relationships/image" Target="../media/image1.emf"/><Relationship Id="rId4" Type="http://schemas.openxmlformats.org/officeDocument/2006/relationships/oleObject" Target="../embeddings/oleObject2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7967" name="think-cell Slide" r:id="rId8" imgW="360" imgH="360" progId="">
                  <p:embed/>
                </p:oleObj>
              </mc:Choice>
              <mc:Fallback>
                <p:oleObj name="think-cell Slide" r:id="rId8" imgW="360" imgH="360" progId="">
                  <p:embed/>
                  <p:pic>
                    <p:nvPicPr>
                      <p:cNvPr id="0"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itle 9"/>
          <p:cNvSpPr>
            <a:spLocks noGrp="1"/>
          </p:cNvSpPr>
          <p:nvPr>
            <p:ph type="ctrTitle"/>
            <p:custDataLst>
              <p:tags r:id="rId3"/>
            </p:custDataLst>
          </p:nvPr>
        </p:nvSpPr>
        <p:spPr>
          <a:xfrm>
            <a:off x="304800" y="4648200"/>
            <a:ext cx="4727575" cy="724977"/>
          </a:xfrm>
        </p:spPr>
        <p:txBody>
          <a:bodyPr/>
          <a:lstStyle/>
          <a:p>
            <a:r>
              <a:rPr lang="en-US" sz="2400" b="1" dirty="0" smtClean="0"/>
              <a:t>Learning &amp; Development </a:t>
            </a:r>
            <a:br>
              <a:rPr lang="en-US" sz="2400" b="1" dirty="0" smtClean="0"/>
            </a:br>
            <a:r>
              <a:rPr lang="en-US" sz="1600" i="1" kern="1100" dirty="0">
                <a:solidFill>
                  <a:schemeClr val="accent1">
                    <a:lumMod val="50000"/>
                  </a:schemeClr>
                </a:solidFill>
              </a:rPr>
              <a:t>Enabling development, Impacting growth</a:t>
            </a:r>
            <a:r>
              <a:rPr lang="en-US" sz="1600" i="1" kern="1100" dirty="0" smtClean="0">
                <a:solidFill>
                  <a:schemeClr val="accent1">
                    <a:lumMod val="50000"/>
                  </a:schemeClr>
                </a:solidFill>
              </a:rPr>
              <a:t>…</a:t>
            </a:r>
            <a:endParaRPr lang="en-US" sz="2400" b="1" i="1" dirty="0"/>
          </a:p>
        </p:txBody>
      </p:sp>
      <p:sp>
        <p:nvSpPr>
          <p:cNvPr id="13" name="Subtitle 12"/>
          <p:cNvSpPr>
            <a:spLocks noGrp="1"/>
          </p:cNvSpPr>
          <p:nvPr>
            <p:ph type="subTitle" idx="1"/>
            <p:custDataLst>
              <p:tags r:id="rId4"/>
            </p:custDataLst>
          </p:nvPr>
        </p:nvSpPr>
        <p:spPr>
          <a:xfrm>
            <a:off x="311149" y="5791200"/>
            <a:ext cx="5861051" cy="381000"/>
          </a:xfrm>
        </p:spPr>
        <p:txBody>
          <a:bodyPr/>
          <a:lstStyle/>
          <a:p>
            <a:pPr lvl="0"/>
            <a:r>
              <a:rPr lang="en-US" sz="2400" b="1" dirty="0" err="1" smtClean="0">
                <a:solidFill>
                  <a:srgbClr val="002060"/>
                </a:solidFill>
              </a:rPr>
              <a:t>Cognos</a:t>
            </a:r>
            <a:r>
              <a:rPr lang="en-US" sz="2400" b="1" dirty="0" smtClean="0">
                <a:solidFill>
                  <a:srgbClr val="002060"/>
                </a:solidFill>
              </a:rPr>
              <a:t> 11 (IBM </a:t>
            </a:r>
            <a:r>
              <a:rPr lang="en-US" sz="2400" b="1" dirty="0" err="1" smtClean="0">
                <a:solidFill>
                  <a:srgbClr val="002060"/>
                </a:solidFill>
              </a:rPr>
              <a:t>Cognos</a:t>
            </a:r>
            <a:r>
              <a:rPr lang="en-US" sz="2400" b="1" dirty="0" smtClean="0">
                <a:solidFill>
                  <a:srgbClr val="002060"/>
                </a:solidFill>
              </a:rPr>
              <a:t> Analytics) – Training</a:t>
            </a:r>
          </a:p>
          <a:p>
            <a:pPr lvl="0">
              <a:buClr>
                <a:srgbClr val="002060"/>
              </a:buClr>
              <a:buFont typeface="Wingdings" pitchFamily="2" charset="2"/>
              <a:buChar char="Ø"/>
            </a:pPr>
            <a:r>
              <a:rPr lang="en-US" sz="2400" b="1" dirty="0" smtClean="0">
                <a:solidFill>
                  <a:srgbClr val="002060"/>
                </a:solidFill>
              </a:rPr>
              <a:t>Legacy Studios – Analysis &amp; Event Studio</a:t>
            </a:r>
          </a:p>
        </p:txBody>
      </p:sp>
      <p:sp>
        <p:nvSpPr>
          <p:cNvPr id="5" name="Subtitle 12"/>
          <p:cNvSpPr txBox="1">
            <a:spLocks/>
          </p:cNvSpPr>
          <p:nvPr>
            <p:custDataLst>
              <p:tags r:id="rId5"/>
            </p:custDataLst>
          </p:nvPr>
        </p:nvSpPr>
        <p:spPr>
          <a:xfrm>
            <a:off x="311149" y="5410200"/>
            <a:ext cx="5861051" cy="381000"/>
          </a:xfrm>
          <a:prstGeom prst="rect">
            <a:avLst/>
          </a:prstGeom>
          <a:effectLst>
            <a:outerShdw blurRad="12700" dist="12700" dir="2700000" sx="133000" sy="133000" algn="tl" rotWithShape="0">
              <a:schemeClr val="bg1">
                <a:alpha val="80000"/>
              </a:schemeClr>
            </a:outerShdw>
          </a:effectLst>
        </p:spPr>
        <p:txBody>
          <a:bodyPr vert="horz" lIns="0" tIns="33059" rIns="33059" bIns="33059" rtlCol="0" anchor="ctr">
            <a:noAutofit/>
          </a:bodyPr>
          <a:lstStyle>
            <a:lvl1pPr marL="0" indent="0" algn="l" defTabSz="914342" rtl="0" eaLnBrk="1" latinLnBrk="0" hangingPunct="1">
              <a:lnSpc>
                <a:spcPct val="100000"/>
              </a:lnSpc>
              <a:spcBef>
                <a:spcPts val="0"/>
              </a:spcBef>
              <a:spcAft>
                <a:spcPts val="600"/>
              </a:spcAft>
              <a:buClr>
                <a:schemeClr val="accent2"/>
              </a:buClr>
              <a:buFont typeface="Wingdings" pitchFamily="2" charset="2"/>
              <a:buNone/>
              <a:defRPr sz="1800" b="0" kern="1200">
                <a:solidFill>
                  <a:schemeClr val="accent2"/>
                </a:solidFill>
                <a:effectLst/>
                <a:latin typeface="Arial Narrow" pitchFamily="34" charset="0"/>
                <a:ea typeface="+mn-ea"/>
                <a:cs typeface="+mn-cs"/>
              </a:defRPr>
            </a:lvl1pPr>
            <a:lvl2pPr marL="457171" indent="0" algn="ctr" defTabSz="914342" rtl="0" eaLnBrk="1" latinLnBrk="0" hangingPunct="1">
              <a:spcBef>
                <a:spcPts val="0"/>
              </a:spcBef>
              <a:spcAft>
                <a:spcPts val="600"/>
              </a:spcAft>
              <a:buClr>
                <a:schemeClr val="accent2"/>
              </a:buClr>
              <a:buFont typeface="Arial" pitchFamily="34" charset="0"/>
              <a:buNone/>
              <a:defRPr sz="1800" b="0" kern="1200">
                <a:solidFill>
                  <a:schemeClr val="tx1">
                    <a:tint val="75000"/>
                  </a:schemeClr>
                </a:solidFill>
                <a:latin typeface="+mn-lt"/>
                <a:ea typeface="+mn-ea"/>
                <a:cs typeface="+mn-cs"/>
              </a:defRPr>
            </a:lvl2pPr>
            <a:lvl3pPr marL="914342" indent="0" algn="ctr" defTabSz="914342" rtl="0" eaLnBrk="1" latinLnBrk="0" hangingPunct="1">
              <a:spcBef>
                <a:spcPts val="0"/>
              </a:spcBef>
              <a:spcAft>
                <a:spcPts val="600"/>
              </a:spcAft>
              <a:buClr>
                <a:schemeClr val="accent2"/>
              </a:buClr>
              <a:buFont typeface="Arial" pitchFamily="34" charset="0"/>
              <a:buNone/>
              <a:defRPr sz="1600" kern="1200">
                <a:solidFill>
                  <a:schemeClr val="tx1">
                    <a:tint val="75000"/>
                  </a:schemeClr>
                </a:solidFill>
                <a:latin typeface="+mn-lt"/>
                <a:ea typeface="+mn-ea"/>
                <a:cs typeface="+mn-cs"/>
              </a:defRPr>
            </a:lvl3pPr>
            <a:lvl4pPr marL="1371513" marR="0" indent="0" algn="ctr" defTabSz="914342" rtl="0" eaLnBrk="1" fontAlgn="auto" latinLnBrk="0" hangingPunct="1">
              <a:lnSpc>
                <a:spcPct val="100000"/>
              </a:lnSpc>
              <a:spcBef>
                <a:spcPts val="0"/>
              </a:spcBef>
              <a:spcAft>
                <a:spcPts val="0"/>
              </a:spcAft>
              <a:buClr>
                <a:schemeClr val="accent2"/>
              </a:buClr>
              <a:buSzTx/>
              <a:buFont typeface="Courier New" pitchFamily="49" charset="0"/>
              <a:buNone/>
              <a:tabLst/>
              <a:defRPr sz="1400" kern="1200">
                <a:solidFill>
                  <a:schemeClr val="tx1">
                    <a:tint val="75000"/>
                  </a:schemeClr>
                </a:solidFill>
                <a:latin typeface="+mn-lt"/>
                <a:ea typeface="+mn-ea"/>
                <a:cs typeface="+mn-cs"/>
              </a:defRPr>
            </a:lvl4pPr>
            <a:lvl5pPr marL="1828684" indent="0" algn="ctr" defTabSz="914342" rtl="0" eaLnBrk="1" latinLnBrk="0" hangingPunct="1">
              <a:spcBef>
                <a:spcPts val="0"/>
              </a:spcBef>
              <a:buClr>
                <a:srgbClr val="B1B1B1"/>
              </a:buClr>
              <a:buFont typeface="Arial" pitchFamily="34" charset="0"/>
              <a:buNone/>
              <a:defRPr sz="1700" kern="1200">
                <a:solidFill>
                  <a:schemeClr val="tx1">
                    <a:tint val="75000"/>
                  </a:schemeClr>
                </a:solidFill>
                <a:latin typeface="+mn-lt"/>
                <a:ea typeface="+mn-ea"/>
                <a:cs typeface="+mn-cs"/>
              </a:defRPr>
            </a:lvl5pPr>
            <a:lvl6pPr marL="2285855"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026"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198"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369"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fr-FR" sz="1600" b="1" dirty="0" smtClean="0"/>
          </a:p>
        </p:txBody>
      </p:sp>
    </p:spTree>
    <p:extLst>
      <p:ext uri="{BB962C8B-B14F-4D97-AF65-F5344CB8AC3E}">
        <p14:creationId xmlns:p14="http://schemas.microsoft.com/office/powerpoint/2010/main" val="3817146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Module Objectives :</a:t>
            </a:r>
            <a:endParaRPr lang="en-US" sz="2800" dirty="0">
              <a:latin typeface="Arial Narrow" pitchFamily="34" charset="0"/>
            </a:endParaRPr>
          </a:p>
        </p:txBody>
      </p:sp>
      <p:sp>
        <p:nvSpPr>
          <p:cNvPr id="20" name="Rectangle 19"/>
          <p:cNvSpPr/>
          <p:nvPr/>
        </p:nvSpPr>
        <p:spPr>
          <a:xfrm>
            <a:off x="381000" y="1524000"/>
            <a:ext cx="9144000" cy="3724096"/>
          </a:xfrm>
          <a:prstGeom prst="rect">
            <a:avLst/>
          </a:prstGeom>
        </p:spPr>
        <p:txBody>
          <a:bodyPr wrap="square">
            <a:spAutoFit/>
          </a:bodyPr>
          <a:lstStyle/>
          <a:p>
            <a:pPr lvl="0"/>
            <a:r>
              <a:rPr lang="fr-FR" sz="2000" b="1" dirty="0" err="1" smtClean="0"/>
              <a:t>Analysis</a:t>
            </a:r>
            <a:r>
              <a:rPr lang="fr-FR" sz="2000" b="1" dirty="0" smtClean="0"/>
              <a:t> Studio</a:t>
            </a:r>
          </a:p>
          <a:p>
            <a:pPr lvl="0"/>
            <a:endParaRPr lang="en-US" sz="2000" dirty="0" smtClean="0"/>
          </a:p>
          <a:p>
            <a:pPr marL="936078" lvl="1" indent="-457200">
              <a:buFont typeface="+mj-lt"/>
              <a:buAutoNum type="arabicPeriod"/>
            </a:pPr>
            <a:r>
              <a:rPr lang="fr-FR" sz="2000" dirty="0" smtClean="0"/>
              <a:t>What </a:t>
            </a:r>
            <a:r>
              <a:rPr lang="fr-FR" sz="2000" dirty="0" err="1" smtClean="0"/>
              <a:t>is</a:t>
            </a:r>
            <a:r>
              <a:rPr lang="fr-FR" sz="2000" dirty="0" smtClean="0"/>
              <a:t> </a:t>
            </a:r>
            <a:r>
              <a:rPr lang="fr-FR" sz="2000" dirty="0" err="1" smtClean="0"/>
              <a:t>Analysis</a:t>
            </a:r>
            <a:r>
              <a:rPr lang="fr-FR" sz="2000" dirty="0" smtClean="0"/>
              <a:t> Studio ?</a:t>
            </a:r>
            <a:endParaRPr lang="en-US" sz="2000" dirty="0" smtClean="0"/>
          </a:p>
          <a:p>
            <a:pPr marL="936078" lvl="1" indent="-457200">
              <a:buFont typeface="+mj-lt"/>
              <a:buAutoNum type="arabicPeriod"/>
            </a:pPr>
            <a:r>
              <a:rPr lang="fr-FR" sz="2000" dirty="0" err="1" smtClean="0"/>
              <a:t>Analysis</a:t>
            </a:r>
            <a:r>
              <a:rPr lang="fr-FR" sz="2000" dirty="0" smtClean="0"/>
              <a:t> Studio simple report</a:t>
            </a:r>
            <a:endParaRPr lang="en-US" sz="2000" dirty="0" smtClean="0"/>
          </a:p>
          <a:p>
            <a:pPr marL="457200" lvl="0" indent="-457200"/>
            <a:endParaRPr lang="fr-FR" sz="2000" b="1" dirty="0" smtClean="0"/>
          </a:p>
          <a:p>
            <a:pPr marL="457200" lvl="0" indent="-457200"/>
            <a:r>
              <a:rPr lang="fr-FR" sz="2000" b="1" dirty="0" smtClean="0"/>
              <a:t>Event Studio</a:t>
            </a:r>
          </a:p>
          <a:p>
            <a:pPr marL="457200" lvl="0" indent="-457200"/>
            <a:endParaRPr lang="en-US" sz="2000" dirty="0" smtClean="0"/>
          </a:p>
          <a:p>
            <a:pPr marL="936078" lvl="1" indent="-457200">
              <a:buFont typeface="+mj-lt"/>
              <a:buAutoNum type="arabicPeriod"/>
            </a:pPr>
            <a:r>
              <a:rPr lang="fr-FR" sz="2000" dirty="0" smtClean="0"/>
              <a:t>What </a:t>
            </a:r>
            <a:r>
              <a:rPr lang="fr-FR" sz="2000" dirty="0" err="1" smtClean="0"/>
              <a:t>is</a:t>
            </a:r>
            <a:r>
              <a:rPr lang="fr-FR" sz="2000" dirty="0" smtClean="0"/>
              <a:t> Event Studio ?</a:t>
            </a:r>
            <a:endParaRPr lang="en-US" sz="2000" dirty="0" smtClean="0"/>
          </a:p>
          <a:p>
            <a:pPr marL="936078" lvl="1" indent="-457200">
              <a:buFont typeface="+mj-lt"/>
              <a:buAutoNum type="arabicPeriod"/>
            </a:pPr>
            <a:r>
              <a:rPr lang="fr-FR" sz="2000" dirty="0" smtClean="0"/>
              <a:t>Simple Event </a:t>
            </a:r>
            <a:r>
              <a:rPr lang="fr-FR" sz="2000" dirty="0" err="1" smtClean="0"/>
              <a:t>Creation</a:t>
            </a:r>
            <a:r>
              <a:rPr lang="fr-FR" sz="2000" dirty="0" smtClean="0"/>
              <a:t>.</a:t>
            </a:r>
            <a:endParaRPr lang="en-US" sz="2000" dirty="0" smtClean="0"/>
          </a:p>
          <a:p>
            <a:pPr marL="936078" lvl="1" indent="-457200">
              <a:buFont typeface="+mj-lt"/>
              <a:buAutoNum type="arabicPeriod"/>
            </a:pPr>
            <a:r>
              <a:rPr lang="fr-FR" sz="2000" dirty="0" smtClean="0"/>
              <a:t>Schedule and Trigger Events Studio Agents.</a:t>
            </a:r>
            <a:endParaRPr lang="en-US" sz="2000" dirty="0" smtClean="0"/>
          </a:p>
          <a:p>
            <a:pPr marL="936078" lvl="1" indent="-457200">
              <a:buFont typeface="+mj-lt"/>
              <a:buAutoNum type="arabicPeriod"/>
            </a:pPr>
            <a:endParaRPr lang="en-US" sz="3600" dirty="0">
              <a:solidFill>
                <a:srgbClr val="000000"/>
              </a:solidFill>
              <a:cs typeface="Times New Roman" pitchFamily="18" charset="0"/>
            </a:endParaRPr>
          </a:p>
        </p:txBody>
      </p:sp>
    </p:spTree>
  </p:cSld>
  <p:clrMapOvr>
    <a:masterClrMapping/>
  </p:clrMapOvr>
  <p:transition advClick="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Text Box 2"/>
          <p:cNvSpPr txBox="1">
            <a:spLocks noChangeArrowheads="1"/>
          </p:cNvSpPr>
          <p:nvPr/>
        </p:nvSpPr>
        <p:spPr bwMode="auto">
          <a:xfrm>
            <a:off x="374650" y="1114400"/>
            <a:ext cx="9144000" cy="914400"/>
          </a:xfrm>
          <a:prstGeom prst="rect">
            <a:avLst/>
          </a:prstGeom>
          <a:noFill/>
          <a:ln w="9525">
            <a:noFill/>
            <a:round/>
            <a:headEnd/>
            <a:tailEnd/>
          </a:ln>
        </p:spPr>
        <p:txBody>
          <a:bodyPr/>
          <a:lstStyle/>
          <a:p>
            <a:pPr indent="-120650">
              <a:lnSpc>
                <a:spcPct val="105000"/>
              </a:lnSpc>
              <a:spcBef>
                <a:spcPts val="350"/>
              </a:spcBef>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b="1" dirty="0" smtClean="0">
                <a:solidFill>
                  <a:srgbClr val="000000"/>
                </a:solidFill>
                <a:cs typeface="Times New Roman" pitchFamily="18" charset="0"/>
              </a:rPr>
              <a:t>User Interface</a:t>
            </a:r>
          </a:p>
          <a:p>
            <a:pPr marL="274320" indent="-274320">
              <a:lnSpc>
                <a:spcPct val="105000"/>
              </a:lnSpc>
              <a:spcBef>
                <a:spcPts val="350"/>
              </a:spcBef>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Access </a:t>
            </a:r>
            <a:r>
              <a:rPr lang="en-US" sz="2000" dirty="0">
                <a:solidFill>
                  <a:srgbClr val="000000"/>
                </a:solidFill>
                <a:cs typeface="Times New Roman" pitchFamily="18" charset="0"/>
              </a:rPr>
              <a:t>the </a:t>
            </a:r>
            <a:r>
              <a:rPr lang="en-US" sz="2000" dirty="0" smtClean="0">
                <a:solidFill>
                  <a:srgbClr val="000000"/>
                </a:solidFill>
                <a:cs typeface="Times New Roman" pitchFamily="18" charset="0"/>
              </a:rPr>
              <a:t>Analysis Studio </a:t>
            </a:r>
            <a:r>
              <a:rPr lang="en-US" sz="2000" dirty="0">
                <a:solidFill>
                  <a:srgbClr val="000000"/>
                </a:solidFill>
                <a:cs typeface="Times New Roman" pitchFamily="18" charset="0"/>
              </a:rPr>
              <a:t>tool from the </a:t>
            </a:r>
            <a:r>
              <a:rPr lang="en-US" sz="2000" dirty="0" err="1">
                <a:solidFill>
                  <a:srgbClr val="000000"/>
                </a:solidFill>
                <a:cs typeface="Times New Roman" pitchFamily="18" charset="0"/>
              </a:rPr>
              <a:t>Cognos</a:t>
            </a:r>
            <a:r>
              <a:rPr lang="en-US" sz="2000" dirty="0">
                <a:solidFill>
                  <a:srgbClr val="000000"/>
                </a:solidFill>
                <a:cs typeface="Times New Roman" pitchFamily="18" charset="0"/>
              </a:rPr>
              <a:t> </a:t>
            </a:r>
            <a:r>
              <a:rPr lang="en-US" sz="2000" dirty="0" smtClean="0">
                <a:solidFill>
                  <a:srgbClr val="000000"/>
                </a:solidFill>
                <a:cs typeface="Times New Roman" pitchFamily="18" charset="0"/>
              </a:rPr>
              <a:t>Analytics web </a:t>
            </a:r>
            <a:r>
              <a:rPr lang="en-US" sz="2000" dirty="0">
                <a:solidFill>
                  <a:srgbClr val="000000"/>
                </a:solidFill>
                <a:cs typeface="Times New Roman" pitchFamily="18" charset="0"/>
              </a:rPr>
              <a:t>portal.</a:t>
            </a:r>
          </a:p>
        </p:txBody>
      </p:sp>
      <p:sp>
        <p:nvSpPr>
          <p:cNvPr id="9" name="Rectangle 1"/>
          <p:cNvSpPr txBox="1">
            <a:spLocks noChangeArrowheads="1"/>
          </p:cNvSpPr>
          <p:nvPr/>
        </p:nvSpPr>
        <p:spPr bwMode="black">
          <a:xfrm>
            <a:off x="-2852" y="241755"/>
            <a:ext cx="9902952" cy="430887"/>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lvl="0"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Analysis Studio</a:t>
            </a:r>
          </a:p>
        </p:txBody>
      </p:sp>
      <p:pic>
        <p:nvPicPr>
          <p:cNvPr id="8" name="Picture 1" descr="D:\Cognos 11 Training Material\Home_Page.JPG"/>
          <p:cNvPicPr>
            <a:picLocks noChangeAspect="1" noChangeArrowheads="1"/>
          </p:cNvPicPr>
          <p:nvPr/>
        </p:nvPicPr>
        <p:blipFill>
          <a:blip r:embed="rId3"/>
          <a:srcRect/>
          <a:stretch>
            <a:fillRect/>
          </a:stretch>
        </p:blipFill>
        <p:spPr bwMode="auto">
          <a:xfrm>
            <a:off x="914400" y="2133600"/>
            <a:ext cx="7391400" cy="4038600"/>
          </a:xfrm>
          <a:prstGeom prst="rect">
            <a:avLst/>
          </a:prstGeom>
          <a:noFill/>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type="body" idx="1"/>
          </p:nvPr>
        </p:nvSpPr>
        <p:spPr>
          <a:xfrm>
            <a:off x="369888" y="1125538"/>
            <a:ext cx="9144000" cy="3657600"/>
          </a:xfrm>
        </p:spPr>
        <p:txBody>
          <a:bodyPr/>
          <a:lstStyle/>
          <a:p>
            <a:pPr marL="274320" indent="-274320"/>
            <a:r>
              <a:rPr lang="en-US" sz="1800" b="1" dirty="0" smtClean="0">
                <a:solidFill>
                  <a:schemeClr val="accent1"/>
                </a:solidFill>
                <a:cs typeface="Times New Roman" pitchFamily="18" charset="0"/>
              </a:rPr>
              <a:t>What is Analysis Studio?</a:t>
            </a:r>
          </a:p>
          <a:p>
            <a:pPr marL="457200" indent="-182880">
              <a:spcAft>
                <a:spcPts val="0"/>
              </a:spcAft>
              <a:buFont typeface="Arial" pitchFamily="34" charset="0"/>
              <a:buChar char="•"/>
            </a:pPr>
            <a:r>
              <a:rPr lang="en-US" sz="1400" dirty="0" smtClean="0">
                <a:cs typeface="Times New Roman" pitchFamily="18" charset="0"/>
              </a:rPr>
              <a:t>A web based reporting tool in which users can explore and analyze data from different dimensions of their business. Users can also compare data to spot trends or anomalies in performance. IBM Cognos Analysis Studio provides access to dimensional, online analytical processing (OLAP), and dimensionally modeled relational data sources.</a:t>
            </a:r>
          </a:p>
          <a:p>
            <a:pPr marL="274320" indent="-274320">
              <a:spcBef>
                <a:spcPts val="600"/>
              </a:spcBef>
            </a:pPr>
            <a:r>
              <a:rPr lang="en-US" sz="1800" b="1" dirty="0" smtClean="0">
                <a:solidFill>
                  <a:schemeClr val="accent1"/>
                </a:solidFill>
                <a:cs typeface="Times New Roman" pitchFamily="18" charset="0"/>
              </a:rPr>
              <a:t>Key Capabilities</a:t>
            </a:r>
          </a:p>
          <a:p>
            <a:pPr marL="457200" lvl="3" indent="-182880" defTabSz="714375">
              <a:spcAft>
                <a:spcPts val="600"/>
              </a:spcAft>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smtClean="0">
                <a:solidFill>
                  <a:srgbClr val="000000"/>
                </a:solidFill>
                <a:cs typeface="Times New Roman" pitchFamily="18" charset="0"/>
              </a:rPr>
              <a:t>Self  Service Reporting</a:t>
            </a:r>
            <a:r>
              <a:rPr lang="en-US" dirty="0" smtClean="0">
                <a:solidFill>
                  <a:srgbClr val="000000"/>
                </a:solidFill>
                <a:cs typeface="Times New Roman" pitchFamily="18" charset="0"/>
              </a:rPr>
              <a:t>: find and focus on items that are important to your business</a:t>
            </a:r>
          </a:p>
          <a:p>
            <a:pPr lvl="1" indent="-182880">
              <a:spcAft>
                <a:spcPts val="0"/>
              </a:spcAft>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solidFill>
                  <a:srgbClr val="000000"/>
                </a:solidFill>
                <a:cs typeface="Times New Roman" pitchFamily="18" charset="0"/>
              </a:rPr>
              <a:t>Share findings: </a:t>
            </a:r>
            <a:r>
              <a:rPr lang="en-US" sz="1400" dirty="0" smtClean="0">
                <a:solidFill>
                  <a:srgbClr val="000000"/>
                </a:solidFill>
                <a:cs typeface="Times New Roman" pitchFamily="18" charset="0"/>
              </a:rPr>
              <a:t>User can create his own reports and share them in different formats.</a:t>
            </a:r>
            <a:endParaRPr lang="en-US" sz="1400" dirty="0" smtClean="0">
              <a:cs typeface="Times New Roman" pitchFamily="18" charset="0"/>
            </a:endParaRPr>
          </a:p>
          <a:p>
            <a:pPr marL="274320" indent="-274320">
              <a:spcBef>
                <a:spcPts val="600"/>
              </a:spcBef>
              <a:spcAft>
                <a:spcPts val="0"/>
              </a:spcAft>
            </a:pPr>
            <a:r>
              <a:rPr lang="en-US" sz="1800" b="1" dirty="0" smtClean="0">
                <a:solidFill>
                  <a:schemeClr val="accent1"/>
                </a:solidFill>
                <a:cs typeface="Times New Roman" pitchFamily="18" charset="0"/>
              </a:rPr>
              <a:t>Benefits</a:t>
            </a:r>
          </a:p>
          <a:p>
            <a:pPr marL="457200" lvl="3" indent="-182880" defTabSz="714375">
              <a:spcAft>
                <a:spcPts val="600"/>
              </a:spcAft>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solidFill>
                  <a:srgbClr val="000000"/>
                </a:solidFill>
                <a:cs typeface="Times New Roman" pitchFamily="18" charset="0"/>
              </a:rPr>
              <a:t>understand trends and anomalies</a:t>
            </a:r>
          </a:p>
          <a:p>
            <a:pPr marL="457200" lvl="3" indent="-182880" defTabSz="714375">
              <a:spcAft>
                <a:spcPts val="600"/>
              </a:spcAft>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solidFill>
                  <a:srgbClr val="000000"/>
                </a:solidFill>
                <a:cs typeface="Times New Roman" pitchFamily="18" charset="0"/>
              </a:rPr>
              <a:t>compare data, such as details to summaries, or actual results to budgeted results</a:t>
            </a:r>
          </a:p>
          <a:p>
            <a:pPr marL="457200" lvl="3" indent="-182880" defTabSz="714375">
              <a:spcAft>
                <a:spcPts val="600"/>
              </a:spcAft>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solidFill>
                  <a:srgbClr val="000000"/>
                </a:solidFill>
                <a:cs typeface="Times New Roman" pitchFamily="18" charset="0"/>
              </a:rPr>
              <a:t>assess performance by focusing on the best or worst result</a:t>
            </a:r>
          </a:p>
          <a:p>
            <a:pPr marL="457200" lvl="3" indent="-182880" defTabSz="714375">
              <a:spcAft>
                <a:spcPts val="600"/>
              </a:spcAft>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smtClean="0">
                <a:solidFill>
                  <a:srgbClr val="000000"/>
                </a:solidFill>
                <a:cs typeface="Times New Roman" pitchFamily="18" charset="0"/>
              </a:rPr>
              <a:t>establish relative importance using calculations such as growth or rank</a:t>
            </a: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marL="439737" indent="-342900">
              <a:lnSpc>
                <a:spcPct val="105000"/>
              </a:lnSpc>
              <a:spcBef>
                <a:spcPts val="350"/>
              </a:spcBef>
              <a:buClr>
                <a:srgbClr val="009999"/>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400" kern="1200" dirty="0" smtClean="0">
              <a:solidFill>
                <a:srgbClr val="000000"/>
              </a:solidFill>
              <a:latin typeface="Times New Roman" pitchFamily="18" charset="0"/>
              <a:ea typeface="+mn-ea"/>
              <a:cs typeface="Times New Roman" pitchFamily="18" charset="0"/>
            </a:endParaRPr>
          </a:p>
        </p:txBody>
      </p:sp>
      <p:pic>
        <p:nvPicPr>
          <p:cNvPr id="180226" name="Picture 2"/>
          <p:cNvPicPr>
            <a:picLocks noChangeAspect="1" noChangeArrowheads="1"/>
          </p:cNvPicPr>
          <p:nvPr/>
        </p:nvPicPr>
        <p:blipFill>
          <a:blip r:embed="rId2" cstate="print"/>
          <a:srcRect/>
          <a:stretch>
            <a:fillRect/>
          </a:stretch>
        </p:blipFill>
        <p:spPr bwMode="auto">
          <a:xfrm>
            <a:off x="2438400" y="4775200"/>
            <a:ext cx="7080345" cy="1531044"/>
          </a:xfrm>
          <a:prstGeom prst="rect">
            <a:avLst/>
          </a:prstGeom>
          <a:noFill/>
          <a:ln w="9525">
            <a:solidFill>
              <a:schemeClr val="tx1"/>
            </a:solidFill>
            <a:miter lim="800000"/>
            <a:headEnd/>
            <a:tailEnd/>
          </a:ln>
        </p:spPr>
      </p:pic>
      <p:sp>
        <p:nvSpPr>
          <p:cNvPr id="6"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Analysis Studio </a:t>
            </a:r>
          </a:p>
        </p:txBody>
      </p:sp>
    </p:spTree>
  </p:cSld>
  <p:clrMapOvr>
    <a:masterClrMapping/>
  </p:clrMapOvr>
  <p:transition advClick="0">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523" name="Picture 11"/>
          <p:cNvPicPr>
            <a:picLocks noChangeAspect="1" noChangeArrowheads="1"/>
          </p:cNvPicPr>
          <p:nvPr/>
        </p:nvPicPr>
        <p:blipFill>
          <a:blip r:embed="rId3" cstate="print"/>
          <a:srcRect/>
          <a:stretch>
            <a:fillRect/>
          </a:stretch>
        </p:blipFill>
        <p:spPr bwMode="auto">
          <a:xfrm>
            <a:off x="560512" y="1243236"/>
            <a:ext cx="6264696" cy="4864928"/>
          </a:xfrm>
          <a:prstGeom prst="rect">
            <a:avLst/>
          </a:prstGeom>
          <a:noFill/>
          <a:ln w="9525">
            <a:noFill/>
            <a:miter lim="800000"/>
            <a:headEnd/>
            <a:tailEnd/>
          </a:ln>
        </p:spPr>
      </p:pic>
      <p:sp>
        <p:nvSpPr>
          <p:cNvPr id="15" name="Rectangle 14"/>
          <p:cNvSpPr/>
          <p:nvPr/>
        </p:nvSpPr>
        <p:spPr bwMode="auto">
          <a:xfrm>
            <a:off x="560512" y="4915644"/>
            <a:ext cx="1584176" cy="1152128"/>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5000"/>
              </a:lnSpc>
              <a:spcBef>
                <a:spcPct val="0"/>
              </a:spcBef>
              <a:spcAft>
                <a:spcPct val="0"/>
              </a:spcAft>
              <a:buClrTx/>
              <a:buSzTx/>
              <a:buFontTx/>
              <a:buNone/>
              <a:tabLst/>
            </a:pPr>
            <a:endParaRPr kumimoji="0" lang="en-US" sz="2000" b="1" i="0" u="none" strike="noStrike" cap="none" normalizeH="0" baseline="0" smtClean="0">
              <a:ln>
                <a:noFill/>
              </a:ln>
              <a:solidFill>
                <a:schemeClr val="bg1"/>
              </a:solidFill>
              <a:effectLst/>
              <a:latin typeface="Arial" charset="0"/>
              <a:cs typeface="Arial" charset="0"/>
            </a:endParaRPr>
          </a:p>
        </p:txBody>
      </p:sp>
      <p:sp>
        <p:nvSpPr>
          <p:cNvPr id="16" name="Rectangle 15"/>
          <p:cNvSpPr/>
          <p:nvPr/>
        </p:nvSpPr>
        <p:spPr bwMode="auto">
          <a:xfrm>
            <a:off x="2205544" y="5059659"/>
            <a:ext cx="4619663" cy="1041565"/>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5000"/>
              </a:lnSpc>
              <a:spcBef>
                <a:spcPct val="0"/>
              </a:spcBef>
              <a:spcAft>
                <a:spcPct val="0"/>
              </a:spcAft>
              <a:buClrTx/>
              <a:buSzTx/>
              <a:buFontTx/>
              <a:buNone/>
              <a:tabLst/>
            </a:pPr>
            <a:endParaRPr kumimoji="0" lang="en-US" sz="2000" b="1" i="0" u="none" strike="noStrike" cap="none" normalizeH="0" baseline="0" smtClean="0">
              <a:ln>
                <a:noFill/>
              </a:ln>
              <a:solidFill>
                <a:schemeClr val="bg1"/>
              </a:solidFill>
              <a:effectLst/>
              <a:latin typeface="Arial" charset="0"/>
              <a:cs typeface="Arial" charset="0"/>
            </a:endParaRPr>
          </a:p>
        </p:txBody>
      </p:sp>
      <p:sp>
        <p:nvSpPr>
          <p:cNvPr id="17" name="Rectangle 16"/>
          <p:cNvSpPr/>
          <p:nvPr/>
        </p:nvSpPr>
        <p:spPr bwMode="auto">
          <a:xfrm>
            <a:off x="560512" y="1675284"/>
            <a:ext cx="1584176" cy="3168352"/>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5000"/>
              </a:lnSpc>
              <a:spcBef>
                <a:spcPct val="0"/>
              </a:spcBef>
              <a:spcAft>
                <a:spcPct val="0"/>
              </a:spcAft>
              <a:buClrTx/>
              <a:buSzTx/>
              <a:buFontTx/>
              <a:buNone/>
              <a:tabLst/>
            </a:pPr>
            <a:endParaRPr kumimoji="0" lang="en-US" sz="2000" b="1" i="0" u="none" strike="noStrike" cap="none" normalizeH="0" baseline="0" smtClean="0">
              <a:ln>
                <a:noFill/>
              </a:ln>
              <a:solidFill>
                <a:schemeClr val="bg1"/>
              </a:solidFill>
              <a:effectLst/>
              <a:latin typeface="Arial" charset="0"/>
              <a:cs typeface="Arial" charset="0"/>
            </a:endParaRPr>
          </a:p>
        </p:txBody>
      </p:sp>
      <p:sp>
        <p:nvSpPr>
          <p:cNvPr id="18" name="Rectangle 17"/>
          <p:cNvSpPr/>
          <p:nvPr/>
        </p:nvSpPr>
        <p:spPr bwMode="auto">
          <a:xfrm>
            <a:off x="2216696" y="1963316"/>
            <a:ext cx="4608512" cy="3032720"/>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5000"/>
              </a:lnSpc>
              <a:spcBef>
                <a:spcPct val="0"/>
              </a:spcBef>
              <a:spcAft>
                <a:spcPct val="0"/>
              </a:spcAft>
              <a:buClrTx/>
              <a:buSzTx/>
              <a:buFontTx/>
              <a:buNone/>
              <a:tabLst/>
            </a:pPr>
            <a:endParaRPr kumimoji="0" lang="en-US" sz="2000" b="1" i="0" u="none" strike="noStrike" cap="none" normalizeH="0" baseline="0" smtClean="0">
              <a:ln>
                <a:noFill/>
              </a:ln>
              <a:solidFill>
                <a:schemeClr val="bg1"/>
              </a:solidFill>
              <a:effectLst/>
              <a:latin typeface="Arial" charset="0"/>
              <a:cs typeface="Arial" charset="0"/>
            </a:endParaRPr>
          </a:p>
        </p:txBody>
      </p:sp>
      <p:cxnSp>
        <p:nvCxnSpPr>
          <p:cNvPr id="29" name="Straight Arrow Connector 28"/>
          <p:cNvCxnSpPr>
            <a:stCxn id="18" idx="3"/>
          </p:cNvCxnSpPr>
          <p:nvPr/>
        </p:nvCxnSpPr>
        <p:spPr bwMode="auto">
          <a:xfrm flipV="1">
            <a:off x="6825208" y="3475484"/>
            <a:ext cx="914400" cy="4192"/>
          </a:xfrm>
          <a:prstGeom prst="straightConnector1">
            <a:avLst/>
          </a:prstGeom>
          <a:solidFill>
            <a:schemeClr val="tx2"/>
          </a:solidFill>
          <a:ln w="9525" cap="flat" cmpd="sng" algn="ctr">
            <a:solidFill>
              <a:srgbClr val="FF0000"/>
            </a:solidFill>
            <a:prstDash val="solid"/>
            <a:round/>
            <a:headEnd type="none" w="med" len="med"/>
            <a:tailEnd type="arrow"/>
          </a:ln>
          <a:effectLst/>
        </p:spPr>
      </p:cxnSp>
      <p:cxnSp>
        <p:nvCxnSpPr>
          <p:cNvPr id="30" name="Straight Arrow Connector 29"/>
          <p:cNvCxnSpPr/>
          <p:nvPr/>
        </p:nvCxnSpPr>
        <p:spPr bwMode="auto">
          <a:xfrm>
            <a:off x="2144688" y="2363552"/>
            <a:ext cx="5538502" cy="34889"/>
          </a:xfrm>
          <a:prstGeom prst="straightConnector1">
            <a:avLst/>
          </a:prstGeom>
          <a:solidFill>
            <a:schemeClr val="tx2"/>
          </a:solidFill>
          <a:ln w="9525" cap="flat" cmpd="sng" algn="ctr">
            <a:solidFill>
              <a:srgbClr val="FF0000"/>
            </a:solidFill>
            <a:prstDash val="solid"/>
            <a:round/>
            <a:headEnd type="none" w="med" len="med"/>
            <a:tailEnd type="arrow"/>
          </a:ln>
          <a:effectLst/>
        </p:spPr>
      </p:cxnSp>
      <p:cxnSp>
        <p:nvCxnSpPr>
          <p:cNvPr id="37" name="Straight Arrow Connector 36"/>
          <p:cNvCxnSpPr/>
          <p:nvPr/>
        </p:nvCxnSpPr>
        <p:spPr bwMode="auto">
          <a:xfrm>
            <a:off x="2144688" y="5635724"/>
            <a:ext cx="5544616" cy="31812"/>
          </a:xfrm>
          <a:prstGeom prst="straightConnector1">
            <a:avLst/>
          </a:prstGeom>
          <a:solidFill>
            <a:schemeClr val="tx2"/>
          </a:solidFill>
          <a:ln w="9525" cap="flat" cmpd="sng" algn="ctr">
            <a:solidFill>
              <a:srgbClr val="FF0000"/>
            </a:solidFill>
            <a:prstDash val="solid"/>
            <a:round/>
            <a:headEnd type="none" w="med" len="med"/>
            <a:tailEnd type="arrow"/>
          </a:ln>
          <a:effectLst/>
        </p:spPr>
      </p:cxnSp>
      <p:cxnSp>
        <p:nvCxnSpPr>
          <p:cNvPr id="38" name="Straight Arrow Connector 37"/>
          <p:cNvCxnSpPr/>
          <p:nvPr/>
        </p:nvCxnSpPr>
        <p:spPr bwMode="auto">
          <a:xfrm>
            <a:off x="6825208" y="5243872"/>
            <a:ext cx="864096" cy="31812"/>
          </a:xfrm>
          <a:prstGeom prst="straightConnector1">
            <a:avLst/>
          </a:prstGeom>
          <a:solidFill>
            <a:schemeClr val="tx2"/>
          </a:solidFill>
          <a:ln w="9525" cap="flat" cmpd="sng" algn="ctr">
            <a:solidFill>
              <a:srgbClr val="FF0000"/>
            </a:solidFill>
            <a:prstDash val="solid"/>
            <a:round/>
            <a:headEnd type="none" w="med" len="med"/>
            <a:tailEnd type="arrow"/>
          </a:ln>
          <a:effectLst/>
        </p:spPr>
      </p:cxnSp>
      <p:sp>
        <p:nvSpPr>
          <p:cNvPr id="45" name="TextBox 44"/>
          <p:cNvSpPr txBox="1"/>
          <p:nvPr/>
        </p:nvSpPr>
        <p:spPr>
          <a:xfrm>
            <a:off x="7685112" y="2179340"/>
            <a:ext cx="1872208" cy="523220"/>
          </a:xfrm>
          <a:prstGeom prst="rect">
            <a:avLst/>
          </a:prstGeom>
          <a:noFill/>
        </p:spPr>
        <p:txBody>
          <a:bodyPr wrap="square" rtlCol="0">
            <a:spAutoFit/>
          </a:bodyPr>
          <a:lstStyle/>
          <a:p>
            <a:r>
              <a:rPr lang="en-US" sz="1400" dirty="0" smtClean="0">
                <a:cs typeface="Times New Roman" pitchFamily="18" charset="0"/>
              </a:rPr>
              <a:t>Insertable Objects Pane</a:t>
            </a:r>
            <a:endParaRPr lang="en-US" sz="1400" dirty="0">
              <a:cs typeface="Times New Roman" pitchFamily="18" charset="0"/>
            </a:endParaRPr>
          </a:p>
        </p:txBody>
      </p:sp>
      <p:sp>
        <p:nvSpPr>
          <p:cNvPr id="46" name="TextBox 45"/>
          <p:cNvSpPr txBox="1"/>
          <p:nvPr/>
        </p:nvSpPr>
        <p:spPr>
          <a:xfrm>
            <a:off x="7685112" y="3331468"/>
            <a:ext cx="1152128" cy="307777"/>
          </a:xfrm>
          <a:prstGeom prst="rect">
            <a:avLst/>
          </a:prstGeom>
          <a:noFill/>
        </p:spPr>
        <p:txBody>
          <a:bodyPr wrap="square" rtlCol="0">
            <a:spAutoFit/>
          </a:bodyPr>
          <a:lstStyle/>
          <a:p>
            <a:r>
              <a:rPr lang="en-US" sz="1400" dirty="0" smtClean="0">
                <a:cs typeface="Times New Roman" pitchFamily="18" charset="0"/>
              </a:rPr>
              <a:t>Work Area</a:t>
            </a:r>
            <a:endParaRPr lang="en-US" sz="1400" dirty="0">
              <a:cs typeface="Times New Roman" pitchFamily="18" charset="0"/>
            </a:endParaRPr>
          </a:p>
        </p:txBody>
      </p:sp>
      <p:sp>
        <p:nvSpPr>
          <p:cNvPr id="47" name="TextBox 46"/>
          <p:cNvSpPr txBox="1"/>
          <p:nvPr/>
        </p:nvSpPr>
        <p:spPr>
          <a:xfrm>
            <a:off x="7685112" y="5111923"/>
            <a:ext cx="1512168" cy="307777"/>
          </a:xfrm>
          <a:prstGeom prst="rect">
            <a:avLst/>
          </a:prstGeom>
          <a:noFill/>
        </p:spPr>
        <p:txBody>
          <a:bodyPr wrap="square" rtlCol="0">
            <a:spAutoFit/>
          </a:bodyPr>
          <a:lstStyle/>
          <a:p>
            <a:r>
              <a:rPr lang="en-US" sz="1400" dirty="0" smtClean="0">
                <a:cs typeface="Times New Roman" pitchFamily="18" charset="0"/>
              </a:rPr>
              <a:t>Properties Pane</a:t>
            </a:r>
            <a:endParaRPr lang="en-US" sz="1400" dirty="0">
              <a:cs typeface="Times New Roman" pitchFamily="18" charset="0"/>
            </a:endParaRPr>
          </a:p>
        </p:txBody>
      </p:sp>
      <p:sp>
        <p:nvSpPr>
          <p:cNvPr id="48" name="TextBox 47"/>
          <p:cNvSpPr txBox="1"/>
          <p:nvPr/>
        </p:nvSpPr>
        <p:spPr>
          <a:xfrm>
            <a:off x="7685112" y="5543971"/>
            <a:ext cx="1763688" cy="307777"/>
          </a:xfrm>
          <a:prstGeom prst="rect">
            <a:avLst/>
          </a:prstGeom>
          <a:noFill/>
        </p:spPr>
        <p:txBody>
          <a:bodyPr wrap="square" rtlCol="0">
            <a:spAutoFit/>
          </a:bodyPr>
          <a:lstStyle/>
          <a:p>
            <a:r>
              <a:rPr lang="en-US" sz="1400" dirty="0" smtClean="0">
                <a:cs typeface="Times New Roman" pitchFamily="18" charset="0"/>
              </a:rPr>
              <a:t>Information Pane</a:t>
            </a:r>
            <a:endParaRPr lang="en-US" sz="1400" dirty="0">
              <a:cs typeface="Times New Roman" pitchFamily="18" charset="0"/>
            </a:endParaRPr>
          </a:p>
        </p:txBody>
      </p:sp>
      <p:sp>
        <p:nvSpPr>
          <p:cNvPr id="51" name="Rectangle 50"/>
          <p:cNvSpPr/>
          <p:nvPr/>
        </p:nvSpPr>
        <p:spPr bwMode="auto">
          <a:xfrm>
            <a:off x="2216696" y="1603276"/>
            <a:ext cx="4608512" cy="288032"/>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5000"/>
              </a:lnSpc>
              <a:spcBef>
                <a:spcPct val="0"/>
              </a:spcBef>
              <a:spcAft>
                <a:spcPct val="0"/>
              </a:spcAft>
              <a:buClrTx/>
              <a:buSzTx/>
              <a:buFontTx/>
              <a:buNone/>
              <a:tabLst/>
            </a:pPr>
            <a:endParaRPr kumimoji="0" lang="en-US" sz="2000" b="1" i="0" u="none" strike="noStrike" cap="none" normalizeH="0" baseline="0" smtClean="0">
              <a:ln>
                <a:noFill/>
              </a:ln>
              <a:solidFill>
                <a:schemeClr val="bg1"/>
              </a:solidFill>
              <a:effectLst/>
              <a:latin typeface="Arial" charset="0"/>
              <a:cs typeface="Arial" charset="0"/>
            </a:endParaRPr>
          </a:p>
        </p:txBody>
      </p:sp>
      <p:cxnSp>
        <p:nvCxnSpPr>
          <p:cNvPr id="52" name="Straight Arrow Connector 51"/>
          <p:cNvCxnSpPr/>
          <p:nvPr/>
        </p:nvCxnSpPr>
        <p:spPr bwMode="auto">
          <a:xfrm flipV="1">
            <a:off x="6825208" y="1747292"/>
            <a:ext cx="914400" cy="4192"/>
          </a:xfrm>
          <a:prstGeom prst="straightConnector1">
            <a:avLst/>
          </a:prstGeom>
          <a:solidFill>
            <a:schemeClr val="tx2"/>
          </a:solidFill>
          <a:ln w="9525" cap="flat" cmpd="sng" algn="ctr">
            <a:solidFill>
              <a:srgbClr val="FF0000"/>
            </a:solidFill>
            <a:prstDash val="solid"/>
            <a:round/>
            <a:headEnd type="none" w="med" len="med"/>
            <a:tailEnd type="arrow"/>
          </a:ln>
          <a:effectLst/>
        </p:spPr>
      </p:cxnSp>
      <p:sp>
        <p:nvSpPr>
          <p:cNvPr id="53" name="TextBox 52"/>
          <p:cNvSpPr txBox="1"/>
          <p:nvPr/>
        </p:nvSpPr>
        <p:spPr>
          <a:xfrm>
            <a:off x="7690892" y="1603276"/>
            <a:ext cx="1872208" cy="307777"/>
          </a:xfrm>
          <a:prstGeom prst="rect">
            <a:avLst/>
          </a:prstGeom>
          <a:noFill/>
        </p:spPr>
        <p:txBody>
          <a:bodyPr wrap="square" rtlCol="0">
            <a:spAutoFit/>
          </a:bodyPr>
          <a:lstStyle/>
          <a:p>
            <a:r>
              <a:rPr lang="en-US" sz="1400" dirty="0" smtClean="0">
                <a:cs typeface="Times New Roman" pitchFamily="18" charset="0"/>
              </a:rPr>
              <a:t>Overview Area</a:t>
            </a:r>
            <a:endParaRPr lang="en-US" sz="1400" dirty="0">
              <a:cs typeface="Times New Roman" pitchFamily="18" charset="0"/>
            </a:endParaRPr>
          </a:p>
        </p:txBody>
      </p:sp>
      <p:sp>
        <p:nvSpPr>
          <p:cNvPr id="19"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Analysis Studio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5"/>
          <p:cNvSpPr>
            <a:spLocks noChangeArrowheads="1"/>
          </p:cNvSpPr>
          <p:nvPr/>
        </p:nvSpPr>
        <p:spPr bwMode="auto">
          <a:xfrm>
            <a:off x="377428" y="1152252"/>
            <a:ext cx="5029200" cy="1005840"/>
          </a:xfrm>
          <a:prstGeom prst="rect">
            <a:avLst/>
          </a:prstGeom>
          <a:noFill/>
          <a:ln w="9525">
            <a:noFill/>
            <a:round/>
            <a:headEnd/>
            <a:tailEnd/>
          </a:ln>
        </p:spPr>
        <p:txBody>
          <a:bodyPr lIns="90000" tIns="46800" rIns="90000" bIns="46800"/>
          <a:lstStyle/>
          <a:p>
            <a:pPr marL="274320" indent="-274320" eaLnBrk="1" hangingPunct="1">
              <a:spcAft>
                <a:spcPts val="600"/>
              </a:spcAft>
              <a:buClr>
                <a:schemeClr val="accent2"/>
              </a:buClr>
              <a:buFont typeface="Wingdings" pitchFamily="2" charset="2"/>
              <a:buChar char="§"/>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1800" dirty="0" smtClean="0">
                <a:solidFill>
                  <a:srgbClr val="000000"/>
                </a:solidFill>
                <a:cs typeface="Times New Roman" pitchFamily="18" charset="0"/>
              </a:rPr>
              <a:t>The </a:t>
            </a:r>
            <a:r>
              <a:rPr lang="en-US" sz="1800" dirty="0">
                <a:solidFill>
                  <a:srgbClr val="000000"/>
                </a:solidFill>
                <a:cs typeface="Times New Roman" pitchFamily="18" charset="0"/>
              </a:rPr>
              <a:t>Data Tree displays a dimensional view of your data, organized into dimensions,  hierarchies, levels, and measures. </a:t>
            </a:r>
          </a:p>
        </p:txBody>
      </p:sp>
      <p:sp>
        <p:nvSpPr>
          <p:cNvPr id="12" name="Text Box 2"/>
          <p:cNvSpPr txBox="1">
            <a:spLocks noChangeArrowheads="1"/>
          </p:cNvSpPr>
          <p:nvPr/>
        </p:nvSpPr>
        <p:spPr bwMode="auto">
          <a:xfrm>
            <a:off x="5751438" y="4039344"/>
            <a:ext cx="3748162" cy="1142256"/>
          </a:xfrm>
          <a:prstGeom prst="rect">
            <a:avLst/>
          </a:prstGeom>
          <a:noFill/>
          <a:ln w="9525">
            <a:noFill/>
            <a:round/>
            <a:headEnd/>
            <a:tailEnd/>
          </a:ln>
        </p:spPr>
        <p:txBody>
          <a:bodyPr/>
          <a:lstStyle/>
          <a:p>
            <a:pPr marL="274320" indent="-274320">
              <a:lnSpc>
                <a:spcPct val="105000"/>
              </a:lnSpc>
              <a:spcBef>
                <a:spcPts val="350"/>
              </a:spcBef>
              <a:spcAft>
                <a:spcPts val="600"/>
              </a:spcAft>
              <a:buClr>
                <a:schemeClr val="accent2"/>
              </a:buClr>
              <a:buFont typeface="Wingdings" pitchFamily="2" charset="2"/>
              <a:buChar char="§"/>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1800" dirty="0">
                <a:solidFill>
                  <a:srgbClr val="000000"/>
                </a:solidFill>
                <a:cs typeface="Times New Roman" pitchFamily="18" charset="0"/>
              </a:rPr>
              <a:t>The Analysis Items tab contains items created during analysis, such as custom sets and named sets </a:t>
            </a:r>
          </a:p>
        </p:txBody>
      </p:sp>
      <p:grpSp>
        <p:nvGrpSpPr>
          <p:cNvPr id="2" name="Group 3"/>
          <p:cNvGrpSpPr>
            <a:grpSpLocks/>
          </p:cNvGrpSpPr>
          <p:nvPr/>
        </p:nvGrpSpPr>
        <p:grpSpPr bwMode="auto">
          <a:xfrm>
            <a:off x="5889104" y="1187449"/>
            <a:ext cx="3386267" cy="2609851"/>
            <a:chOff x="1740" y="1284"/>
            <a:chExt cx="1969" cy="1644"/>
          </a:xfrm>
        </p:grpSpPr>
        <p:pic>
          <p:nvPicPr>
            <p:cNvPr id="14" name="Picture 4"/>
            <p:cNvPicPr>
              <a:picLocks noChangeAspect="1" noChangeArrowheads="1"/>
            </p:cNvPicPr>
            <p:nvPr/>
          </p:nvPicPr>
          <p:blipFill>
            <a:blip r:embed="rId3" cstate="print"/>
            <a:srcRect/>
            <a:stretch>
              <a:fillRect/>
            </a:stretch>
          </p:blipFill>
          <p:spPr bwMode="auto">
            <a:xfrm>
              <a:off x="1740" y="1284"/>
              <a:ext cx="1720" cy="1644"/>
            </a:xfrm>
            <a:prstGeom prst="rect">
              <a:avLst/>
            </a:prstGeom>
            <a:noFill/>
            <a:ln>
              <a:noFill/>
            </a:ln>
          </p:spPr>
        </p:pic>
        <p:sp>
          <p:nvSpPr>
            <p:cNvPr id="15" name="Text Box 5"/>
            <p:cNvSpPr txBox="1">
              <a:spLocks noChangeArrowheads="1"/>
            </p:cNvSpPr>
            <p:nvPr/>
          </p:nvSpPr>
          <p:spPr bwMode="auto">
            <a:xfrm>
              <a:off x="1989" y="1284"/>
              <a:ext cx="1720" cy="1644"/>
            </a:xfrm>
            <a:prstGeom prst="rect">
              <a:avLst/>
            </a:prstGeom>
            <a:noFill/>
            <a:ln w="9525">
              <a:noFill/>
              <a:round/>
              <a:headEnd/>
              <a:tailEnd/>
            </a:ln>
          </p:spPr>
          <p:txBody>
            <a:bodyPr wrap="none" anchor="ctr"/>
            <a:lstStyle/>
            <a:p>
              <a:endParaRPr lang="en-US"/>
            </a:p>
          </p:txBody>
        </p:sp>
      </p:grpSp>
      <p:pic>
        <p:nvPicPr>
          <p:cNvPr id="31754" name="Picture 10"/>
          <p:cNvPicPr>
            <a:picLocks noChangeAspect="1" noChangeArrowheads="1"/>
          </p:cNvPicPr>
          <p:nvPr/>
        </p:nvPicPr>
        <p:blipFill>
          <a:blip r:embed="rId4" cstate="print"/>
          <a:stretch>
            <a:fillRect/>
          </a:stretch>
        </p:blipFill>
        <p:spPr bwMode="auto">
          <a:xfrm>
            <a:off x="749300" y="2146300"/>
            <a:ext cx="2257425" cy="3019425"/>
          </a:xfrm>
          <a:prstGeom prst="rect">
            <a:avLst/>
          </a:prstGeom>
          <a:noFill/>
          <a:ln>
            <a:solidFill>
              <a:schemeClr val="tx1"/>
            </a:solidFill>
          </a:ln>
        </p:spPr>
      </p:pic>
      <p:sp>
        <p:nvSpPr>
          <p:cNvPr id="10"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Analysis Studio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Text Box 2"/>
          <p:cNvSpPr txBox="1">
            <a:spLocks noChangeArrowheads="1"/>
          </p:cNvSpPr>
          <p:nvPr/>
        </p:nvSpPr>
        <p:spPr bwMode="auto">
          <a:xfrm>
            <a:off x="374650" y="1130672"/>
            <a:ext cx="5492750" cy="1790328"/>
          </a:xfrm>
          <a:prstGeom prst="rect">
            <a:avLst/>
          </a:prstGeom>
          <a:noFill/>
          <a:ln w="9525">
            <a:noFill/>
            <a:round/>
            <a:headEnd/>
            <a:tailEnd/>
          </a:ln>
        </p:spPr>
        <p:txBody>
          <a:bodyPr/>
          <a:lstStyle/>
          <a:p>
            <a:pPr marL="274320" indent="-274320" defTabSz="914342">
              <a:lnSpc>
                <a:spcPct val="105000"/>
              </a:lnSpc>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Information Pane </a:t>
            </a:r>
          </a:p>
          <a:p>
            <a:pPr marL="457200" indent="-182880" eaLnBrk="1" hangingPunct="1">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The </a:t>
            </a:r>
            <a:r>
              <a:rPr lang="en-US" sz="1400" dirty="0">
                <a:solidFill>
                  <a:srgbClr val="000000"/>
                </a:solidFill>
                <a:cs typeface="Times New Roman" pitchFamily="18" charset="0"/>
              </a:rPr>
              <a:t>Information pane displays the name, level , attributes, and aggregation associated with the selected item in the data tree </a:t>
            </a:r>
          </a:p>
          <a:p>
            <a:pPr marL="640080" lvl="1" indent="-182880" eaLnBrk="1" hangingPunct="1">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200" dirty="0">
                <a:solidFill>
                  <a:srgbClr val="000000"/>
                </a:solidFill>
                <a:cs typeface="Times New Roman" pitchFamily="18" charset="0"/>
              </a:rPr>
              <a:t>Aggregation types for measures are sum, count, count distinct, count nonzero, and none.</a:t>
            </a:r>
          </a:p>
          <a:p>
            <a:pPr marL="640080" lvl="1" indent="-182880" eaLnBrk="1" hangingPunct="1">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200" dirty="0">
                <a:solidFill>
                  <a:srgbClr val="000000"/>
                </a:solidFill>
                <a:cs typeface="Times New Roman" pitchFamily="18" charset="0"/>
              </a:rPr>
              <a:t>Aggregation types for other items are rollup and computed</a:t>
            </a:r>
            <a:r>
              <a:rPr lang="en-US" sz="1200" dirty="0">
                <a:solidFill>
                  <a:srgbClr val="333399"/>
                </a:solidFill>
                <a:cs typeface="Times New Roman" pitchFamily="18" charset="0"/>
              </a:rPr>
              <a:t>.</a:t>
            </a:r>
          </a:p>
        </p:txBody>
      </p:sp>
      <p:sp>
        <p:nvSpPr>
          <p:cNvPr id="7" name="Text Box 2"/>
          <p:cNvSpPr txBox="1">
            <a:spLocks noChangeArrowheads="1"/>
          </p:cNvSpPr>
          <p:nvPr/>
        </p:nvSpPr>
        <p:spPr bwMode="auto">
          <a:xfrm>
            <a:off x="369888" y="2920752"/>
            <a:ext cx="8496944" cy="1872208"/>
          </a:xfrm>
          <a:prstGeom prst="rect">
            <a:avLst/>
          </a:prstGeom>
          <a:noFill/>
          <a:ln w="9525">
            <a:noFill/>
            <a:round/>
            <a:headEnd/>
            <a:tailEnd/>
          </a:ln>
        </p:spPr>
        <p:txBody>
          <a:bodyPr/>
          <a:lstStyle/>
          <a:p>
            <a:pPr marL="274320" indent="-274320" defTabSz="914342">
              <a:lnSpc>
                <a:spcPct val="105000"/>
              </a:lnSpc>
              <a:spcBef>
                <a:spcPts val="35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Properties Pane</a:t>
            </a:r>
          </a:p>
          <a:p>
            <a:pPr marL="457200"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The Properties pane provides a comprehensive view of the cross tab or selected set in the work area.</a:t>
            </a:r>
          </a:p>
          <a:p>
            <a:pPr marL="457200"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Specify the number of items to show</a:t>
            </a:r>
          </a:p>
          <a:p>
            <a:pPr marL="457200"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Create a user-defined filter</a:t>
            </a:r>
          </a:p>
          <a:p>
            <a:pPr marL="457200"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Sort data</a:t>
            </a:r>
          </a:p>
          <a:p>
            <a:pPr marL="457200"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Unhide data</a:t>
            </a:r>
          </a:p>
        </p:txBody>
      </p:sp>
      <p:pic>
        <p:nvPicPr>
          <p:cNvPr id="32772" name="Picture 4"/>
          <p:cNvPicPr>
            <a:picLocks noChangeAspect="1" noChangeArrowheads="1"/>
          </p:cNvPicPr>
          <p:nvPr/>
        </p:nvPicPr>
        <p:blipFill>
          <a:blip r:embed="rId4" cstate="print"/>
          <a:srcRect/>
          <a:stretch>
            <a:fillRect/>
          </a:stretch>
        </p:blipFill>
        <p:spPr bwMode="auto">
          <a:xfrm>
            <a:off x="2076003" y="4356100"/>
            <a:ext cx="7400925" cy="1933575"/>
          </a:xfrm>
          <a:prstGeom prst="rect">
            <a:avLst/>
          </a:prstGeom>
          <a:noFill/>
          <a:ln w="9525">
            <a:solidFill>
              <a:schemeClr val="tx1"/>
            </a:solidFill>
            <a:miter lim="800000"/>
            <a:headEnd/>
            <a:tailEnd/>
          </a:ln>
        </p:spPr>
      </p:pic>
      <p:sp>
        <p:nvSpPr>
          <p:cNvPr id="11"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Analysis Studio </a:t>
            </a:r>
          </a:p>
        </p:txBody>
      </p:sp>
      <p:graphicFrame>
        <p:nvGraphicFramePr>
          <p:cNvPr id="12" name="Object 4"/>
          <p:cNvGraphicFramePr>
            <a:graphicFrameLocks noChangeAspect="1"/>
          </p:cNvGraphicFramePr>
          <p:nvPr/>
        </p:nvGraphicFramePr>
        <p:xfrm>
          <a:off x="6507767" y="1411137"/>
          <a:ext cx="2892690" cy="1068388"/>
        </p:xfrm>
        <a:graphic>
          <a:graphicData uri="http://schemas.openxmlformats.org/presentationml/2006/ole">
            <mc:AlternateContent xmlns:mc="http://schemas.openxmlformats.org/markup-compatibility/2006">
              <mc:Choice xmlns:v="urn:schemas-microsoft-com:vml" Requires="v">
                <p:oleObj spid="_x0000_s665604" r:id="rId5" imgW="2457143" imgH="971686" progId="PBrush">
                  <p:embed/>
                </p:oleObj>
              </mc:Choice>
              <mc:Fallback>
                <p:oleObj r:id="rId5" imgW="2457143" imgH="971686" progId="PBrush">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7767" y="1411137"/>
                        <a:ext cx="2892690" cy="1068388"/>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69888" y="1133128"/>
            <a:ext cx="9144000" cy="5029200"/>
          </a:xfrm>
          <a:prstGeom prst="rect">
            <a:avLst/>
          </a:prstGeom>
        </p:spPr>
        <p:txBody>
          <a:bodyPr wrap="square">
            <a:spAutoFit/>
          </a:bodyPr>
          <a:lstStyle/>
          <a:p>
            <a:pPr marL="0" lvl="1">
              <a:spcAft>
                <a:spcPts val="600"/>
              </a:spcAft>
              <a:buClr>
                <a:srgbClr val="009999"/>
              </a:buClr>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2000" b="1" dirty="0" smtClean="0">
                <a:solidFill>
                  <a:srgbClr val="000000"/>
                </a:solidFill>
                <a:cs typeface="Times New Roman" pitchFamily="18" charset="0"/>
              </a:rPr>
              <a:t>Exploring Data</a:t>
            </a:r>
            <a:endParaRPr lang="en-US" sz="2000" dirty="0" smtClean="0">
              <a:solidFill>
                <a:srgbClr val="000000"/>
              </a:solidFill>
              <a:cs typeface="Times New Roman" pitchFamily="18" charset="0"/>
            </a:endParaRPr>
          </a:p>
          <a:p>
            <a:pPr marL="274320" lvl="1" indent="-274320" defTabSz="914342">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Work area by default consists of a crosstab.</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Each box in the Rows area and Columns area represents one or more sets in the crosstab.</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Data exploration can be done by dragging and dropping the elements from the data tree to either in the crosstab or the overview area.</a:t>
            </a:r>
            <a:endParaRPr lang="en-US" sz="1400" dirty="0" smtClean="0">
              <a:latin typeface="Times New Roman" pitchFamily="18" charset="0"/>
              <a:ea typeface="MS Gothic" pitchFamily="49" charset="-128"/>
              <a:cs typeface="Times New Roman" pitchFamily="18" charset="0"/>
            </a:endParaRPr>
          </a:p>
          <a:p>
            <a:pPr marL="274320" lvl="1" indent="-274320" defTabSz="914342">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In the Overview Area,</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Stacked sets appear as a single box labeled Combination.</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Selection-based set appears as a box with list appended to the label.</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The context specifies is applied as a whole to the work area.</a:t>
            </a:r>
            <a:endParaRPr lang="en-US" sz="1400" dirty="0" smtClean="0">
              <a:solidFill>
                <a:srgbClr val="000000"/>
              </a:solidFill>
              <a:latin typeface="Times New Roman" pitchFamily="18" charset="0"/>
              <a:cs typeface="Times New Roman" pitchFamily="18" charset="0"/>
            </a:endParaRPr>
          </a:p>
          <a:p>
            <a:pPr marL="274320" lvl="1" indent="-274320" defTabSz="914342">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For focused analysis we can have following features as </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Drilling up and down</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Going to another report or package</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Showing values as percentages</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Sorting values</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Showing values graphically in charts</a:t>
            </a:r>
          </a:p>
        </p:txBody>
      </p:sp>
      <p:sp>
        <p:nvSpPr>
          <p:cNvPr id="6"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Analysis Studio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2"/>
          <p:cNvSpPr>
            <a:spLocks noChangeArrowheads="1"/>
          </p:cNvSpPr>
          <p:nvPr/>
        </p:nvSpPr>
        <p:spPr bwMode="auto">
          <a:xfrm>
            <a:off x="1485900" y="1447800"/>
            <a:ext cx="6769100" cy="457200"/>
          </a:xfrm>
          <a:prstGeom prst="rect">
            <a:avLst/>
          </a:prstGeom>
          <a:noFill/>
          <a:ln w="9525">
            <a:noFill/>
            <a:round/>
            <a:headEnd/>
            <a:tailEnd/>
          </a:ln>
        </p:spPr>
        <p:txBody>
          <a:bodyPr wrap="none" anchor="ctr"/>
          <a:lstStyle/>
          <a:p>
            <a:endParaRPr lang="en-US"/>
          </a:p>
        </p:txBody>
      </p:sp>
      <p:sp>
        <p:nvSpPr>
          <p:cNvPr id="116740" name="Rectangle 3"/>
          <p:cNvSpPr>
            <a:spLocks noChangeArrowheads="1"/>
          </p:cNvSpPr>
          <p:nvPr/>
        </p:nvSpPr>
        <p:spPr bwMode="auto">
          <a:xfrm>
            <a:off x="374650" y="1130672"/>
            <a:ext cx="9144000" cy="1828800"/>
          </a:xfrm>
          <a:prstGeom prst="rect">
            <a:avLst/>
          </a:prstGeom>
          <a:noFill/>
          <a:ln w="9525">
            <a:noFill/>
            <a:round/>
            <a:headEnd/>
            <a:tailEnd/>
          </a:ln>
        </p:spPr>
        <p:txBody>
          <a:bodyPr lIns="90000" tIns="46800" rIns="90000" bIns="46800"/>
          <a:lstStyle/>
          <a:p>
            <a:pPr marL="274320" lvl="1" indent="-274320" defTabSz="914342">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Unnecessary data can be removed using</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Filter values to displays only the data you want to view</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Exclude items to eliminate unwanted information</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Apply a top or bottom rule, when analyzing a large amount of data</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Create a user-defined filter to limit the items displayed to those that meet a specific criteria</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Remove rows or columns containing only missing value</a:t>
            </a:r>
          </a:p>
          <a:p>
            <a:pPr marL="569913" lvl="1" indent="-228600" eaLnBrk="1" hangingPunct="1">
              <a:lnSpc>
                <a:spcPct val="105000"/>
              </a:lnSpc>
              <a:spcBef>
                <a:spcPts val="350"/>
              </a:spcBef>
              <a:buClr>
                <a:srgbClr val="009999"/>
              </a:buClr>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endParaRPr lang="en-US" sz="1400" dirty="0" smtClean="0">
              <a:solidFill>
                <a:srgbClr val="000000"/>
              </a:solidFill>
              <a:latin typeface="Times New Roman" pitchFamily="18" charset="0"/>
              <a:cs typeface="Times New Roman" pitchFamily="18" charset="0"/>
            </a:endParaRPr>
          </a:p>
        </p:txBody>
      </p:sp>
      <p:sp>
        <p:nvSpPr>
          <p:cNvPr id="5" name="TextBox 4"/>
          <p:cNvSpPr txBox="1"/>
          <p:nvPr/>
        </p:nvSpPr>
        <p:spPr>
          <a:xfrm>
            <a:off x="379944" y="3140968"/>
            <a:ext cx="9144000" cy="1538883"/>
          </a:xfrm>
          <a:prstGeom prst="rect">
            <a:avLst/>
          </a:prstGeom>
          <a:noFill/>
        </p:spPr>
        <p:txBody>
          <a:bodyPr wrap="square" rtlCol="0">
            <a:spAutoFit/>
          </a:bodyPr>
          <a:lstStyle/>
          <a:p>
            <a:pPr marL="274320" lvl="1" indent="-274320" defTabSz="914342">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The different types of context filters can also be applied</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Zero Suppress Filter</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Top/Bottom Filter</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Exclude</a:t>
            </a:r>
          </a:p>
          <a:p>
            <a:pPr marL="457200" lvl="1" indent="-18288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User-defined Filters</a:t>
            </a:r>
          </a:p>
        </p:txBody>
      </p:sp>
      <p:pic>
        <p:nvPicPr>
          <p:cNvPr id="206850" name="Picture 2"/>
          <p:cNvPicPr>
            <a:picLocks noChangeAspect="1" noChangeArrowheads="1"/>
          </p:cNvPicPr>
          <p:nvPr/>
        </p:nvPicPr>
        <p:blipFill>
          <a:blip r:embed="rId3" cstate="print"/>
          <a:srcRect/>
          <a:stretch>
            <a:fillRect/>
          </a:stretch>
        </p:blipFill>
        <p:spPr bwMode="auto">
          <a:xfrm>
            <a:off x="4593926" y="3651820"/>
            <a:ext cx="5039024" cy="2520380"/>
          </a:xfrm>
          <a:prstGeom prst="rect">
            <a:avLst/>
          </a:prstGeom>
          <a:noFill/>
        </p:spPr>
      </p:pic>
      <p:sp>
        <p:nvSpPr>
          <p:cNvPr id="9"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Analysis Studio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Studio</a:t>
            </a:r>
            <a:endParaRPr lang="en-US" dirty="0"/>
          </a:p>
        </p:txBody>
      </p:sp>
      <p:sp>
        <p:nvSpPr>
          <p:cNvPr id="5" name="Text Box 2"/>
          <p:cNvSpPr txBox="1">
            <a:spLocks noChangeArrowheads="1"/>
          </p:cNvSpPr>
          <p:nvPr/>
        </p:nvSpPr>
        <p:spPr bwMode="auto">
          <a:xfrm>
            <a:off x="375312" y="1137940"/>
            <a:ext cx="9144000" cy="5029200"/>
          </a:xfrm>
          <a:prstGeom prst="rect">
            <a:avLst/>
          </a:prstGeom>
          <a:noFill/>
          <a:ln w="9525">
            <a:noFill/>
            <a:round/>
            <a:headEnd/>
            <a:tailEnd/>
          </a:ln>
        </p:spPr>
        <p:txBody>
          <a:bodyPr/>
          <a:lstStyle/>
          <a:p>
            <a:pPr marL="0" lvl="1" indent="-274320">
              <a:spcAft>
                <a:spcPts val="600"/>
              </a:spcAft>
              <a:buClr>
                <a:srgbClr val="009999"/>
              </a:buClr>
              <a:buFont typeface="Wingdings" pitchFamily="2" charset="2"/>
              <a:buChar char="Ø"/>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2000" dirty="0" smtClean="0"/>
              <a:t>In Event Studio, you set up agents to monitor your data and perform tasks when business events or exceptional conditions occur in your data that must be dealt with. </a:t>
            </a:r>
          </a:p>
          <a:p>
            <a:pPr marL="0" lvl="1" indent="-274320">
              <a:spcAft>
                <a:spcPts val="600"/>
              </a:spcAft>
              <a:buClr>
                <a:srgbClr val="009999"/>
              </a:buClr>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endParaRPr lang="en-US" sz="2000" dirty="0" smtClean="0"/>
          </a:p>
          <a:p>
            <a:pPr marL="0" lvl="1" indent="-274320">
              <a:spcAft>
                <a:spcPts val="600"/>
              </a:spcAft>
              <a:buClr>
                <a:srgbClr val="009999"/>
              </a:buClr>
              <a:buFont typeface="Wingdings" pitchFamily="2" charset="2"/>
              <a:buChar char="Ø"/>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2000" dirty="0" smtClean="0"/>
              <a:t>When an event occurs, people are alerted to take action. Agents can publish details to the portal, deliver alerts by email, run and distribute reports based on events, and monitor the status of events. </a:t>
            </a:r>
            <a:endParaRPr lang="en-US" sz="2000" smtClean="0"/>
          </a:p>
          <a:p>
            <a:pPr marL="0" lvl="1" indent="-274320">
              <a:spcAft>
                <a:spcPts val="600"/>
              </a:spcAft>
              <a:buClr>
                <a:srgbClr val="009999"/>
              </a:buClr>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endParaRPr lang="en-US" sz="2000" dirty="0" smtClean="0"/>
          </a:p>
          <a:p>
            <a:pPr marL="0" lvl="1" indent="-274320">
              <a:spcAft>
                <a:spcPts val="600"/>
              </a:spcAft>
              <a:buClr>
                <a:srgbClr val="009999"/>
              </a:buClr>
              <a:buFont typeface="Wingdings" pitchFamily="2" charset="2"/>
              <a:buChar char="Ø"/>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2000" dirty="0" smtClean="0"/>
              <a:t>For example, a support call from a key customer or the cancellation of a large order may trigger an event, sending an e-mail to the appropriate people</a:t>
            </a:r>
            <a:endParaRPr lang="en-US" sz="2000" b="1" dirty="0" smtClean="0">
              <a:solidFill>
                <a:srgbClr val="000000"/>
              </a:solidFill>
              <a:cs typeface="Times New Roman" pitchFamily="18" charset="0"/>
            </a:endParaRP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 y="2743200"/>
            <a:ext cx="9905999" cy="1371600"/>
          </a:xfrm>
        </p:spPr>
        <p:txBody>
          <a:bodyPr lIns="0" tIns="0" rIns="0" bIns="0" anchor="ctr" anchorCtr="1"/>
          <a:lstStyle/>
          <a:p>
            <a:pPr algn="ctr">
              <a:lnSpc>
                <a:spcPct val="100000"/>
              </a:lnSpc>
            </a:pPr>
            <a:r>
              <a:rPr sz="6000" dirty="0" smtClean="0"/>
              <a:t>Q &amp; A</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361952" y="1163638"/>
            <a:ext cx="8355013" cy="5281612"/>
          </a:xfrm>
          <a:prstGeom prst="rect">
            <a:avLst/>
          </a:prstGeom>
          <a:noFill/>
          <a:ln w="9525">
            <a:noFill/>
            <a:miter lim="800000"/>
            <a:headEnd/>
            <a:tailEnd/>
          </a:ln>
        </p:spPr>
        <p:txBody>
          <a:bodyPr vert="horz" wrap="square" lIns="288000" tIns="36000" rIns="72000" bIns="36000" numCol="1" anchor="t" anchorCtr="0" compatLnSpc="1">
            <a:prstTxWarp prst="textNoShape">
              <a:avLst/>
            </a:prstTxWarp>
          </a:bodyPr>
          <a:lstStyle/>
          <a:p>
            <a:pPr marL="342900" marR="0" lvl="1" indent="-342900" algn="l" defTabSz="714375" rtl="0" eaLnBrk="1" fontAlgn="base" latinLnBrk="0" hangingPunct="1">
              <a:lnSpc>
                <a:spcPts val="2600"/>
              </a:lnSpc>
              <a:spcBef>
                <a:spcPct val="20000"/>
              </a:spcBef>
              <a:spcAft>
                <a:spcPct val="0"/>
              </a:spcAft>
              <a:buClr>
                <a:schemeClr val="accent2"/>
              </a:buClr>
              <a:buSzPct val="85000"/>
              <a:buFont typeface="ZapfDingbats" pitchFamily="82" charset="2"/>
              <a:buNone/>
              <a:tabLst/>
              <a:defRPr/>
            </a:pPr>
            <a:endParaRPr kumimoji="0" lang="en-US" altLang="zh-CN" sz="2000" b="0" i="0" u="none" strike="noStrike" kern="1200" cap="none" spc="0" normalizeH="0" baseline="0" noProof="0" dirty="0" smtClean="0">
              <a:ln>
                <a:noFill/>
              </a:ln>
              <a:solidFill>
                <a:schemeClr val="tx1"/>
              </a:solidFill>
              <a:effectLst/>
              <a:uLnTx/>
              <a:uFillTx/>
              <a:latin typeface="+mn-lt"/>
              <a:ea typeface="宋体" charset="-122"/>
              <a:cs typeface="+mn-cs"/>
            </a:endParaRPr>
          </a:p>
        </p:txBody>
      </p:sp>
      <p:sp>
        <p:nvSpPr>
          <p:cNvPr id="6" name="TextBox 5"/>
          <p:cNvSpPr txBox="1"/>
          <p:nvPr/>
        </p:nvSpPr>
        <p:spPr>
          <a:xfrm>
            <a:off x="533400" y="1295400"/>
            <a:ext cx="6477000" cy="800100"/>
          </a:xfrm>
          <a:prstGeom prst="rect">
            <a:avLst/>
          </a:prstGeom>
          <a:noFill/>
        </p:spPr>
        <p:txBody>
          <a:bodyPr>
            <a:spAutoFit/>
          </a:bodyPr>
          <a:lstStyle/>
          <a:p>
            <a:pPr fontAlgn="auto">
              <a:spcBef>
                <a:spcPts val="0"/>
              </a:spcBef>
              <a:spcAft>
                <a:spcPts val="0"/>
              </a:spcAft>
              <a:defRPr/>
            </a:pPr>
            <a:r>
              <a:rPr lang="en-US" sz="3200" dirty="0" smtClean="0">
                <a:solidFill>
                  <a:schemeClr val="tx2">
                    <a:lumMod val="50000"/>
                  </a:schemeClr>
                </a:solidFill>
                <a:latin typeface="+mn-lt"/>
                <a:cs typeface="+mn-cs"/>
              </a:rPr>
              <a:t> </a:t>
            </a:r>
            <a:endParaRPr lang="en-US" sz="3200" dirty="0">
              <a:solidFill>
                <a:schemeClr val="tx2">
                  <a:lumMod val="50000"/>
                </a:schemeClr>
              </a:solidFill>
              <a:latin typeface="+mn-lt"/>
              <a:cs typeface="+mn-cs"/>
            </a:endParaRPr>
          </a:p>
          <a:p>
            <a:pPr fontAlgn="auto">
              <a:spcBef>
                <a:spcPts val="0"/>
              </a:spcBef>
              <a:spcAft>
                <a:spcPts val="0"/>
              </a:spcAft>
              <a:defRPr/>
            </a:pPr>
            <a:endParaRPr lang="en-US" sz="1400" dirty="0">
              <a:solidFill>
                <a:schemeClr val="tx2">
                  <a:lumMod val="50000"/>
                </a:schemeClr>
              </a:solidFill>
              <a:latin typeface="+mn-lt"/>
              <a:cs typeface="+mn-cs"/>
            </a:endParaRPr>
          </a:p>
        </p:txBody>
      </p:sp>
      <p:sp>
        <p:nvSpPr>
          <p:cNvPr id="7" name="Title 1"/>
          <p:cNvSpPr txBox="1">
            <a:spLocks/>
          </p:cNvSpPr>
          <p:nvPr/>
        </p:nvSpPr>
        <p:spPr>
          <a:xfrm>
            <a:off x="1" y="2743200"/>
            <a:ext cx="9905999" cy="1371600"/>
          </a:xfrm>
          <a:prstGeom prst="rect">
            <a:avLst/>
          </a:prstGeom>
        </p:spPr>
        <p:txBody>
          <a:bodyPr vert="horz" lIns="0" tIns="0" rIns="0" bIns="0" rtlCol="0" anchor="ctr" anchorCtr="1">
            <a:noAutofit/>
          </a:bodyPr>
          <a:lstStyle/>
          <a:p>
            <a:pPr marL="0" marR="0" lvl="0" indent="0" algn="ctr" defTabSz="914342" rtl="0" eaLnBrk="1" fontAlgn="auto" latinLnBrk="0" hangingPunct="1">
              <a:spcBef>
                <a:spcPct val="0"/>
              </a:spcBef>
              <a:spcAft>
                <a:spcPts val="0"/>
              </a:spcAft>
              <a:buClrTx/>
              <a:buSzTx/>
              <a:buFontTx/>
              <a:buNone/>
              <a:tabLst/>
              <a:defRPr/>
            </a:pPr>
            <a:r>
              <a:rPr lang="en-US" sz="3200" dirty="0" smtClean="0">
                <a:latin typeface="Arial Narrow" pitchFamily="34" charset="0"/>
                <a:ea typeface="+mj-ea"/>
                <a:cs typeface="+mj-cs"/>
              </a:rPr>
              <a:t>Thank You</a:t>
            </a:r>
            <a:endParaRPr kumimoji="0" lang="en-US" sz="3200" b="0" i="0" u="none" strike="noStrike" kern="1200" cap="none" spc="0" normalizeH="0" baseline="0" noProof="0" dirty="0" smtClean="0">
              <a:ln>
                <a:noFill/>
              </a:ln>
              <a:solidFill>
                <a:schemeClr val="tx1"/>
              </a:solidFill>
              <a:effectLst/>
              <a:uLnTx/>
              <a:uFillTx/>
              <a:latin typeface="Arial Narrow" pitchFamily="34" charset="0"/>
              <a:ea typeface="+mj-ea"/>
              <a:cs typeface="+mj-cs"/>
            </a:endParaRPr>
          </a:p>
        </p:txBody>
      </p:sp>
      <p:graphicFrame>
        <p:nvGraphicFramePr>
          <p:cNvPr id="5" name="Table 4"/>
          <p:cNvGraphicFramePr>
            <a:graphicFrameLocks noGrp="1"/>
          </p:cNvGraphicFramePr>
          <p:nvPr/>
        </p:nvGraphicFramePr>
        <p:xfrm>
          <a:off x="6858000" y="5029200"/>
          <a:ext cx="2819400" cy="1112520"/>
        </p:xfrm>
        <a:graphic>
          <a:graphicData uri="http://schemas.openxmlformats.org/drawingml/2006/table">
            <a:tbl>
              <a:tblPr firstRow="1" bandRow="1">
                <a:tableStyleId>{72833802-FEF1-4C79-8D5D-14CF1EAF98D9}</a:tableStyleId>
              </a:tblPr>
              <a:tblGrid>
                <a:gridCol w="1371600"/>
                <a:gridCol w="1447800"/>
              </a:tblGrid>
              <a:tr h="370840">
                <a:tc>
                  <a:txBody>
                    <a:bodyPr/>
                    <a:lstStyle/>
                    <a:p>
                      <a:r>
                        <a:rPr lang="en-US" sz="1000" b="1" dirty="0" smtClean="0">
                          <a:solidFill>
                            <a:schemeClr val="tx1"/>
                          </a:solidFill>
                        </a:rPr>
                        <a:t>Review Date</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b="1" dirty="0" smtClean="0">
                          <a:solidFill>
                            <a:schemeClr val="tx1"/>
                          </a:solidFill>
                        </a:rPr>
                        <a:t>14-July-2016</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sz="1000" b="1" dirty="0" smtClean="0">
                          <a:solidFill>
                            <a:schemeClr val="tx1"/>
                          </a:solidFill>
                        </a:rPr>
                        <a:t>Version</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b="1" dirty="0" smtClean="0">
                          <a:solidFill>
                            <a:schemeClr val="tx1"/>
                          </a:solidFill>
                        </a:rPr>
                        <a:t>1.0</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000" b="1" dirty="0" smtClean="0">
                          <a:solidFill>
                            <a:schemeClr val="tx1"/>
                          </a:solidFill>
                        </a:rPr>
                        <a:t>Next Review Due</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b="1" smtClean="0">
                          <a:solidFill>
                            <a:schemeClr val="tx1"/>
                          </a:solidFill>
                        </a:rPr>
                        <a:t>14-July-2017</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8558643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40347" name="think-cell Slide" r:id="rId4" imgW="360" imgH="360" progId="">
                  <p:embed/>
                </p:oleObj>
              </mc:Choice>
              <mc:Fallback>
                <p:oleObj name="think-cell Slide" r:id="rId4" imgW="360" imgH="360" progId="">
                  <p:embed/>
                  <p:pic>
                    <p:nvPicPr>
                      <p:cNvPr id="0" name="Picture 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aLI83S.QyU2cWSfucWO3YA"/>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sights &amp; Data_LnD_Template">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cap="flat" cmpd="sng" algn="ctr">
          <a:solidFill>
            <a:schemeClr val="bg2"/>
          </a:solidFill>
          <a:prstDash val="solid"/>
          <a:round/>
          <a:headEnd type="none" w="med" len="med"/>
          <a:tailEnd type="none" w="med" len="med"/>
        </a:ln>
        <a:effectLst/>
      </a:spPr>
      <a:bodyPr vert="horz" wrap="none" lIns="91440" tIns="45720" rIns="91440" bIns="45720" numCol="1" rtlCol="0" anchor="ctr" anchorCtr="0" compatLnSpc="1">
        <a:prstTxWarp prst="textNoShape">
          <a:avLst/>
        </a:prstTxWarp>
      </a:bodyPr>
      <a:lstStyle>
        <a:defPPr marL="0" marR="0" indent="0" algn="ctr" defTabSz="914400" rtl="0" eaLnBrk="0" fontAlgn="base" latinLnBrk="0" hangingPunct="0">
          <a:spcBef>
            <a:spcPct val="0"/>
          </a:spcBef>
          <a:spcAft>
            <a:spcPct val="0"/>
          </a:spcAft>
          <a:buClrTx/>
          <a:buSzTx/>
          <a:buFontTx/>
          <a:buNone/>
          <a:tabLst/>
          <a:defRPr kumimoji="0" sz="1600" i="0" u="none" strike="noStrike" cap="none" normalizeH="0" baseline="0" dirty="0" smtClean="0">
            <a:ln>
              <a:noFill/>
            </a:ln>
            <a:solidFill>
              <a:schemeClr val="tx2">
                <a:lumMod val="50000"/>
              </a:schemeClr>
            </a:solidFill>
            <a:effectLst/>
            <a:latin typeface="+mn-lt"/>
            <a:cs typeface="Arial" charset="0"/>
          </a:defRPr>
        </a:defPPr>
      </a:lstStyle>
    </a:spDef>
    <a:lnDef>
      <a:spPr bwMode="auto">
        <a:solidFill>
          <a:schemeClr val="accent6"/>
        </a:solidFill>
        <a:ln w="6350" cap="flat" cmpd="sng" algn="ctr">
          <a:solidFill>
            <a:schemeClr val="bg2"/>
          </a:solidFill>
          <a:prstDash val="solid"/>
          <a:round/>
          <a:headEnd type="none" w="med" len="med"/>
          <a:tailEnd type="none" w="med" len="med"/>
        </a:ln>
        <a:effectLst/>
      </a:spPr>
      <a:bodyPr/>
      <a:lst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I&amp;D_Learning and Development 2015_Closing Slides">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amp;D_Learning and Development 2015_Section break">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Insights &amp; Data_LnD_Template</Template>
  <TotalTime>663</TotalTime>
  <Words>660</Words>
  <Application>Microsoft Office PowerPoint</Application>
  <PresentationFormat>A4 Paper (210x297 mm)</PresentationFormat>
  <Paragraphs>103</Paragraphs>
  <Slides>13</Slides>
  <Notes>9</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13</vt:i4>
      </vt:variant>
    </vt:vector>
  </HeadingPairs>
  <TitlesOfParts>
    <vt:vector size="17" baseType="lpstr">
      <vt:lpstr>Insights &amp; Data_LnD_Template</vt:lpstr>
      <vt:lpstr>I&amp;D_Learning and Development 2015_Closing Slides</vt:lpstr>
      <vt:lpstr>I&amp;D_Learning and Development 2015_Section break</vt:lpstr>
      <vt:lpstr>think-cell Slide</vt:lpstr>
      <vt:lpstr>Learning &amp; Development  Enabling development, Impacting growth…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Event Studio</vt:lpstr>
      <vt:lpstr>Q &amp; A</vt:lpstr>
      <vt:lpstr>PowerPoint Presentation</vt:lpstr>
      <vt:lpstr>PowerPoint Presentation</vt:lpstr>
    </vt:vector>
  </TitlesOfParts>
  <Company>Capgemini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&amp; Development  Enabling development, Impacting growth…</dc:title>
  <dc:creator>vivmore</dc:creator>
  <cp:lastModifiedBy>Rajita Dhumal</cp:lastModifiedBy>
  <cp:revision>139</cp:revision>
  <dcterms:created xsi:type="dcterms:W3CDTF">2015-07-10T14:05:09Z</dcterms:created>
  <dcterms:modified xsi:type="dcterms:W3CDTF">2016-08-08T03:54:27Z</dcterms:modified>
</cp:coreProperties>
</file>