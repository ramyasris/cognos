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1"/>
    <p:sldMasterId id="2147483993" r:id="rId2"/>
    <p:sldMasterId id="2147483946" r:id="rId3"/>
  </p:sldMasterIdLst>
  <p:notesMasterIdLst>
    <p:notesMasterId r:id="rId22"/>
  </p:notesMasterIdLst>
  <p:handoutMasterIdLst>
    <p:handoutMasterId r:id="rId23"/>
  </p:handoutMasterIdLst>
  <p:sldIdLst>
    <p:sldId id="407" r:id="rId4"/>
    <p:sldId id="427" r:id="rId5"/>
    <p:sldId id="441" r:id="rId6"/>
    <p:sldId id="428" r:id="rId7"/>
    <p:sldId id="429" r:id="rId8"/>
    <p:sldId id="440" r:id="rId9"/>
    <p:sldId id="432" r:id="rId10"/>
    <p:sldId id="433" r:id="rId11"/>
    <p:sldId id="431" r:id="rId12"/>
    <p:sldId id="434" r:id="rId13"/>
    <p:sldId id="435" r:id="rId14"/>
    <p:sldId id="436" r:id="rId15"/>
    <p:sldId id="430" r:id="rId16"/>
    <p:sldId id="437" r:id="rId17"/>
    <p:sldId id="439" r:id="rId18"/>
    <p:sldId id="424" r:id="rId19"/>
    <p:sldId id="425" r:id="rId20"/>
    <p:sldId id="329" r:id="rId21"/>
  </p:sldIdLst>
  <p:sldSz cx="9906000" cy="6858000" type="A4"/>
  <p:notesSz cx="6797675" cy="9874250"/>
  <p:custDataLst>
    <p:tags r:id="rId24"/>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F2F2F2"/>
    <a:srgbClr val="E47E1A"/>
    <a:srgbClr val="BA0065"/>
    <a:srgbClr val="FFBC1D"/>
    <a:srgbClr val="598E20"/>
    <a:srgbClr val="D03833"/>
    <a:srgbClr val="805924"/>
    <a:srgbClr val="7263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353" autoAdjust="0"/>
  </p:normalViewPr>
  <p:slideViewPr>
    <p:cSldViewPr>
      <p:cViewPr>
        <p:scale>
          <a:sx n="75" d="100"/>
          <a:sy n="75" d="100"/>
        </p:scale>
        <p:origin x="-1464" y="-180"/>
      </p:cViewPr>
      <p:guideLst>
        <p:guide orient="horz" pos="3948"/>
        <p:guide orient="horz" pos="791"/>
        <p:guide orient="horz" pos="1062"/>
        <p:guide orient="horz" pos="3620"/>
        <p:guide orient="horz" pos="2374"/>
        <p:guide pos="3120"/>
        <p:guide pos="6025"/>
        <p:guide pos="3042"/>
        <p:guide pos="3198"/>
        <p:guide pos="220"/>
        <p:guide pos="420"/>
        <p:guide pos="5819"/>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690"/>
    </p:cViewPr>
  </p:sorterViewPr>
  <p:notesViewPr>
    <p:cSldViewPr>
      <p:cViewPr varScale="1">
        <p:scale>
          <a:sx n="72" d="100"/>
          <a:sy n="72" d="100"/>
        </p:scale>
        <p:origin x="-3246" y="-102"/>
      </p:cViewPr>
      <p:guideLst>
        <p:guide orient="horz" pos="3110"/>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222A00-BA80-4A5E-900D-9EDF784F037D}" type="doc">
      <dgm:prSet loTypeId="urn:microsoft.com/office/officeart/2005/8/layout/hList6" loCatId="list" qsTypeId="urn:microsoft.com/office/officeart/2005/8/quickstyle/3d1" qsCatId="3D" csTypeId="urn:microsoft.com/office/officeart/2005/8/colors/colorful4" csCatId="colorful" phldr="1"/>
      <dgm:spPr/>
      <dgm:t>
        <a:bodyPr/>
        <a:lstStyle/>
        <a:p>
          <a:endParaRPr lang="en-US"/>
        </a:p>
      </dgm:t>
    </dgm:pt>
    <dgm:pt modelId="{512305B9-1F9C-4755-86A9-F70C71984576}">
      <dgm:prSet phldrT="[Text]" custT="1"/>
      <dgm:spPr/>
      <dgm:t>
        <a:bodyPr/>
        <a:lstStyle/>
        <a:p>
          <a:r>
            <a:rPr lang="en-US" dirty="0" smtClean="0"/>
            <a:t>Reporting</a:t>
          </a:r>
        </a:p>
        <a:p>
          <a:r>
            <a:rPr lang="en-US" sz="1200" dirty="0" smtClean="0">
              <a:latin typeface="+mn-lt"/>
              <a:cs typeface="Times New Roman" pitchFamily="18" charset="0"/>
            </a:rPr>
            <a:t>Provides access to a complete list of self-serve report types, is adaptable to any data source and operates from a single metadata layer for a variety of benefits such as multilingual reporting, ad hoc query, and scheduling and bursting.</a:t>
          </a:r>
        </a:p>
      </dgm:t>
    </dgm:pt>
    <dgm:pt modelId="{B5E3183C-264C-485A-99E7-9E5F567BA96C}" type="parTrans" cxnId="{440C093F-7832-41F2-8816-CF641AC253A9}">
      <dgm:prSet/>
      <dgm:spPr/>
      <dgm:t>
        <a:bodyPr/>
        <a:lstStyle/>
        <a:p>
          <a:endParaRPr lang="en-US"/>
        </a:p>
      </dgm:t>
    </dgm:pt>
    <dgm:pt modelId="{D8440644-4425-47E9-82BE-8E87677A6B51}" type="sibTrans" cxnId="{440C093F-7832-41F2-8816-CF641AC253A9}">
      <dgm:prSet/>
      <dgm:spPr/>
      <dgm:t>
        <a:bodyPr/>
        <a:lstStyle/>
        <a:p>
          <a:endParaRPr lang="en-US"/>
        </a:p>
      </dgm:t>
    </dgm:pt>
    <dgm:pt modelId="{77C7EE04-41F2-400D-80D3-A8CC3EA9B012}">
      <dgm:prSet phldrT="[Text]" custT="1"/>
      <dgm:spPr/>
      <dgm:t>
        <a:bodyPr/>
        <a:lstStyle/>
        <a:p>
          <a:r>
            <a:rPr lang="en-US" dirty="0" smtClean="0"/>
            <a:t>Analysis</a:t>
          </a:r>
        </a:p>
        <a:p>
          <a:r>
            <a:rPr lang="en-US" sz="1200" dirty="0" smtClean="0">
              <a:latin typeface="+mn-lt"/>
              <a:cs typeface="Times New Roman" pitchFamily="18" charset="0"/>
            </a:rPr>
            <a:t>Enables the guided exploration of information that pertains to all dimensions of your business, regardless of where the data is stored. Analyze and report against online analytical processing (OLAP) and dimensionally aware relational sources. </a:t>
          </a:r>
          <a:endParaRPr lang="en-US" sz="1600" dirty="0">
            <a:latin typeface="+mn-lt"/>
            <a:cs typeface="Times New Roman" pitchFamily="18" charset="0"/>
          </a:endParaRPr>
        </a:p>
      </dgm:t>
    </dgm:pt>
    <dgm:pt modelId="{F7497CED-7986-4FFA-87A3-DDC848BD94BD}" type="parTrans" cxnId="{B9610964-D684-4B44-9EA6-DABE390CCA87}">
      <dgm:prSet/>
      <dgm:spPr/>
      <dgm:t>
        <a:bodyPr/>
        <a:lstStyle/>
        <a:p>
          <a:endParaRPr lang="en-US"/>
        </a:p>
      </dgm:t>
    </dgm:pt>
    <dgm:pt modelId="{EFCB2BB5-B8DC-4CAC-8090-0D75FBB7C390}" type="sibTrans" cxnId="{B9610964-D684-4B44-9EA6-DABE390CCA87}">
      <dgm:prSet/>
      <dgm:spPr/>
      <dgm:t>
        <a:bodyPr/>
        <a:lstStyle/>
        <a:p>
          <a:endParaRPr lang="en-US"/>
        </a:p>
      </dgm:t>
    </dgm:pt>
    <dgm:pt modelId="{7E312BB0-416F-4F01-B759-1ED1F29267EE}">
      <dgm:prSet phldrT="[Text]" custT="1"/>
      <dgm:spPr/>
      <dgm:t>
        <a:bodyPr/>
        <a:lstStyle/>
        <a:p>
          <a:r>
            <a:rPr lang="en-US" dirty="0" smtClean="0"/>
            <a:t>Dashboards</a:t>
          </a:r>
        </a:p>
        <a:p>
          <a:r>
            <a:rPr lang="en-US" sz="1200" dirty="0" smtClean="0">
              <a:latin typeface="+mn-lt"/>
              <a:cs typeface="Times New Roman" pitchFamily="18" charset="0"/>
            </a:rPr>
            <a:t>Business dashboards communicate complex information quickly. They translate information from your various corporate systems and data into visually rich presentations using gauges, maps, charts and other graphical elements to show multiple results together.  </a:t>
          </a:r>
          <a:endParaRPr lang="en-US" sz="1600" dirty="0">
            <a:latin typeface="+mn-lt"/>
            <a:cs typeface="Times New Roman" pitchFamily="18" charset="0"/>
          </a:endParaRPr>
        </a:p>
      </dgm:t>
    </dgm:pt>
    <dgm:pt modelId="{13C83BD0-823C-4B68-8B4A-872282C0B2EF}" type="parTrans" cxnId="{C3282A28-76DF-42A0-A50B-AB1FF5DC6E0C}">
      <dgm:prSet/>
      <dgm:spPr/>
      <dgm:t>
        <a:bodyPr/>
        <a:lstStyle/>
        <a:p>
          <a:endParaRPr lang="en-US"/>
        </a:p>
      </dgm:t>
    </dgm:pt>
    <dgm:pt modelId="{F4E00D64-CF02-4A2B-9386-2207F2BF09A8}" type="sibTrans" cxnId="{C3282A28-76DF-42A0-A50B-AB1FF5DC6E0C}">
      <dgm:prSet/>
      <dgm:spPr/>
      <dgm:t>
        <a:bodyPr/>
        <a:lstStyle/>
        <a:p>
          <a:endParaRPr lang="en-US"/>
        </a:p>
      </dgm:t>
    </dgm:pt>
    <dgm:pt modelId="{C6629889-3CB2-4B08-9FE2-880EDF653AD7}">
      <dgm:prSet phldrT="[Text]" custT="1"/>
      <dgm:spPr/>
      <dgm:t>
        <a:bodyPr/>
        <a:lstStyle/>
        <a:p>
          <a:r>
            <a:rPr lang="en-US" dirty="0" smtClean="0"/>
            <a:t>Scorecarding</a:t>
          </a:r>
        </a:p>
        <a:p>
          <a:r>
            <a:rPr lang="en-US" sz="1200" dirty="0" smtClean="0">
              <a:latin typeface="+mn-lt"/>
              <a:cs typeface="Times New Roman" pitchFamily="18" charset="0"/>
            </a:rPr>
            <a:t>Enables you to align your teams and tactics with strategy, communicate goals consistently, and monitor performance against targets.</a:t>
          </a:r>
          <a:endParaRPr lang="en-US" sz="1900" dirty="0">
            <a:latin typeface="+mn-lt"/>
            <a:cs typeface="Times New Roman" pitchFamily="18" charset="0"/>
          </a:endParaRPr>
        </a:p>
      </dgm:t>
    </dgm:pt>
    <dgm:pt modelId="{03E91C02-1E7B-453C-8928-856141A3997C}" type="parTrans" cxnId="{A1D79A53-3357-4615-A4B6-37157A5A90B2}">
      <dgm:prSet/>
      <dgm:spPr/>
      <dgm:t>
        <a:bodyPr/>
        <a:lstStyle/>
        <a:p>
          <a:endParaRPr lang="en-US"/>
        </a:p>
      </dgm:t>
    </dgm:pt>
    <dgm:pt modelId="{A50D9AA1-1DA9-4935-B771-6E0B647AF69E}" type="sibTrans" cxnId="{A1D79A53-3357-4615-A4B6-37157A5A90B2}">
      <dgm:prSet/>
      <dgm:spPr/>
      <dgm:t>
        <a:bodyPr/>
        <a:lstStyle/>
        <a:p>
          <a:endParaRPr lang="en-US"/>
        </a:p>
      </dgm:t>
    </dgm:pt>
    <dgm:pt modelId="{24F0EFE0-B90F-48D3-A54B-1992000E5380}" type="pres">
      <dgm:prSet presAssocID="{9D222A00-BA80-4A5E-900D-9EDF784F037D}" presName="Name0" presStyleCnt="0">
        <dgm:presLayoutVars>
          <dgm:dir/>
          <dgm:resizeHandles val="exact"/>
        </dgm:presLayoutVars>
      </dgm:prSet>
      <dgm:spPr/>
      <dgm:t>
        <a:bodyPr/>
        <a:lstStyle/>
        <a:p>
          <a:endParaRPr lang="en-US"/>
        </a:p>
      </dgm:t>
    </dgm:pt>
    <dgm:pt modelId="{B8696D86-E1CD-4028-B509-405DFFC944D5}" type="pres">
      <dgm:prSet presAssocID="{512305B9-1F9C-4755-86A9-F70C71984576}" presName="node" presStyleLbl="node1" presStyleIdx="0" presStyleCnt="4" custLinFactNeighborX="-19099">
        <dgm:presLayoutVars>
          <dgm:bulletEnabled val="1"/>
        </dgm:presLayoutVars>
      </dgm:prSet>
      <dgm:spPr/>
      <dgm:t>
        <a:bodyPr/>
        <a:lstStyle/>
        <a:p>
          <a:endParaRPr lang="en-US"/>
        </a:p>
      </dgm:t>
    </dgm:pt>
    <dgm:pt modelId="{AE7EE2DA-301A-4610-B7A7-5ED0D69A8BED}" type="pres">
      <dgm:prSet presAssocID="{D8440644-4425-47E9-82BE-8E87677A6B51}" presName="sibTrans" presStyleCnt="0"/>
      <dgm:spPr/>
    </dgm:pt>
    <dgm:pt modelId="{10046119-C54F-4DF3-874D-3058A6D47D90}" type="pres">
      <dgm:prSet presAssocID="{77C7EE04-41F2-400D-80D3-A8CC3EA9B012}" presName="node" presStyleLbl="node1" presStyleIdx="1" presStyleCnt="4">
        <dgm:presLayoutVars>
          <dgm:bulletEnabled val="1"/>
        </dgm:presLayoutVars>
      </dgm:prSet>
      <dgm:spPr/>
      <dgm:t>
        <a:bodyPr/>
        <a:lstStyle/>
        <a:p>
          <a:endParaRPr lang="en-US"/>
        </a:p>
      </dgm:t>
    </dgm:pt>
    <dgm:pt modelId="{BB8D399D-E5AC-41E2-AF37-86E49EB798BC}" type="pres">
      <dgm:prSet presAssocID="{EFCB2BB5-B8DC-4CAC-8090-0D75FBB7C390}" presName="sibTrans" presStyleCnt="0"/>
      <dgm:spPr/>
    </dgm:pt>
    <dgm:pt modelId="{3496B004-7D26-4C07-80FA-FCF4C83B1F2F}" type="pres">
      <dgm:prSet presAssocID="{7E312BB0-416F-4F01-B759-1ED1F29267EE}" presName="node" presStyleLbl="node1" presStyleIdx="2" presStyleCnt="4">
        <dgm:presLayoutVars>
          <dgm:bulletEnabled val="1"/>
        </dgm:presLayoutVars>
      </dgm:prSet>
      <dgm:spPr/>
      <dgm:t>
        <a:bodyPr/>
        <a:lstStyle/>
        <a:p>
          <a:endParaRPr lang="en-US"/>
        </a:p>
      </dgm:t>
    </dgm:pt>
    <dgm:pt modelId="{3FC8B26A-CFC2-4945-930B-EE18F1F8204E}" type="pres">
      <dgm:prSet presAssocID="{F4E00D64-CF02-4A2B-9386-2207F2BF09A8}" presName="sibTrans" presStyleCnt="0"/>
      <dgm:spPr/>
    </dgm:pt>
    <dgm:pt modelId="{FA2453B0-E9AE-4B50-AD70-4FD2A5C0AE92}" type="pres">
      <dgm:prSet presAssocID="{C6629889-3CB2-4B08-9FE2-880EDF653AD7}" presName="node" presStyleLbl="node1" presStyleIdx="3" presStyleCnt="4">
        <dgm:presLayoutVars>
          <dgm:bulletEnabled val="1"/>
        </dgm:presLayoutVars>
      </dgm:prSet>
      <dgm:spPr/>
      <dgm:t>
        <a:bodyPr/>
        <a:lstStyle/>
        <a:p>
          <a:endParaRPr lang="en-US"/>
        </a:p>
      </dgm:t>
    </dgm:pt>
  </dgm:ptLst>
  <dgm:cxnLst>
    <dgm:cxn modelId="{C3282A28-76DF-42A0-A50B-AB1FF5DC6E0C}" srcId="{9D222A00-BA80-4A5E-900D-9EDF784F037D}" destId="{7E312BB0-416F-4F01-B759-1ED1F29267EE}" srcOrd="2" destOrd="0" parTransId="{13C83BD0-823C-4B68-8B4A-872282C0B2EF}" sibTransId="{F4E00D64-CF02-4A2B-9386-2207F2BF09A8}"/>
    <dgm:cxn modelId="{B9610964-D684-4B44-9EA6-DABE390CCA87}" srcId="{9D222A00-BA80-4A5E-900D-9EDF784F037D}" destId="{77C7EE04-41F2-400D-80D3-A8CC3EA9B012}" srcOrd="1" destOrd="0" parTransId="{F7497CED-7986-4FFA-87A3-DDC848BD94BD}" sibTransId="{EFCB2BB5-B8DC-4CAC-8090-0D75FBB7C390}"/>
    <dgm:cxn modelId="{035AD101-47AA-4B1B-8B73-96F1F3A0C271}" type="presOf" srcId="{7E312BB0-416F-4F01-B759-1ED1F29267EE}" destId="{3496B004-7D26-4C07-80FA-FCF4C83B1F2F}" srcOrd="0" destOrd="0" presId="urn:microsoft.com/office/officeart/2005/8/layout/hList6"/>
    <dgm:cxn modelId="{A1D79A53-3357-4615-A4B6-37157A5A90B2}" srcId="{9D222A00-BA80-4A5E-900D-9EDF784F037D}" destId="{C6629889-3CB2-4B08-9FE2-880EDF653AD7}" srcOrd="3" destOrd="0" parTransId="{03E91C02-1E7B-453C-8928-856141A3997C}" sibTransId="{A50D9AA1-1DA9-4935-B771-6E0B647AF69E}"/>
    <dgm:cxn modelId="{5781EEDB-469F-4A14-B8A5-15A1CE9E4A60}" type="presOf" srcId="{9D222A00-BA80-4A5E-900D-9EDF784F037D}" destId="{24F0EFE0-B90F-48D3-A54B-1992000E5380}" srcOrd="0" destOrd="0" presId="urn:microsoft.com/office/officeart/2005/8/layout/hList6"/>
    <dgm:cxn modelId="{2BA6204B-AD41-4F08-B90E-9FCA5DF9C176}" type="presOf" srcId="{512305B9-1F9C-4755-86A9-F70C71984576}" destId="{B8696D86-E1CD-4028-B509-405DFFC944D5}" srcOrd="0" destOrd="0" presId="urn:microsoft.com/office/officeart/2005/8/layout/hList6"/>
    <dgm:cxn modelId="{BBAA084F-F8F4-4052-B8AC-EE9B48383B27}" type="presOf" srcId="{C6629889-3CB2-4B08-9FE2-880EDF653AD7}" destId="{FA2453B0-E9AE-4B50-AD70-4FD2A5C0AE92}" srcOrd="0" destOrd="0" presId="urn:microsoft.com/office/officeart/2005/8/layout/hList6"/>
    <dgm:cxn modelId="{440C093F-7832-41F2-8816-CF641AC253A9}" srcId="{9D222A00-BA80-4A5E-900D-9EDF784F037D}" destId="{512305B9-1F9C-4755-86A9-F70C71984576}" srcOrd="0" destOrd="0" parTransId="{B5E3183C-264C-485A-99E7-9E5F567BA96C}" sibTransId="{D8440644-4425-47E9-82BE-8E87677A6B51}"/>
    <dgm:cxn modelId="{F60C8F4B-C7DF-47B5-B529-FBA49ED1ADD2}" type="presOf" srcId="{77C7EE04-41F2-400D-80D3-A8CC3EA9B012}" destId="{10046119-C54F-4DF3-874D-3058A6D47D90}" srcOrd="0" destOrd="0" presId="urn:microsoft.com/office/officeart/2005/8/layout/hList6"/>
    <dgm:cxn modelId="{BBA77683-F419-43E4-B4FA-B92A3732F076}" type="presParOf" srcId="{24F0EFE0-B90F-48D3-A54B-1992000E5380}" destId="{B8696D86-E1CD-4028-B509-405DFFC944D5}" srcOrd="0" destOrd="0" presId="urn:microsoft.com/office/officeart/2005/8/layout/hList6"/>
    <dgm:cxn modelId="{52E2816C-020D-43DA-8D56-8575E3E82DF4}" type="presParOf" srcId="{24F0EFE0-B90F-48D3-A54B-1992000E5380}" destId="{AE7EE2DA-301A-4610-B7A7-5ED0D69A8BED}" srcOrd="1" destOrd="0" presId="urn:microsoft.com/office/officeart/2005/8/layout/hList6"/>
    <dgm:cxn modelId="{9510F698-89C1-4FFA-9C59-C32AA17652F0}" type="presParOf" srcId="{24F0EFE0-B90F-48D3-A54B-1992000E5380}" destId="{10046119-C54F-4DF3-874D-3058A6D47D90}" srcOrd="2" destOrd="0" presId="urn:microsoft.com/office/officeart/2005/8/layout/hList6"/>
    <dgm:cxn modelId="{89343CA6-A717-4DCC-BE3C-7A05FC541729}" type="presParOf" srcId="{24F0EFE0-B90F-48D3-A54B-1992000E5380}" destId="{BB8D399D-E5AC-41E2-AF37-86E49EB798BC}" srcOrd="3" destOrd="0" presId="urn:microsoft.com/office/officeart/2005/8/layout/hList6"/>
    <dgm:cxn modelId="{080C1722-29A6-4157-8BCC-A27B4B8EC15D}" type="presParOf" srcId="{24F0EFE0-B90F-48D3-A54B-1992000E5380}" destId="{3496B004-7D26-4C07-80FA-FCF4C83B1F2F}" srcOrd="4" destOrd="0" presId="urn:microsoft.com/office/officeart/2005/8/layout/hList6"/>
    <dgm:cxn modelId="{2EB787DC-1028-44B4-8F8D-4BAB6DDA4940}" type="presParOf" srcId="{24F0EFE0-B90F-48D3-A54B-1992000E5380}" destId="{3FC8B26A-CFC2-4945-930B-EE18F1F8204E}" srcOrd="5" destOrd="0" presId="urn:microsoft.com/office/officeart/2005/8/layout/hList6"/>
    <dgm:cxn modelId="{F280A552-B01A-49B7-B24A-D5DC1C58AEFA}" type="presParOf" srcId="{24F0EFE0-B90F-48D3-A54B-1992000E5380}" destId="{FA2453B0-E9AE-4B50-AD70-4FD2A5C0AE92}"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50A4E9-EB09-424B-A3FD-6EF7690F1711}" type="doc">
      <dgm:prSet loTypeId="urn:microsoft.com/office/officeart/2005/8/layout/vList5" loCatId="list" qsTypeId="urn:microsoft.com/office/officeart/2005/8/quickstyle/3d1" qsCatId="3D" csTypeId="urn:microsoft.com/office/officeart/2005/8/colors/accent0_3" csCatId="mainScheme" phldr="1"/>
      <dgm:spPr/>
      <dgm:t>
        <a:bodyPr/>
        <a:lstStyle/>
        <a:p>
          <a:endParaRPr lang="en-US"/>
        </a:p>
      </dgm:t>
    </dgm:pt>
    <dgm:pt modelId="{1E0C3AE0-7649-4172-BA3B-AD5C9C09AE63}">
      <dgm:prSet phldrT="[Text]" custT="1"/>
      <dgm:spPr/>
      <dgm:t>
        <a:bodyPr/>
        <a:lstStyle/>
        <a:p>
          <a:r>
            <a:rPr lang="en-US" sz="1400" dirty="0" smtClean="0">
              <a:latin typeface="+mn-lt"/>
              <a:cs typeface="Times New Roman" pitchFamily="18" charset="0"/>
            </a:rPr>
            <a:t>Cognos Connection</a:t>
          </a:r>
        </a:p>
      </dgm:t>
    </dgm:pt>
    <dgm:pt modelId="{CB139633-54C2-4937-971D-FB46A43F6C67}" type="parTrans" cxnId="{370D5EEA-4BA9-4EA3-95B1-50191BACC3D7}">
      <dgm:prSet/>
      <dgm:spPr/>
      <dgm:t>
        <a:bodyPr/>
        <a:lstStyle/>
        <a:p>
          <a:endParaRPr lang="en-US"/>
        </a:p>
      </dgm:t>
    </dgm:pt>
    <dgm:pt modelId="{48705974-3619-4762-84FC-93F3A5EA35F9}" type="sibTrans" cxnId="{370D5EEA-4BA9-4EA3-95B1-50191BACC3D7}">
      <dgm:prSet/>
      <dgm:spPr/>
      <dgm:t>
        <a:bodyPr/>
        <a:lstStyle/>
        <a:p>
          <a:endParaRPr lang="en-US"/>
        </a:p>
      </dgm:t>
    </dgm:pt>
    <dgm:pt modelId="{B498B955-EFCB-4C76-B765-7B8C39AC2109}">
      <dgm:prSet phldrT="[Text]" custT="1"/>
      <dgm:spPr/>
      <dgm:t>
        <a:bodyPr/>
        <a:lstStyle/>
        <a:p>
          <a:r>
            <a:rPr lang="en-US" sz="1400" dirty="0" err="1" smtClean="0">
              <a:latin typeface="+mn-lt"/>
              <a:cs typeface="Times New Roman" pitchFamily="18" charset="0"/>
            </a:rPr>
            <a:t>Cognos</a:t>
          </a:r>
          <a:r>
            <a:rPr lang="en-US" sz="1400" dirty="0" smtClean="0">
              <a:latin typeface="+mn-lt"/>
              <a:cs typeface="Times New Roman" pitchFamily="18" charset="0"/>
            </a:rPr>
            <a:t> Analytics</a:t>
          </a:r>
        </a:p>
      </dgm:t>
    </dgm:pt>
    <dgm:pt modelId="{F2575024-2F29-4EA5-A6F1-C47A71C9BFAF}" type="parTrans" cxnId="{AA65DB6A-8668-40E6-9164-2642AA40AEFB}">
      <dgm:prSet/>
      <dgm:spPr/>
      <dgm:t>
        <a:bodyPr/>
        <a:lstStyle/>
        <a:p>
          <a:endParaRPr lang="en-US"/>
        </a:p>
      </dgm:t>
    </dgm:pt>
    <dgm:pt modelId="{ADC2B2FD-A81D-4605-BC5C-27591BE4309B}" type="sibTrans" cxnId="{AA65DB6A-8668-40E6-9164-2642AA40AEFB}">
      <dgm:prSet/>
      <dgm:spPr/>
      <dgm:t>
        <a:bodyPr/>
        <a:lstStyle/>
        <a:p>
          <a:endParaRPr lang="en-US"/>
        </a:p>
      </dgm:t>
    </dgm:pt>
    <dgm:pt modelId="{7D028158-C390-4FE6-B49F-D14631CAEE0D}">
      <dgm:prSet phldrT="[Text]" custT="1"/>
      <dgm:spPr/>
      <dgm:t>
        <a:bodyPr lIns="0" tIns="0" rIns="0" bIns="0"/>
        <a:lstStyle/>
        <a:p>
          <a:pPr marL="274320" indent="-91440" rtl="0">
            <a:lnSpc>
              <a:spcPct val="100000"/>
            </a:lnSpc>
            <a:spcAft>
              <a:spcPts val="0"/>
            </a:spcAft>
          </a:pPr>
          <a:r>
            <a:rPr lang="en-US" sz="1100" dirty="0" smtClean="0">
              <a:latin typeface="+mn-lt"/>
              <a:cs typeface="Times New Roman" pitchFamily="18" charset="0"/>
            </a:rPr>
            <a:t>Web-based tool enabling report authors to create, edit, and distribute a wide range of professional reports. It can also edit or modify reports created in Query Studio or Analysis Studio.</a:t>
          </a:r>
        </a:p>
      </dgm:t>
    </dgm:pt>
    <dgm:pt modelId="{BA2B9D48-FF10-4385-82F3-4BDA06AFC8B3}" type="parTrans" cxnId="{AA7C7784-83E1-46CA-ADFC-C115DE225E8B}">
      <dgm:prSet/>
      <dgm:spPr/>
      <dgm:t>
        <a:bodyPr/>
        <a:lstStyle/>
        <a:p>
          <a:endParaRPr lang="en-US"/>
        </a:p>
      </dgm:t>
    </dgm:pt>
    <dgm:pt modelId="{51EC53D8-3886-408A-8349-9F9804B380A2}" type="sibTrans" cxnId="{AA7C7784-83E1-46CA-ADFC-C115DE225E8B}">
      <dgm:prSet/>
      <dgm:spPr/>
      <dgm:t>
        <a:bodyPr/>
        <a:lstStyle/>
        <a:p>
          <a:endParaRPr lang="en-US"/>
        </a:p>
      </dgm:t>
    </dgm:pt>
    <dgm:pt modelId="{305C54FA-12F9-4A5A-B59B-8B8CD2F9F105}">
      <dgm:prSet phldrT="[Text]" custT="1"/>
      <dgm:spPr/>
      <dgm:t>
        <a:bodyPr/>
        <a:lstStyle/>
        <a:p>
          <a:r>
            <a:rPr lang="en-US" sz="1400" dirty="0" smtClean="0">
              <a:latin typeface="+mn-lt"/>
              <a:cs typeface="Times New Roman" pitchFamily="18" charset="0"/>
            </a:rPr>
            <a:t>Query Studio</a:t>
          </a:r>
        </a:p>
      </dgm:t>
    </dgm:pt>
    <dgm:pt modelId="{6A0CBBD2-96A0-4871-95E0-ACCE374E5843}" type="parTrans" cxnId="{B0DAE76E-6A74-43B9-A829-D53B0E2E4DDB}">
      <dgm:prSet/>
      <dgm:spPr/>
      <dgm:t>
        <a:bodyPr/>
        <a:lstStyle/>
        <a:p>
          <a:endParaRPr lang="en-US"/>
        </a:p>
      </dgm:t>
    </dgm:pt>
    <dgm:pt modelId="{3860A37C-9D72-4BB4-8A1E-00B595B1D7D7}" type="sibTrans" cxnId="{B0DAE76E-6A74-43B9-A829-D53B0E2E4DDB}">
      <dgm:prSet/>
      <dgm:spPr/>
      <dgm:t>
        <a:bodyPr/>
        <a:lstStyle/>
        <a:p>
          <a:endParaRPr lang="en-US"/>
        </a:p>
      </dgm:t>
    </dgm:pt>
    <dgm:pt modelId="{CFBE6FAE-CE40-4785-9523-2787BF604FDF}">
      <dgm:prSet phldrT="[Text]" custT="1"/>
      <dgm:spPr/>
      <dgm:t>
        <a:bodyPr lIns="0" tIns="0" rIns="0" bIns="0"/>
        <a:lstStyle/>
        <a:p>
          <a:pPr marL="274320" indent="-91440" rtl="0">
            <a:lnSpc>
              <a:spcPct val="100000"/>
            </a:lnSpc>
            <a:spcAft>
              <a:spcPts val="0"/>
            </a:spcAft>
          </a:pPr>
          <a:r>
            <a:rPr lang="en-US" sz="1100" dirty="0" smtClean="0">
              <a:latin typeface="+mn-lt"/>
              <a:cs typeface="Times New Roman" pitchFamily="18" charset="0"/>
            </a:rPr>
            <a:t>Web-based tool for ad-hoc reporting enabling users with little experience in Cognos to quickly design, create and save reports to meet reporting requirements not covered by the standard, professional reports created in Report Studio.</a:t>
          </a:r>
        </a:p>
      </dgm:t>
    </dgm:pt>
    <dgm:pt modelId="{12F3B5A9-5A94-4F1A-9093-54B5481D6DE6}" type="parTrans" cxnId="{440B707C-44ED-4164-957A-5334710E56F1}">
      <dgm:prSet/>
      <dgm:spPr/>
      <dgm:t>
        <a:bodyPr/>
        <a:lstStyle/>
        <a:p>
          <a:endParaRPr lang="en-US"/>
        </a:p>
      </dgm:t>
    </dgm:pt>
    <dgm:pt modelId="{52F19CE9-C312-4AE3-89A8-DFE78857BBBC}" type="sibTrans" cxnId="{440B707C-44ED-4164-957A-5334710E56F1}">
      <dgm:prSet/>
      <dgm:spPr/>
      <dgm:t>
        <a:bodyPr/>
        <a:lstStyle/>
        <a:p>
          <a:endParaRPr lang="en-US"/>
        </a:p>
      </dgm:t>
    </dgm:pt>
    <dgm:pt modelId="{D2882E22-4BDA-481F-99A0-0754B0A2A09D}">
      <dgm:prSet phldrT="[Text]" custT="1"/>
      <dgm:spPr/>
      <dgm:t>
        <a:bodyPr/>
        <a:lstStyle/>
        <a:p>
          <a:r>
            <a:rPr lang="en-US" sz="1400" dirty="0" smtClean="0">
              <a:latin typeface="+mn-lt"/>
              <a:cs typeface="Times New Roman" pitchFamily="18" charset="0"/>
            </a:rPr>
            <a:t>Analysis Studio</a:t>
          </a:r>
        </a:p>
      </dgm:t>
    </dgm:pt>
    <dgm:pt modelId="{4C9269FB-5271-42BD-AA24-2DB06933D63A}" type="parTrans" cxnId="{E5902906-CA30-4895-B3BA-7E0C08177237}">
      <dgm:prSet/>
      <dgm:spPr/>
      <dgm:t>
        <a:bodyPr/>
        <a:lstStyle/>
        <a:p>
          <a:endParaRPr lang="en-US"/>
        </a:p>
      </dgm:t>
    </dgm:pt>
    <dgm:pt modelId="{1F14A5E2-C2B1-4AA8-A4F4-E59982173D01}" type="sibTrans" cxnId="{E5902906-CA30-4895-B3BA-7E0C08177237}">
      <dgm:prSet/>
      <dgm:spPr/>
      <dgm:t>
        <a:bodyPr/>
        <a:lstStyle/>
        <a:p>
          <a:endParaRPr lang="en-US"/>
        </a:p>
      </dgm:t>
    </dgm:pt>
    <dgm:pt modelId="{F118104A-CB9D-4CA8-885F-619ED3C0E749}">
      <dgm:prSet phldrT="[Text]" custT="1"/>
      <dgm:spPr/>
      <dgm:t>
        <a:bodyPr lIns="0" tIns="0" rIns="0" bIns="0"/>
        <a:lstStyle/>
        <a:p>
          <a:pPr marL="274320" indent="-91440" rtl="0">
            <a:lnSpc>
              <a:spcPct val="100000"/>
            </a:lnSpc>
            <a:spcAft>
              <a:spcPts val="0"/>
            </a:spcAft>
          </a:pPr>
          <a:r>
            <a:rPr lang="en-US" sz="1100" dirty="0" smtClean="0">
              <a:latin typeface="+mn-lt"/>
              <a:cs typeface="Times New Roman" pitchFamily="18" charset="0"/>
            </a:rPr>
            <a:t>Web-based tool enabling users to explore, analyze, and compare dimensional data. It provides access to dimensional, Online Analytical Processing(OLAP), and dimensionally modeled relational data sources. </a:t>
          </a:r>
        </a:p>
      </dgm:t>
    </dgm:pt>
    <dgm:pt modelId="{73AAC769-6C55-4231-A2F5-18EF6146B99B}" type="parTrans" cxnId="{A34032B5-C803-4096-9394-15B2AE1F551A}">
      <dgm:prSet/>
      <dgm:spPr/>
      <dgm:t>
        <a:bodyPr/>
        <a:lstStyle/>
        <a:p>
          <a:endParaRPr lang="en-US"/>
        </a:p>
      </dgm:t>
    </dgm:pt>
    <dgm:pt modelId="{5BD8360B-C33F-44EF-ABD4-33DABFC9D4D2}" type="sibTrans" cxnId="{A34032B5-C803-4096-9394-15B2AE1F551A}">
      <dgm:prSet/>
      <dgm:spPr/>
      <dgm:t>
        <a:bodyPr/>
        <a:lstStyle/>
        <a:p>
          <a:endParaRPr lang="en-US"/>
        </a:p>
      </dgm:t>
    </dgm:pt>
    <dgm:pt modelId="{8DB945AA-46DC-4A16-BE9D-13B3FAF989C8}">
      <dgm:prSet phldrT="[Text]" custT="1"/>
      <dgm:spPr/>
      <dgm:t>
        <a:bodyPr lIns="0" tIns="0" rIns="0" bIns="0"/>
        <a:lstStyle/>
        <a:p>
          <a:pPr marL="274320" indent="-91440" rtl="0">
            <a:lnSpc>
              <a:spcPct val="100000"/>
            </a:lnSpc>
            <a:spcAft>
              <a:spcPts val="0"/>
            </a:spcAft>
          </a:pPr>
          <a:r>
            <a:rPr lang="en-US" sz="1100" dirty="0" smtClean="0">
              <a:latin typeface="+mn-lt"/>
              <a:cs typeface="Times New Roman" pitchFamily="18" charset="0"/>
            </a:rPr>
            <a:t>Web-based tool to create agents to monitor data and perform tasks when business events or exceptional conditions occur in your data. When an event occurs, users are alerted to take action.</a:t>
          </a:r>
        </a:p>
      </dgm:t>
    </dgm:pt>
    <dgm:pt modelId="{698A4A88-079C-4D2B-A3B8-D6A76242B3D5}" type="parTrans" cxnId="{9D28A1EE-E8A4-44EF-959E-5C093BE53B54}">
      <dgm:prSet/>
      <dgm:spPr/>
      <dgm:t>
        <a:bodyPr/>
        <a:lstStyle/>
        <a:p>
          <a:endParaRPr lang="en-US"/>
        </a:p>
      </dgm:t>
    </dgm:pt>
    <dgm:pt modelId="{EB867ABE-9AA7-46AA-A4CB-2F7BDC02C0F8}" type="sibTrans" cxnId="{9D28A1EE-E8A4-44EF-959E-5C093BE53B54}">
      <dgm:prSet/>
      <dgm:spPr/>
      <dgm:t>
        <a:bodyPr/>
        <a:lstStyle/>
        <a:p>
          <a:endParaRPr lang="en-US"/>
        </a:p>
      </dgm:t>
    </dgm:pt>
    <dgm:pt modelId="{12156B24-9C60-4CFE-9C4B-0F39C31841AD}">
      <dgm:prSet phldrT="[Text]" custT="1"/>
      <dgm:spPr/>
      <dgm:t>
        <a:bodyPr lIns="0" tIns="0" rIns="0" bIns="0"/>
        <a:lstStyle/>
        <a:p>
          <a:pPr marL="274320" indent="-91440" rtl="0">
            <a:lnSpc>
              <a:spcPct val="100000"/>
            </a:lnSpc>
            <a:spcAft>
              <a:spcPts val="0"/>
            </a:spcAft>
          </a:pPr>
          <a:r>
            <a:rPr lang="en-US" sz="1100" dirty="0" smtClean="0">
              <a:latin typeface="+mn-lt"/>
              <a:cs typeface="Times New Roman" pitchFamily="18" charset="0"/>
            </a:rPr>
            <a:t>Windows based modeling tool to create and manage business related metadata for analysis and reporting. It provides a single, integrated business view of any number of heterogeneous data sources.</a:t>
          </a:r>
        </a:p>
      </dgm:t>
    </dgm:pt>
    <dgm:pt modelId="{2AEC2D61-4E15-42E3-912A-9220563DEBA0}" type="parTrans" cxnId="{7FD592C8-B5CE-47E4-BB94-DD31DCAF2107}">
      <dgm:prSet/>
      <dgm:spPr/>
      <dgm:t>
        <a:bodyPr/>
        <a:lstStyle/>
        <a:p>
          <a:endParaRPr lang="en-US"/>
        </a:p>
      </dgm:t>
    </dgm:pt>
    <dgm:pt modelId="{A9DB358E-F040-43C3-8378-CA3F955581CF}" type="sibTrans" cxnId="{7FD592C8-B5CE-47E4-BB94-DD31DCAF2107}">
      <dgm:prSet/>
      <dgm:spPr/>
      <dgm:t>
        <a:bodyPr/>
        <a:lstStyle/>
        <a:p>
          <a:endParaRPr lang="en-US"/>
        </a:p>
      </dgm:t>
    </dgm:pt>
    <dgm:pt modelId="{09F41F0A-58B3-475F-B4A3-E4A65961BC36}">
      <dgm:prSet phldrT="[Text]" custT="1"/>
      <dgm:spPr/>
      <dgm:t>
        <a:bodyPr/>
        <a:lstStyle/>
        <a:p>
          <a:r>
            <a:rPr lang="en-US" sz="1400" dirty="0" smtClean="0">
              <a:latin typeface="+mn-lt"/>
              <a:cs typeface="Times New Roman" pitchFamily="18" charset="0"/>
            </a:rPr>
            <a:t>Framework Manager</a:t>
          </a:r>
        </a:p>
      </dgm:t>
    </dgm:pt>
    <dgm:pt modelId="{DA9B6D98-0372-486E-9D67-C7776FB39E51}" type="sibTrans" cxnId="{B7B82DF4-B0CA-45B5-8176-6B00A5F0C009}">
      <dgm:prSet/>
      <dgm:spPr/>
      <dgm:t>
        <a:bodyPr/>
        <a:lstStyle/>
        <a:p>
          <a:endParaRPr lang="en-US"/>
        </a:p>
      </dgm:t>
    </dgm:pt>
    <dgm:pt modelId="{0F25A8BB-59BD-45DB-81C8-E3F672FE2C6B}" type="parTrans" cxnId="{B7B82DF4-B0CA-45B5-8176-6B00A5F0C009}">
      <dgm:prSet/>
      <dgm:spPr/>
      <dgm:t>
        <a:bodyPr/>
        <a:lstStyle/>
        <a:p>
          <a:endParaRPr lang="en-US"/>
        </a:p>
      </dgm:t>
    </dgm:pt>
    <dgm:pt modelId="{89B481D9-B8F5-4F0C-82CD-7589B9A70B5F}">
      <dgm:prSet phldrT="[Text]" custT="1"/>
      <dgm:spPr/>
      <dgm:t>
        <a:bodyPr/>
        <a:lstStyle/>
        <a:p>
          <a:r>
            <a:rPr lang="en-US" sz="1400" dirty="0" smtClean="0">
              <a:latin typeface="+mn-lt"/>
              <a:cs typeface="Times New Roman" pitchFamily="18" charset="0"/>
            </a:rPr>
            <a:t>Event Studio</a:t>
          </a:r>
        </a:p>
      </dgm:t>
    </dgm:pt>
    <dgm:pt modelId="{62C98F9B-EA18-4609-B081-83BBECA90DD0}" type="sibTrans" cxnId="{B56ACA52-6028-4C64-8113-A30A1E511EC9}">
      <dgm:prSet/>
      <dgm:spPr/>
      <dgm:t>
        <a:bodyPr/>
        <a:lstStyle/>
        <a:p>
          <a:endParaRPr lang="en-US"/>
        </a:p>
      </dgm:t>
    </dgm:pt>
    <dgm:pt modelId="{4192D770-32FE-46E2-9CB7-05BE3726DD3C}" type="parTrans" cxnId="{B56ACA52-6028-4C64-8113-A30A1E511EC9}">
      <dgm:prSet/>
      <dgm:spPr/>
      <dgm:t>
        <a:bodyPr/>
        <a:lstStyle/>
        <a:p>
          <a:endParaRPr lang="en-US"/>
        </a:p>
      </dgm:t>
    </dgm:pt>
    <dgm:pt modelId="{2283D95B-97DA-4506-A669-5732FBB35FD2}">
      <dgm:prSet phldrT="[Text]" custT="1"/>
      <dgm:spPr/>
      <dgm:t>
        <a:bodyPr lIns="0" tIns="0" rIns="0" bIns="0"/>
        <a:lstStyle/>
        <a:p>
          <a:pPr marL="274320" indent="-91440" rtl="0">
            <a:lnSpc>
              <a:spcPct val="100000"/>
            </a:lnSpc>
            <a:spcAft>
              <a:spcPts val="0"/>
            </a:spcAft>
          </a:pPr>
          <a:r>
            <a:rPr lang="en-US" sz="1100" dirty="0" smtClean="0">
              <a:latin typeface="+mn-lt"/>
              <a:cs typeface="Times New Roman" pitchFamily="18" charset="0"/>
            </a:rPr>
            <a:t>Web portal provided with </a:t>
          </a:r>
          <a:r>
            <a:rPr lang="en-US" sz="1100" dirty="0" err="1" smtClean="0">
              <a:latin typeface="+mn-lt"/>
              <a:cs typeface="Times New Roman" pitchFamily="18" charset="0"/>
            </a:rPr>
            <a:t>Cognos</a:t>
          </a:r>
          <a:r>
            <a:rPr lang="en-US" sz="1100" dirty="0" smtClean="0">
              <a:latin typeface="+mn-lt"/>
              <a:cs typeface="Times New Roman" pitchFamily="18" charset="0"/>
            </a:rPr>
            <a:t> Analytics where users have a single point of access to corporate data. Users can query, analyze and organize data, create reports, scorecards and events</a:t>
          </a:r>
        </a:p>
      </dgm:t>
    </dgm:pt>
    <dgm:pt modelId="{802944D6-0977-4A45-9518-1F1A829542CF}" type="sibTrans" cxnId="{69BB8EDE-7328-4B1F-94DD-2F13F2B8ADC0}">
      <dgm:prSet/>
      <dgm:spPr/>
      <dgm:t>
        <a:bodyPr/>
        <a:lstStyle/>
        <a:p>
          <a:endParaRPr lang="en-US"/>
        </a:p>
      </dgm:t>
    </dgm:pt>
    <dgm:pt modelId="{A2AB8138-ED50-4254-945C-E7DF57A7FE29}" type="parTrans" cxnId="{69BB8EDE-7328-4B1F-94DD-2F13F2B8ADC0}">
      <dgm:prSet/>
      <dgm:spPr/>
      <dgm:t>
        <a:bodyPr/>
        <a:lstStyle/>
        <a:p>
          <a:endParaRPr lang="en-US"/>
        </a:p>
      </dgm:t>
    </dgm:pt>
    <dgm:pt modelId="{298A307D-70C2-4071-8CD8-92BC71382A3E}" type="pres">
      <dgm:prSet presAssocID="{B850A4E9-EB09-424B-A3FD-6EF7690F1711}" presName="Name0" presStyleCnt="0">
        <dgm:presLayoutVars>
          <dgm:dir/>
          <dgm:animLvl val="lvl"/>
          <dgm:resizeHandles val="exact"/>
        </dgm:presLayoutVars>
      </dgm:prSet>
      <dgm:spPr/>
      <dgm:t>
        <a:bodyPr/>
        <a:lstStyle/>
        <a:p>
          <a:endParaRPr lang="en-US"/>
        </a:p>
      </dgm:t>
    </dgm:pt>
    <dgm:pt modelId="{4BCEF209-AC5C-4856-87F0-D8DF703C58AB}" type="pres">
      <dgm:prSet presAssocID="{1E0C3AE0-7649-4172-BA3B-AD5C9C09AE63}" presName="linNode" presStyleCnt="0"/>
      <dgm:spPr/>
    </dgm:pt>
    <dgm:pt modelId="{8AC62353-3973-4BCA-AAC7-A488E24E8CA5}" type="pres">
      <dgm:prSet presAssocID="{1E0C3AE0-7649-4172-BA3B-AD5C9C09AE63}" presName="parentText" presStyleLbl="node1" presStyleIdx="0" presStyleCnt="6" custScaleX="70495" custScaleY="51014" custLinFactNeighborX="-4551">
        <dgm:presLayoutVars>
          <dgm:chMax val="1"/>
          <dgm:bulletEnabled val="1"/>
        </dgm:presLayoutVars>
      </dgm:prSet>
      <dgm:spPr/>
      <dgm:t>
        <a:bodyPr/>
        <a:lstStyle/>
        <a:p>
          <a:endParaRPr lang="en-US"/>
        </a:p>
      </dgm:t>
    </dgm:pt>
    <dgm:pt modelId="{246AC092-5811-4965-B1C1-62987F0987B0}" type="pres">
      <dgm:prSet presAssocID="{1E0C3AE0-7649-4172-BA3B-AD5C9C09AE63}" presName="descendantText" presStyleLbl="alignAccFollowNode1" presStyleIdx="0" presStyleCnt="6" custScaleX="113654" custLinFactNeighborX="-961" custLinFactNeighborY="2639">
        <dgm:presLayoutVars>
          <dgm:bulletEnabled val="1"/>
        </dgm:presLayoutVars>
      </dgm:prSet>
      <dgm:spPr/>
      <dgm:t>
        <a:bodyPr/>
        <a:lstStyle/>
        <a:p>
          <a:endParaRPr lang="en-US"/>
        </a:p>
      </dgm:t>
    </dgm:pt>
    <dgm:pt modelId="{DBECBE2A-392D-4AC9-A777-25BFC761EFA7}" type="pres">
      <dgm:prSet presAssocID="{48705974-3619-4762-84FC-93F3A5EA35F9}" presName="sp" presStyleCnt="0"/>
      <dgm:spPr/>
    </dgm:pt>
    <dgm:pt modelId="{9182F1D1-113C-46B1-B905-5CF85FA144EC}" type="pres">
      <dgm:prSet presAssocID="{B498B955-EFCB-4C76-B765-7B8C39AC2109}" presName="linNode" presStyleCnt="0"/>
      <dgm:spPr/>
    </dgm:pt>
    <dgm:pt modelId="{147A981D-4723-4EAA-8039-7E3B932A314A}" type="pres">
      <dgm:prSet presAssocID="{B498B955-EFCB-4C76-B765-7B8C39AC2109}" presName="parentText" presStyleLbl="node1" presStyleIdx="1" presStyleCnt="6" custScaleX="70495" custScaleY="51014" custLinFactNeighborX="-4551">
        <dgm:presLayoutVars>
          <dgm:chMax val="1"/>
          <dgm:bulletEnabled val="1"/>
        </dgm:presLayoutVars>
      </dgm:prSet>
      <dgm:spPr/>
      <dgm:t>
        <a:bodyPr/>
        <a:lstStyle/>
        <a:p>
          <a:endParaRPr lang="en-US"/>
        </a:p>
      </dgm:t>
    </dgm:pt>
    <dgm:pt modelId="{5E801ADD-1C5B-4654-B4D3-CBC436EF1470}" type="pres">
      <dgm:prSet presAssocID="{B498B955-EFCB-4C76-B765-7B8C39AC2109}" presName="descendantText" presStyleLbl="alignAccFollowNode1" presStyleIdx="1" presStyleCnt="6" custScaleX="113654" custLinFactNeighborX="-961" custLinFactNeighborY="2639">
        <dgm:presLayoutVars>
          <dgm:bulletEnabled val="1"/>
        </dgm:presLayoutVars>
      </dgm:prSet>
      <dgm:spPr/>
      <dgm:t>
        <a:bodyPr/>
        <a:lstStyle/>
        <a:p>
          <a:endParaRPr lang="en-US"/>
        </a:p>
      </dgm:t>
    </dgm:pt>
    <dgm:pt modelId="{C6B52B91-2864-430D-9A48-863BDCCF45A2}" type="pres">
      <dgm:prSet presAssocID="{ADC2B2FD-A81D-4605-BC5C-27591BE4309B}" presName="sp" presStyleCnt="0"/>
      <dgm:spPr/>
    </dgm:pt>
    <dgm:pt modelId="{2C00F7DB-0AE6-415F-9089-30FFE0F7971B}" type="pres">
      <dgm:prSet presAssocID="{305C54FA-12F9-4A5A-B59B-8B8CD2F9F105}" presName="linNode" presStyleCnt="0"/>
      <dgm:spPr/>
    </dgm:pt>
    <dgm:pt modelId="{7774212A-7E6D-4820-9670-36A4FADB5A62}" type="pres">
      <dgm:prSet presAssocID="{305C54FA-12F9-4A5A-B59B-8B8CD2F9F105}" presName="parentText" presStyleLbl="node1" presStyleIdx="2" presStyleCnt="6" custScaleX="70495" custScaleY="51014" custLinFactNeighborX="-4551">
        <dgm:presLayoutVars>
          <dgm:chMax val="1"/>
          <dgm:bulletEnabled val="1"/>
        </dgm:presLayoutVars>
      </dgm:prSet>
      <dgm:spPr/>
      <dgm:t>
        <a:bodyPr/>
        <a:lstStyle/>
        <a:p>
          <a:endParaRPr lang="en-US"/>
        </a:p>
      </dgm:t>
    </dgm:pt>
    <dgm:pt modelId="{7F2FB2A5-5D33-4E77-ABB8-8DFB01988CF4}" type="pres">
      <dgm:prSet presAssocID="{305C54FA-12F9-4A5A-B59B-8B8CD2F9F105}" presName="descendantText" presStyleLbl="alignAccFollowNode1" presStyleIdx="2" presStyleCnt="6" custScaleX="113654" custLinFactNeighborX="-961" custLinFactNeighborY="2639">
        <dgm:presLayoutVars>
          <dgm:bulletEnabled val="1"/>
        </dgm:presLayoutVars>
      </dgm:prSet>
      <dgm:spPr/>
      <dgm:t>
        <a:bodyPr/>
        <a:lstStyle/>
        <a:p>
          <a:endParaRPr lang="en-US"/>
        </a:p>
      </dgm:t>
    </dgm:pt>
    <dgm:pt modelId="{1E9AF367-B981-4724-ADD9-A8DDE3E3B8C7}" type="pres">
      <dgm:prSet presAssocID="{3860A37C-9D72-4BB4-8A1E-00B595B1D7D7}" presName="sp" presStyleCnt="0"/>
      <dgm:spPr/>
    </dgm:pt>
    <dgm:pt modelId="{4B946DA6-2273-4B50-BDBA-A2D3E9D80448}" type="pres">
      <dgm:prSet presAssocID="{D2882E22-4BDA-481F-99A0-0754B0A2A09D}" presName="linNode" presStyleCnt="0"/>
      <dgm:spPr/>
    </dgm:pt>
    <dgm:pt modelId="{47FB6A6C-F8F0-48DA-8702-074EEBD5A8B8}" type="pres">
      <dgm:prSet presAssocID="{D2882E22-4BDA-481F-99A0-0754B0A2A09D}" presName="parentText" presStyleLbl="node1" presStyleIdx="3" presStyleCnt="6" custScaleX="70495" custScaleY="51014" custLinFactNeighborX="-4551">
        <dgm:presLayoutVars>
          <dgm:chMax val="1"/>
          <dgm:bulletEnabled val="1"/>
        </dgm:presLayoutVars>
      </dgm:prSet>
      <dgm:spPr/>
      <dgm:t>
        <a:bodyPr/>
        <a:lstStyle/>
        <a:p>
          <a:endParaRPr lang="en-US"/>
        </a:p>
      </dgm:t>
    </dgm:pt>
    <dgm:pt modelId="{85255D82-FAAB-4573-8B19-ED30CE1CA527}" type="pres">
      <dgm:prSet presAssocID="{D2882E22-4BDA-481F-99A0-0754B0A2A09D}" presName="descendantText" presStyleLbl="alignAccFollowNode1" presStyleIdx="3" presStyleCnt="6" custScaleX="113654" custLinFactNeighborX="-961" custLinFactNeighborY="2639">
        <dgm:presLayoutVars>
          <dgm:bulletEnabled val="1"/>
        </dgm:presLayoutVars>
      </dgm:prSet>
      <dgm:spPr/>
      <dgm:t>
        <a:bodyPr/>
        <a:lstStyle/>
        <a:p>
          <a:endParaRPr lang="en-US"/>
        </a:p>
      </dgm:t>
    </dgm:pt>
    <dgm:pt modelId="{D28A28B6-43E5-4100-9B1D-DACC6127D88D}" type="pres">
      <dgm:prSet presAssocID="{1F14A5E2-C2B1-4AA8-A4F4-E59982173D01}" presName="sp" presStyleCnt="0"/>
      <dgm:spPr/>
    </dgm:pt>
    <dgm:pt modelId="{5AFCABFA-E451-474E-B5A3-E2316AFFB911}" type="pres">
      <dgm:prSet presAssocID="{89B481D9-B8F5-4F0C-82CD-7589B9A70B5F}" presName="linNode" presStyleCnt="0"/>
      <dgm:spPr/>
    </dgm:pt>
    <dgm:pt modelId="{69BC86DA-BE20-46DE-BAE3-90DE84D07BD9}" type="pres">
      <dgm:prSet presAssocID="{89B481D9-B8F5-4F0C-82CD-7589B9A70B5F}" presName="parentText" presStyleLbl="node1" presStyleIdx="4" presStyleCnt="6" custScaleX="70495" custScaleY="51014" custLinFactNeighborX="-4551">
        <dgm:presLayoutVars>
          <dgm:chMax val="1"/>
          <dgm:bulletEnabled val="1"/>
        </dgm:presLayoutVars>
      </dgm:prSet>
      <dgm:spPr/>
      <dgm:t>
        <a:bodyPr/>
        <a:lstStyle/>
        <a:p>
          <a:endParaRPr lang="en-US"/>
        </a:p>
      </dgm:t>
    </dgm:pt>
    <dgm:pt modelId="{F7FB949C-5580-43EB-9451-9AFB0C894199}" type="pres">
      <dgm:prSet presAssocID="{89B481D9-B8F5-4F0C-82CD-7589B9A70B5F}" presName="descendantText" presStyleLbl="alignAccFollowNode1" presStyleIdx="4" presStyleCnt="6" custScaleX="113654" custLinFactNeighborX="-961" custLinFactNeighborY="2639">
        <dgm:presLayoutVars>
          <dgm:bulletEnabled val="1"/>
        </dgm:presLayoutVars>
      </dgm:prSet>
      <dgm:spPr/>
      <dgm:t>
        <a:bodyPr/>
        <a:lstStyle/>
        <a:p>
          <a:endParaRPr lang="en-US"/>
        </a:p>
      </dgm:t>
    </dgm:pt>
    <dgm:pt modelId="{C3C608D7-830A-476C-95ED-9AE8CDE73A4C}" type="pres">
      <dgm:prSet presAssocID="{62C98F9B-EA18-4609-B081-83BBECA90DD0}" presName="sp" presStyleCnt="0"/>
      <dgm:spPr/>
    </dgm:pt>
    <dgm:pt modelId="{2F75E716-05CE-482C-B2F7-C0B2B69CB67E}" type="pres">
      <dgm:prSet presAssocID="{09F41F0A-58B3-475F-B4A3-E4A65961BC36}" presName="linNode" presStyleCnt="0"/>
      <dgm:spPr/>
    </dgm:pt>
    <dgm:pt modelId="{7DDE1B79-191E-4F04-A8D1-E815BD4F5D87}" type="pres">
      <dgm:prSet presAssocID="{09F41F0A-58B3-475F-B4A3-E4A65961BC36}" presName="parentText" presStyleLbl="node1" presStyleIdx="5" presStyleCnt="6" custScaleX="70495" custScaleY="51014" custLinFactNeighborX="-4551">
        <dgm:presLayoutVars>
          <dgm:chMax val="1"/>
          <dgm:bulletEnabled val="1"/>
        </dgm:presLayoutVars>
      </dgm:prSet>
      <dgm:spPr/>
      <dgm:t>
        <a:bodyPr/>
        <a:lstStyle/>
        <a:p>
          <a:endParaRPr lang="en-US"/>
        </a:p>
      </dgm:t>
    </dgm:pt>
    <dgm:pt modelId="{D34238C8-12BD-4EF7-9DB9-B3B8D0DE6123}" type="pres">
      <dgm:prSet presAssocID="{09F41F0A-58B3-475F-B4A3-E4A65961BC36}" presName="descendantText" presStyleLbl="alignAccFollowNode1" presStyleIdx="5" presStyleCnt="6" custScaleX="113654" custLinFactNeighborX="-961" custLinFactNeighborY="2639">
        <dgm:presLayoutVars>
          <dgm:bulletEnabled val="1"/>
        </dgm:presLayoutVars>
      </dgm:prSet>
      <dgm:spPr/>
      <dgm:t>
        <a:bodyPr/>
        <a:lstStyle/>
        <a:p>
          <a:endParaRPr lang="en-US"/>
        </a:p>
      </dgm:t>
    </dgm:pt>
  </dgm:ptLst>
  <dgm:cxnLst>
    <dgm:cxn modelId="{14BE16F3-EE5B-4913-B457-D3CB86EA60F8}" type="presOf" srcId="{305C54FA-12F9-4A5A-B59B-8B8CD2F9F105}" destId="{7774212A-7E6D-4820-9670-36A4FADB5A62}" srcOrd="0" destOrd="0" presId="urn:microsoft.com/office/officeart/2005/8/layout/vList5"/>
    <dgm:cxn modelId="{370D5EEA-4BA9-4EA3-95B1-50191BACC3D7}" srcId="{B850A4E9-EB09-424B-A3FD-6EF7690F1711}" destId="{1E0C3AE0-7649-4172-BA3B-AD5C9C09AE63}" srcOrd="0" destOrd="0" parTransId="{CB139633-54C2-4937-971D-FB46A43F6C67}" sibTransId="{48705974-3619-4762-84FC-93F3A5EA35F9}"/>
    <dgm:cxn modelId="{D754F304-1F8B-4C99-91D0-DB384AA00529}" type="presOf" srcId="{D2882E22-4BDA-481F-99A0-0754B0A2A09D}" destId="{47FB6A6C-F8F0-48DA-8702-074EEBD5A8B8}" srcOrd="0" destOrd="0" presId="urn:microsoft.com/office/officeart/2005/8/layout/vList5"/>
    <dgm:cxn modelId="{59DAB1B5-FEE4-4EE4-BCB8-189D5E8FB324}" type="presOf" srcId="{2283D95B-97DA-4506-A669-5732FBB35FD2}" destId="{246AC092-5811-4965-B1C1-62987F0987B0}" srcOrd="0" destOrd="0" presId="urn:microsoft.com/office/officeart/2005/8/layout/vList5"/>
    <dgm:cxn modelId="{B7B82DF4-B0CA-45B5-8176-6B00A5F0C009}" srcId="{B850A4E9-EB09-424B-A3FD-6EF7690F1711}" destId="{09F41F0A-58B3-475F-B4A3-E4A65961BC36}" srcOrd="5" destOrd="0" parTransId="{0F25A8BB-59BD-45DB-81C8-E3F672FE2C6B}" sibTransId="{DA9B6D98-0372-486E-9D67-C7776FB39E51}"/>
    <dgm:cxn modelId="{DDA54A3A-FCF0-4F94-A71D-A4C717E834DE}" type="presOf" srcId="{7D028158-C390-4FE6-B49F-D14631CAEE0D}" destId="{5E801ADD-1C5B-4654-B4D3-CBC436EF1470}" srcOrd="0" destOrd="0" presId="urn:microsoft.com/office/officeart/2005/8/layout/vList5"/>
    <dgm:cxn modelId="{E5902906-CA30-4895-B3BA-7E0C08177237}" srcId="{B850A4E9-EB09-424B-A3FD-6EF7690F1711}" destId="{D2882E22-4BDA-481F-99A0-0754B0A2A09D}" srcOrd="3" destOrd="0" parTransId="{4C9269FB-5271-42BD-AA24-2DB06933D63A}" sibTransId="{1F14A5E2-C2B1-4AA8-A4F4-E59982173D01}"/>
    <dgm:cxn modelId="{DA3DB4EC-E130-43F5-A10F-6A7E715B8B23}" type="presOf" srcId="{12156B24-9C60-4CFE-9C4B-0F39C31841AD}" destId="{D34238C8-12BD-4EF7-9DB9-B3B8D0DE6123}" srcOrd="0" destOrd="0" presId="urn:microsoft.com/office/officeart/2005/8/layout/vList5"/>
    <dgm:cxn modelId="{AA65DB6A-8668-40E6-9164-2642AA40AEFB}" srcId="{B850A4E9-EB09-424B-A3FD-6EF7690F1711}" destId="{B498B955-EFCB-4C76-B765-7B8C39AC2109}" srcOrd="1" destOrd="0" parTransId="{F2575024-2F29-4EA5-A6F1-C47A71C9BFAF}" sibTransId="{ADC2B2FD-A81D-4605-BC5C-27591BE4309B}"/>
    <dgm:cxn modelId="{7FD592C8-B5CE-47E4-BB94-DD31DCAF2107}" srcId="{09F41F0A-58B3-475F-B4A3-E4A65961BC36}" destId="{12156B24-9C60-4CFE-9C4B-0F39C31841AD}" srcOrd="0" destOrd="0" parTransId="{2AEC2D61-4E15-42E3-912A-9220563DEBA0}" sibTransId="{A9DB358E-F040-43C3-8378-CA3F955581CF}"/>
    <dgm:cxn modelId="{789EE938-F329-4FE1-8925-3FAA41D80F35}" type="presOf" srcId="{B498B955-EFCB-4C76-B765-7B8C39AC2109}" destId="{147A981D-4723-4EAA-8039-7E3B932A314A}" srcOrd="0" destOrd="0" presId="urn:microsoft.com/office/officeart/2005/8/layout/vList5"/>
    <dgm:cxn modelId="{0C50AB0A-D59E-4FD2-A191-BC81E71A4869}" type="presOf" srcId="{CFBE6FAE-CE40-4785-9523-2787BF604FDF}" destId="{7F2FB2A5-5D33-4E77-ABB8-8DFB01988CF4}" srcOrd="0" destOrd="0" presId="urn:microsoft.com/office/officeart/2005/8/layout/vList5"/>
    <dgm:cxn modelId="{9D28A1EE-E8A4-44EF-959E-5C093BE53B54}" srcId="{89B481D9-B8F5-4F0C-82CD-7589B9A70B5F}" destId="{8DB945AA-46DC-4A16-BE9D-13B3FAF989C8}" srcOrd="0" destOrd="0" parTransId="{698A4A88-079C-4D2B-A3B8-D6A76242B3D5}" sibTransId="{EB867ABE-9AA7-46AA-A4CB-2F7BDC02C0F8}"/>
    <dgm:cxn modelId="{440B707C-44ED-4164-957A-5334710E56F1}" srcId="{305C54FA-12F9-4A5A-B59B-8B8CD2F9F105}" destId="{CFBE6FAE-CE40-4785-9523-2787BF604FDF}" srcOrd="0" destOrd="0" parTransId="{12F3B5A9-5A94-4F1A-9093-54B5481D6DE6}" sibTransId="{52F19CE9-C312-4AE3-89A8-DFE78857BBBC}"/>
    <dgm:cxn modelId="{AA7C7784-83E1-46CA-ADFC-C115DE225E8B}" srcId="{B498B955-EFCB-4C76-B765-7B8C39AC2109}" destId="{7D028158-C390-4FE6-B49F-D14631CAEE0D}" srcOrd="0" destOrd="0" parTransId="{BA2B9D48-FF10-4385-82F3-4BDA06AFC8B3}" sibTransId="{51EC53D8-3886-408A-8349-9F9804B380A2}"/>
    <dgm:cxn modelId="{E415E5FE-C942-4316-9BDD-B630F7DBC40D}" type="presOf" srcId="{F118104A-CB9D-4CA8-885F-619ED3C0E749}" destId="{85255D82-FAAB-4573-8B19-ED30CE1CA527}" srcOrd="0" destOrd="0" presId="urn:microsoft.com/office/officeart/2005/8/layout/vList5"/>
    <dgm:cxn modelId="{69BB8EDE-7328-4B1F-94DD-2F13F2B8ADC0}" srcId="{1E0C3AE0-7649-4172-BA3B-AD5C9C09AE63}" destId="{2283D95B-97DA-4506-A669-5732FBB35FD2}" srcOrd="0" destOrd="0" parTransId="{A2AB8138-ED50-4254-945C-E7DF57A7FE29}" sibTransId="{802944D6-0977-4A45-9518-1F1A829542CF}"/>
    <dgm:cxn modelId="{1E0E49D2-4B3B-4700-9B88-D161706A4124}" type="presOf" srcId="{09F41F0A-58B3-475F-B4A3-E4A65961BC36}" destId="{7DDE1B79-191E-4F04-A8D1-E815BD4F5D87}" srcOrd="0" destOrd="0" presId="urn:microsoft.com/office/officeart/2005/8/layout/vList5"/>
    <dgm:cxn modelId="{A34032B5-C803-4096-9394-15B2AE1F551A}" srcId="{D2882E22-4BDA-481F-99A0-0754B0A2A09D}" destId="{F118104A-CB9D-4CA8-885F-619ED3C0E749}" srcOrd="0" destOrd="0" parTransId="{73AAC769-6C55-4231-A2F5-18EF6146B99B}" sibTransId="{5BD8360B-C33F-44EF-ABD4-33DABFC9D4D2}"/>
    <dgm:cxn modelId="{BBEC51A8-1228-44CD-80E4-A228986AF90B}" type="presOf" srcId="{89B481D9-B8F5-4F0C-82CD-7589B9A70B5F}" destId="{69BC86DA-BE20-46DE-BAE3-90DE84D07BD9}" srcOrd="0" destOrd="0" presId="urn:microsoft.com/office/officeart/2005/8/layout/vList5"/>
    <dgm:cxn modelId="{B56ACA52-6028-4C64-8113-A30A1E511EC9}" srcId="{B850A4E9-EB09-424B-A3FD-6EF7690F1711}" destId="{89B481D9-B8F5-4F0C-82CD-7589B9A70B5F}" srcOrd="4" destOrd="0" parTransId="{4192D770-32FE-46E2-9CB7-05BE3726DD3C}" sibTransId="{62C98F9B-EA18-4609-B081-83BBECA90DD0}"/>
    <dgm:cxn modelId="{B0DAE76E-6A74-43B9-A829-D53B0E2E4DDB}" srcId="{B850A4E9-EB09-424B-A3FD-6EF7690F1711}" destId="{305C54FA-12F9-4A5A-B59B-8B8CD2F9F105}" srcOrd="2" destOrd="0" parTransId="{6A0CBBD2-96A0-4871-95E0-ACCE374E5843}" sibTransId="{3860A37C-9D72-4BB4-8A1E-00B595B1D7D7}"/>
    <dgm:cxn modelId="{9514E0F5-11CC-470F-B4CF-B9D2C5BDA2ED}" type="presOf" srcId="{B850A4E9-EB09-424B-A3FD-6EF7690F1711}" destId="{298A307D-70C2-4071-8CD8-92BC71382A3E}" srcOrd="0" destOrd="0" presId="urn:microsoft.com/office/officeart/2005/8/layout/vList5"/>
    <dgm:cxn modelId="{978CBFF1-6906-4BBA-8F8F-A2B690B45ED0}" type="presOf" srcId="{1E0C3AE0-7649-4172-BA3B-AD5C9C09AE63}" destId="{8AC62353-3973-4BCA-AAC7-A488E24E8CA5}" srcOrd="0" destOrd="0" presId="urn:microsoft.com/office/officeart/2005/8/layout/vList5"/>
    <dgm:cxn modelId="{DF73552B-15CE-493B-BB7A-9CC3AEC39B74}" type="presOf" srcId="{8DB945AA-46DC-4A16-BE9D-13B3FAF989C8}" destId="{F7FB949C-5580-43EB-9451-9AFB0C894199}" srcOrd="0" destOrd="0" presId="urn:microsoft.com/office/officeart/2005/8/layout/vList5"/>
    <dgm:cxn modelId="{4C8DB7A8-22CF-4755-9344-DC90B55AC06C}" type="presParOf" srcId="{298A307D-70C2-4071-8CD8-92BC71382A3E}" destId="{4BCEF209-AC5C-4856-87F0-D8DF703C58AB}" srcOrd="0" destOrd="0" presId="urn:microsoft.com/office/officeart/2005/8/layout/vList5"/>
    <dgm:cxn modelId="{3D091FD1-39AD-49C5-87F6-45698722F69B}" type="presParOf" srcId="{4BCEF209-AC5C-4856-87F0-D8DF703C58AB}" destId="{8AC62353-3973-4BCA-AAC7-A488E24E8CA5}" srcOrd="0" destOrd="0" presId="urn:microsoft.com/office/officeart/2005/8/layout/vList5"/>
    <dgm:cxn modelId="{AF37AEAE-B92D-4B37-9D1C-68A026A79AB7}" type="presParOf" srcId="{4BCEF209-AC5C-4856-87F0-D8DF703C58AB}" destId="{246AC092-5811-4965-B1C1-62987F0987B0}" srcOrd="1" destOrd="0" presId="urn:microsoft.com/office/officeart/2005/8/layout/vList5"/>
    <dgm:cxn modelId="{FF62009A-7C38-4461-837A-9DE934DB8F7B}" type="presParOf" srcId="{298A307D-70C2-4071-8CD8-92BC71382A3E}" destId="{DBECBE2A-392D-4AC9-A777-25BFC761EFA7}" srcOrd="1" destOrd="0" presId="urn:microsoft.com/office/officeart/2005/8/layout/vList5"/>
    <dgm:cxn modelId="{D46946E2-A290-44D2-A7AB-7E6EFB7F2C9B}" type="presParOf" srcId="{298A307D-70C2-4071-8CD8-92BC71382A3E}" destId="{9182F1D1-113C-46B1-B905-5CF85FA144EC}" srcOrd="2" destOrd="0" presId="urn:microsoft.com/office/officeart/2005/8/layout/vList5"/>
    <dgm:cxn modelId="{DB42D3B9-E968-4574-9871-2758E94023E3}" type="presParOf" srcId="{9182F1D1-113C-46B1-B905-5CF85FA144EC}" destId="{147A981D-4723-4EAA-8039-7E3B932A314A}" srcOrd="0" destOrd="0" presId="urn:microsoft.com/office/officeart/2005/8/layout/vList5"/>
    <dgm:cxn modelId="{3DC698B3-C383-404E-9E9B-04394ADCA18D}" type="presParOf" srcId="{9182F1D1-113C-46B1-B905-5CF85FA144EC}" destId="{5E801ADD-1C5B-4654-B4D3-CBC436EF1470}" srcOrd="1" destOrd="0" presId="urn:microsoft.com/office/officeart/2005/8/layout/vList5"/>
    <dgm:cxn modelId="{7F9E02ED-AEAF-47CB-B7B0-B975BF1B365D}" type="presParOf" srcId="{298A307D-70C2-4071-8CD8-92BC71382A3E}" destId="{C6B52B91-2864-430D-9A48-863BDCCF45A2}" srcOrd="3" destOrd="0" presId="urn:microsoft.com/office/officeart/2005/8/layout/vList5"/>
    <dgm:cxn modelId="{A410F8F2-B561-464B-A51F-36171058B5F2}" type="presParOf" srcId="{298A307D-70C2-4071-8CD8-92BC71382A3E}" destId="{2C00F7DB-0AE6-415F-9089-30FFE0F7971B}" srcOrd="4" destOrd="0" presId="urn:microsoft.com/office/officeart/2005/8/layout/vList5"/>
    <dgm:cxn modelId="{FA5B650F-23AF-48B4-ABA9-6113D9685A98}" type="presParOf" srcId="{2C00F7DB-0AE6-415F-9089-30FFE0F7971B}" destId="{7774212A-7E6D-4820-9670-36A4FADB5A62}" srcOrd="0" destOrd="0" presId="urn:microsoft.com/office/officeart/2005/8/layout/vList5"/>
    <dgm:cxn modelId="{3321293C-A714-4767-AF79-10ECF5A6C0A4}" type="presParOf" srcId="{2C00F7DB-0AE6-415F-9089-30FFE0F7971B}" destId="{7F2FB2A5-5D33-4E77-ABB8-8DFB01988CF4}" srcOrd="1" destOrd="0" presId="urn:microsoft.com/office/officeart/2005/8/layout/vList5"/>
    <dgm:cxn modelId="{FDFE9088-13A7-4074-84D0-9171AABE8224}" type="presParOf" srcId="{298A307D-70C2-4071-8CD8-92BC71382A3E}" destId="{1E9AF367-B981-4724-ADD9-A8DDE3E3B8C7}" srcOrd="5" destOrd="0" presId="urn:microsoft.com/office/officeart/2005/8/layout/vList5"/>
    <dgm:cxn modelId="{050ED332-3A69-4A63-8F0D-9D8069858992}" type="presParOf" srcId="{298A307D-70C2-4071-8CD8-92BC71382A3E}" destId="{4B946DA6-2273-4B50-BDBA-A2D3E9D80448}" srcOrd="6" destOrd="0" presId="urn:microsoft.com/office/officeart/2005/8/layout/vList5"/>
    <dgm:cxn modelId="{08B7B959-CF69-446C-80C5-2167BBA4DF29}" type="presParOf" srcId="{4B946DA6-2273-4B50-BDBA-A2D3E9D80448}" destId="{47FB6A6C-F8F0-48DA-8702-074EEBD5A8B8}" srcOrd="0" destOrd="0" presId="urn:microsoft.com/office/officeart/2005/8/layout/vList5"/>
    <dgm:cxn modelId="{698D4704-4916-4040-BC14-D09121C30813}" type="presParOf" srcId="{4B946DA6-2273-4B50-BDBA-A2D3E9D80448}" destId="{85255D82-FAAB-4573-8B19-ED30CE1CA527}" srcOrd="1" destOrd="0" presId="urn:microsoft.com/office/officeart/2005/8/layout/vList5"/>
    <dgm:cxn modelId="{DCCE38F6-92AD-4DA8-B55B-7BDA28682F64}" type="presParOf" srcId="{298A307D-70C2-4071-8CD8-92BC71382A3E}" destId="{D28A28B6-43E5-4100-9B1D-DACC6127D88D}" srcOrd="7" destOrd="0" presId="urn:microsoft.com/office/officeart/2005/8/layout/vList5"/>
    <dgm:cxn modelId="{04B70C31-C334-46F0-A336-C9A3CFD965B3}" type="presParOf" srcId="{298A307D-70C2-4071-8CD8-92BC71382A3E}" destId="{5AFCABFA-E451-474E-B5A3-E2316AFFB911}" srcOrd="8" destOrd="0" presId="urn:microsoft.com/office/officeart/2005/8/layout/vList5"/>
    <dgm:cxn modelId="{931DA30B-0C69-4875-B573-948064B7009F}" type="presParOf" srcId="{5AFCABFA-E451-474E-B5A3-E2316AFFB911}" destId="{69BC86DA-BE20-46DE-BAE3-90DE84D07BD9}" srcOrd="0" destOrd="0" presId="urn:microsoft.com/office/officeart/2005/8/layout/vList5"/>
    <dgm:cxn modelId="{F59D972B-085E-42F1-9D1C-BABE0C3D2BD6}" type="presParOf" srcId="{5AFCABFA-E451-474E-B5A3-E2316AFFB911}" destId="{F7FB949C-5580-43EB-9451-9AFB0C894199}" srcOrd="1" destOrd="0" presId="urn:microsoft.com/office/officeart/2005/8/layout/vList5"/>
    <dgm:cxn modelId="{924969D1-9B16-4D27-8053-D5D3C4CB727E}" type="presParOf" srcId="{298A307D-70C2-4071-8CD8-92BC71382A3E}" destId="{C3C608D7-830A-476C-95ED-9AE8CDE73A4C}" srcOrd="9" destOrd="0" presId="urn:microsoft.com/office/officeart/2005/8/layout/vList5"/>
    <dgm:cxn modelId="{DBFA0311-BD2B-4EE4-AE78-3507E77FC34A}" type="presParOf" srcId="{298A307D-70C2-4071-8CD8-92BC71382A3E}" destId="{2F75E716-05CE-482C-B2F7-C0B2B69CB67E}" srcOrd="10" destOrd="0" presId="urn:microsoft.com/office/officeart/2005/8/layout/vList5"/>
    <dgm:cxn modelId="{C571A701-1F82-4A05-9797-A5743D6E1119}" type="presParOf" srcId="{2F75E716-05CE-482C-B2F7-C0B2B69CB67E}" destId="{7DDE1B79-191E-4F04-A8D1-E815BD4F5D87}" srcOrd="0" destOrd="0" presId="urn:microsoft.com/office/officeart/2005/8/layout/vList5"/>
    <dgm:cxn modelId="{2EF18B3B-3330-4087-AD7A-A37D93A59EE3}" type="presParOf" srcId="{2F75E716-05CE-482C-B2F7-C0B2B69CB67E}" destId="{D34238C8-12BD-4EF7-9DB9-B3B8D0DE612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6C04DC-6BEE-4D3D-B0B1-8B9CA5355E37}" type="doc">
      <dgm:prSet loTypeId="urn:microsoft.com/office/officeart/2005/8/layout/process2" loCatId="process" qsTypeId="urn:microsoft.com/office/officeart/2005/8/quickstyle/simple1" qsCatId="simple" csTypeId="urn:microsoft.com/office/officeart/2005/8/colors/accent5_1" csCatId="accent5" phldr="1"/>
      <dgm:spPr/>
    </dgm:pt>
    <dgm:pt modelId="{C0E49856-253A-4289-BA6F-337DB674FB47}">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err="1" smtClean="0"/>
            <a:t>Cognos</a:t>
          </a:r>
          <a:r>
            <a:rPr lang="en-US" dirty="0" smtClean="0"/>
            <a:t> Analytics User Interface</a:t>
          </a:r>
          <a:endParaRPr lang="en-US" dirty="0"/>
        </a:p>
      </dgm:t>
    </dgm:pt>
    <dgm:pt modelId="{79D2AF19-A86F-4475-9890-6C8F063DEF25}" type="parTrans" cxnId="{E29BC046-6E8F-4B46-963D-D974B1FEA053}">
      <dgm:prSet/>
      <dgm:spPr/>
      <dgm:t>
        <a:bodyPr/>
        <a:lstStyle/>
        <a:p>
          <a:endParaRPr lang="en-US"/>
        </a:p>
      </dgm:t>
    </dgm:pt>
    <dgm:pt modelId="{F927668E-5681-410E-8A76-12F854D48BF2}" type="sibTrans" cxnId="{E29BC046-6E8F-4B46-963D-D974B1FEA053}">
      <dgm:prSet/>
      <dgm:spPr>
        <a:solidFill>
          <a:schemeClr val="accent2">
            <a:lumMod val="75000"/>
          </a:schemeClr>
        </a:solidFill>
      </dgm:spPr>
      <dgm:t>
        <a:bodyPr/>
        <a:lstStyle/>
        <a:p>
          <a:endParaRPr lang="en-US"/>
        </a:p>
      </dgm:t>
    </dgm:pt>
    <dgm:pt modelId="{7068C713-06FD-4A06-A660-034E58D3092C}">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smtClean="0"/>
            <a:t>Application Tier</a:t>
          </a:r>
          <a:endParaRPr lang="en-US" dirty="0"/>
        </a:p>
      </dgm:t>
    </dgm:pt>
    <dgm:pt modelId="{0B98A7F6-1807-43B8-A9EA-03ADAE8C774B}" type="parTrans" cxnId="{CB728E89-74DB-4B8B-AC99-A4DFD9B0C8D9}">
      <dgm:prSet/>
      <dgm:spPr/>
      <dgm:t>
        <a:bodyPr/>
        <a:lstStyle/>
        <a:p>
          <a:endParaRPr lang="en-US"/>
        </a:p>
      </dgm:t>
    </dgm:pt>
    <dgm:pt modelId="{E96F705E-87C2-42D8-BF28-ADF4B701EA45}" type="sibTrans" cxnId="{CB728E89-74DB-4B8B-AC99-A4DFD9B0C8D9}">
      <dgm:prSet/>
      <dgm:spPr>
        <a:solidFill>
          <a:schemeClr val="accent2">
            <a:lumMod val="75000"/>
          </a:schemeClr>
        </a:solidFill>
      </dgm:spPr>
      <dgm:t>
        <a:bodyPr/>
        <a:lstStyle/>
        <a:p>
          <a:endParaRPr lang="en-US"/>
        </a:p>
      </dgm:t>
    </dgm:pt>
    <dgm:pt modelId="{7C91EE68-A993-4FB1-B47D-F068E7CD8511}">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smtClean="0"/>
            <a:t>Data Tier</a:t>
          </a:r>
          <a:endParaRPr lang="en-US" dirty="0"/>
        </a:p>
      </dgm:t>
    </dgm:pt>
    <dgm:pt modelId="{9C8F07D9-8237-4536-B0DE-1451AC930512}" type="parTrans" cxnId="{6E8FEE9A-C9D4-4723-AD77-B017C6E247C7}">
      <dgm:prSet/>
      <dgm:spPr/>
      <dgm:t>
        <a:bodyPr/>
        <a:lstStyle/>
        <a:p>
          <a:endParaRPr lang="en-US"/>
        </a:p>
      </dgm:t>
    </dgm:pt>
    <dgm:pt modelId="{B201AED3-D179-4AEF-A772-7179E46AD770}" type="sibTrans" cxnId="{6E8FEE9A-C9D4-4723-AD77-B017C6E247C7}">
      <dgm:prSet/>
      <dgm:spPr/>
      <dgm:t>
        <a:bodyPr/>
        <a:lstStyle/>
        <a:p>
          <a:endParaRPr lang="en-US"/>
        </a:p>
      </dgm:t>
    </dgm:pt>
    <dgm:pt modelId="{C4137D2F-2131-42C0-A81E-D9E7A192288A}">
      <dgm:prSet phldrT="[Text]">
        <dgm:style>
          <a:lnRef idx="1">
            <a:schemeClr val="accent2"/>
          </a:lnRef>
          <a:fillRef idx="2">
            <a:schemeClr val="accent2"/>
          </a:fillRef>
          <a:effectRef idx="1">
            <a:schemeClr val="accent2"/>
          </a:effectRef>
          <a:fontRef idx="minor">
            <a:schemeClr val="dk1"/>
          </a:fontRef>
        </dgm:style>
      </dgm:prSet>
      <dgm:spPr/>
      <dgm:t>
        <a:bodyPr/>
        <a:lstStyle/>
        <a:p>
          <a:r>
            <a:rPr lang="en-US" dirty="0" smtClean="0"/>
            <a:t>Web server &amp; Gateway Tier</a:t>
          </a:r>
          <a:endParaRPr lang="en-US" dirty="0"/>
        </a:p>
      </dgm:t>
    </dgm:pt>
    <dgm:pt modelId="{ABC90109-0655-42D7-84BB-F9D347F7F084}" type="parTrans" cxnId="{B50B477A-5144-4B18-A8C4-5907BE8BF309}">
      <dgm:prSet/>
      <dgm:spPr/>
      <dgm:t>
        <a:bodyPr/>
        <a:lstStyle/>
        <a:p>
          <a:endParaRPr lang="en-US"/>
        </a:p>
      </dgm:t>
    </dgm:pt>
    <dgm:pt modelId="{8C0503C0-8D97-4C67-9610-711FFA379E78}" type="sibTrans" cxnId="{B50B477A-5144-4B18-A8C4-5907BE8BF309}">
      <dgm:prSet/>
      <dgm:spPr>
        <a:solidFill>
          <a:schemeClr val="accent2">
            <a:lumMod val="75000"/>
          </a:schemeClr>
        </a:solidFill>
      </dgm:spPr>
      <dgm:t>
        <a:bodyPr/>
        <a:lstStyle/>
        <a:p>
          <a:endParaRPr lang="en-US"/>
        </a:p>
      </dgm:t>
    </dgm:pt>
    <dgm:pt modelId="{F9220DEC-62A9-4FE9-A996-6773E026E9DB}" type="pres">
      <dgm:prSet presAssocID="{D76C04DC-6BEE-4D3D-B0B1-8B9CA5355E37}" presName="linearFlow" presStyleCnt="0">
        <dgm:presLayoutVars>
          <dgm:resizeHandles val="exact"/>
        </dgm:presLayoutVars>
      </dgm:prSet>
      <dgm:spPr/>
    </dgm:pt>
    <dgm:pt modelId="{27C5A2FC-2BD1-40CC-92C1-C1623684C98D}" type="pres">
      <dgm:prSet presAssocID="{C0E49856-253A-4289-BA6F-337DB674FB47}" presName="node" presStyleLbl="node1" presStyleIdx="0" presStyleCnt="4" custLinFactNeighborX="778">
        <dgm:presLayoutVars>
          <dgm:bulletEnabled val="1"/>
        </dgm:presLayoutVars>
      </dgm:prSet>
      <dgm:spPr/>
      <dgm:t>
        <a:bodyPr/>
        <a:lstStyle/>
        <a:p>
          <a:endParaRPr lang="en-US"/>
        </a:p>
      </dgm:t>
    </dgm:pt>
    <dgm:pt modelId="{ECC048F9-52CF-4240-A73F-A07FA4AF38E6}" type="pres">
      <dgm:prSet presAssocID="{F927668E-5681-410E-8A76-12F854D48BF2}" presName="sibTrans" presStyleLbl="sibTrans2D1" presStyleIdx="0" presStyleCnt="3"/>
      <dgm:spPr/>
      <dgm:t>
        <a:bodyPr/>
        <a:lstStyle/>
        <a:p>
          <a:endParaRPr lang="en-US"/>
        </a:p>
      </dgm:t>
    </dgm:pt>
    <dgm:pt modelId="{0FB52953-F61F-4526-9600-0F06912EBB3C}" type="pres">
      <dgm:prSet presAssocID="{F927668E-5681-410E-8A76-12F854D48BF2}" presName="connectorText" presStyleLbl="sibTrans2D1" presStyleIdx="0" presStyleCnt="3"/>
      <dgm:spPr/>
      <dgm:t>
        <a:bodyPr/>
        <a:lstStyle/>
        <a:p>
          <a:endParaRPr lang="en-US"/>
        </a:p>
      </dgm:t>
    </dgm:pt>
    <dgm:pt modelId="{82B1D519-1D94-4526-A175-E260597BEA90}" type="pres">
      <dgm:prSet presAssocID="{C4137D2F-2131-42C0-A81E-D9E7A192288A}" presName="node" presStyleLbl="node1" presStyleIdx="1" presStyleCnt="4" custLinFactNeighborX="778">
        <dgm:presLayoutVars>
          <dgm:bulletEnabled val="1"/>
        </dgm:presLayoutVars>
      </dgm:prSet>
      <dgm:spPr/>
      <dgm:t>
        <a:bodyPr/>
        <a:lstStyle/>
        <a:p>
          <a:endParaRPr lang="en-US"/>
        </a:p>
      </dgm:t>
    </dgm:pt>
    <dgm:pt modelId="{3E55BB1F-FD01-4813-933E-9BD4A7E07FAF}" type="pres">
      <dgm:prSet presAssocID="{8C0503C0-8D97-4C67-9610-711FFA379E78}" presName="sibTrans" presStyleLbl="sibTrans2D1" presStyleIdx="1" presStyleCnt="3"/>
      <dgm:spPr/>
      <dgm:t>
        <a:bodyPr/>
        <a:lstStyle/>
        <a:p>
          <a:endParaRPr lang="en-US"/>
        </a:p>
      </dgm:t>
    </dgm:pt>
    <dgm:pt modelId="{7995AB8A-6B42-4EAE-96F7-CE13143A7C82}" type="pres">
      <dgm:prSet presAssocID="{8C0503C0-8D97-4C67-9610-711FFA379E78}" presName="connectorText" presStyleLbl="sibTrans2D1" presStyleIdx="1" presStyleCnt="3"/>
      <dgm:spPr/>
      <dgm:t>
        <a:bodyPr/>
        <a:lstStyle/>
        <a:p>
          <a:endParaRPr lang="en-US"/>
        </a:p>
      </dgm:t>
    </dgm:pt>
    <dgm:pt modelId="{6DEFBA65-931C-4543-B227-E3007CCCC64F}" type="pres">
      <dgm:prSet presAssocID="{7068C713-06FD-4A06-A660-034E58D3092C}" presName="node" presStyleLbl="node1" presStyleIdx="2" presStyleCnt="4" custLinFactNeighborX="778">
        <dgm:presLayoutVars>
          <dgm:bulletEnabled val="1"/>
        </dgm:presLayoutVars>
      </dgm:prSet>
      <dgm:spPr/>
      <dgm:t>
        <a:bodyPr/>
        <a:lstStyle/>
        <a:p>
          <a:endParaRPr lang="en-US"/>
        </a:p>
      </dgm:t>
    </dgm:pt>
    <dgm:pt modelId="{01013B64-AE63-4F32-8DDF-6470E6A8B3FB}" type="pres">
      <dgm:prSet presAssocID="{E96F705E-87C2-42D8-BF28-ADF4B701EA45}" presName="sibTrans" presStyleLbl="sibTrans2D1" presStyleIdx="2" presStyleCnt="3"/>
      <dgm:spPr/>
      <dgm:t>
        <a:bodyPr/>
        <a:lstStyle/>
        <a:p>
          <a:endParaRPr lang="en-US"/>
        </a:p>
      </dgm:t>
    </dgm:pt>
    <dgm:pt modelId="{3458EA6A-253B-4D6C-B3CA-9DDDCC1C1AA3}" type="pres">
      <dgm:prSet presAssocID="{E96F705E-87C2-42D8-BF28-ADF4B701EA45}" presName="connectorText" presStyleLbl="sibTrans2D1" presStyleIdx="2" presStyleCnt="3"/>
      <dgm:spPr/>
      <dgm:t>
        <a:bodyPr/>
        <a:lstStyle/>
        <a:p>
          <a:endParaRPr lang="en-US"/>
        </a:p>
      </dgm:t>
    </dgm:pt>
    <dgm:pt modelId="{A6DD803B-9605-43D8-867F-690A14FF980E}" type="pres">
      <dgm:prSet presAssocID="{7C91EE68-A993-4FB1-B47D-F068E7CD8511}" presName="node" presStyleLbl="node1" presStyleIdx="3" presStyleCnt="4" custLinFactNeighborX="778">
        <dgm:presLayoutVars>
          <dgm:bulletEnabled val="1"/>
        </dgm:presLayoutVars>
      </dgm:prSet>
      <dgm:spPr/>
      <dgm:t>
        <a:bodyPr/>
        <a:lstStyle/>
        <a:p>
          <a:endParaRPr lang="en-US"/>
        </a:p>
      </dgm:t>
    </dgm:pt>
  </dgm:ptLst>
  <dgm:cxnLst>
    <dgm:cxn modelId="{E29BC046-6E8F-4B46-963D-D974B1FEA053}" srcId="{D76C04DC-6BEE-4D3D-B0B1-8B9CA5355E37}" destId="{C0E49856-253A-4289-BA6F-337DB674FB47}" srcOrd="0" destOrd="0" parTransId="{79D2AF19-A86F-4475-9890-6C8F063DEF25}" sibTransId="{F927668E-5681-410E-8A76-12F854D48BF2}"/>
    <dgm:cxn modelId="{8E1B85E0-9ED6-45C2-BB86-3F045B34EF15}" type="presOf" srcId="{E96F705E-87C2-42D8-BF28-ADF4B701EA45}" destId="{3458EA6A-253B-4D6C-B3CA-9DDDCC1C1AA3}" srcOrd="1" destOrd="0" presId="urn:microsoft.com/office/officeart/2005/8/layout/process2"/>
    <dgm:cxn modelId="{89DA6AB7-E994-4696-81F4-6F956B6FB485}" type="presOf" srcId="{E96F705E-87C2-42D8-BF28-ADF4B701EA45}" destId="{01013B64-AE63-4F32-8DDF-6470E6A8B3FB}" srcOrd="0" destOrd="0" presId="urn:microsoft.com/office/officeart/2005/8/layout/process2"/>
    <dgm:cxn modelId="{CEF4EFA9-A550-4FBD-A7A1-84782F2BD8F0}" type="presOf" srcId="{7C91EE68-A993-4FB1-B47D-F068E7CD8511}" destId="{A6DD803B-9605-43D8-867F-690A14FF980E}" srcOrd="0" destOrd="0" presId="urn:microsoft.com/office/officeart/2005/8/layout/process2"/>
    <dgm:cxn modelId="{3EEFCF5C-CB32-467A-A9DC-485BBDFAFB3E}" type="presOf" srcId="{C0E49856-253A-4289-BA6F-337DB674FB47}" destId="{27C5A2FC-2BD1-40CC-92C1-C1623684C98D}" srcOrd="0" destOrd="0" presId="urn:microsoft.com/office/officeart/2005/8/layout/process2"/>
    <dgm:cxn modelId="{03462B0B-EB64-4D1B-BCF1-906C0851DF46}" type="presOf" srcId="{D76C04DC-6BEE-4D3D-B0B1-8B9CA5355E37}" destId="{F9220DEC-62A9-4FE9-A996-6773E026E9DB}" srcOrd="0" destOrd="0" presId="urn:microsoft.com/office/officeart/2005/8/layout/process2"/>
    <dgm:cxn modelId="{6E8FEE9A-C9D4-4723-AD77-B017C6E247C7}" srcId="{D76C04DC-6BEE-4D3D-B0B1-8B9CA5355E37}" destId="{7C91EE68-A993-4FB1-B47D-F068E7CD8511}" srcOrd="3" destOrd="0" parTransId="{9C8F07D9-8237-4536-B0DE-1451AC930512}" sibTransId="{B201AED3-D179-4AEF-A772-7179E46AD770}"/>
    <dgm:cxn modelId="{36501782-34C8-449D-B40B-22A12A3ABC35}" type="presOf" srcId="{F927668E-5681-410E-8A76-12F854D48BF2}" destId="{0FB52953-F61F-4526-9600-0F06912EBB3C}" srcOrd="1" destOrd="0" presId="urn:microsoft.com/office/officeart/2005/8/layout/process2"/>
    <dgm:cxn modelId="{CB728E89-74DB-4B8B-AC99-A4DFD9B0C8D9}" srcId="{D76C04DC-6BEE-4D3D-B0B1-8B9CA5355E37}" destId="{7068C713-06FD-4A06-A660-034E58D3092C}" srcOrd="2" destOrd="0" parTransId="{0B98A7F6-1807-43B8-A9EA-03ADAE8C774B}" sibTransId="{E96F705E-87C2-42D8-BF28-ADF4B701EA45}"/>
    <dgm:cxn modelId="{55FC4733-86C7-4454-9244-C65A58301B9B}" type="presOf" srcId="{7068C713-06FD-4A06-A660-034E58D3092C}" destId="{6DEFBA65-931C-4543-B227-E3007CCCC64F}" srcOrd="0" destOrd="0" presId="urn:microsoft.com/office/officeart/2005/8/layout/process2"/>
    <dgm:cxn modelId="{647B76B4-4D6B-4651-8565-C457B2D125B8}" type="presOf" srcId="{F927668E-5681-410E-8A76-12F854D48BF2}" destId="{ECC048F9-52CF-4240-A73F-A07FA4AF38E6}" srcOrd="0" destOrd="0" presId="urn:microsoft.com/office/officeart/2005/8/layout/process2"/>
    <dgm:cxn modelId="{C8EBDDDF-3F9A-4DD5-8648-77A67BBEB067}" type="presOf" srcId="{8C0503C0-8D97-4C67-9610-711FFA379E78}" destId="{7995AB8A-6B42-4EAE-96F7-CE13143A7C82}" srcOrd="1" destOrd="0" presId="urn:microsoft.com/office/officeart/2005/8/layout/process2"/>
    <dgm:cxn modelId="{C4B715E3-A25C-4AD2-A026-1943ABD69DEA}" type="presOf" srcId="{C4137D2F-2131-42C0-A81E-D9E7A192288A}" destId="{82B1D519-1D94-4526-A175-E260597BEA90}" srcOrd="0" destOrd="0" presId="urn:microsoft.com/office/officeart/2005/8/layout/process2"/>
    <dgm:cxn modelId="{B50B477A-5144-4B18-A8C4-5907BE8BF309}" srcId="{D76C04DC-6BEE-4D3D-B0B1-8B9CA5355E37}" destId="{C4137D2F-2131-42C0-A81E-D9E7A192288A}" srcOrd="1" destOrd="0" parTransId="{ABC90109-0655-42D7-84BB-F9D347F7F084}" sibTransId="{8C0503C0-8D97-4C67-9610-711FFA379E78}"/>
    <dgm:cxn modelId="{43B2D828-3636-404F-AB3B-A4017D7C2498}" type="presOf" srcId="{8C0503C0-8D97-4C67-9610-711FFA379E78}" destId="{3E55BB1F-FD01-4813-933E-9BD4A7E07FAF}" srcOrd="0" destOrd="0" presId="urn:microsoft.com/office/officeart/2005/8/layout/process2"/>
    <dgm:cxn modelId="{5B97ABF4-B3AB-4C5B-9ECB-6A3E7DB7FC9A}" type="presParOf" srcId="{F9220DEC-62A9-4FE9-A996-6773E026E9DB}" destId="{27C5A2FC-2BD1-40CC-92C1-C1623684C98D}" srcOrd="0" destOrd="0" presId="urn:microsoft.com/office/officeart/2005/8/layout/process2"/>
    <dgm:cxn modelId="{C6B8EA9B-9CC1-458B-922D-362FDBFC3CF4}" type="presParOf" srcId="{F9220DEC-62A9-4FE9-A996-6773E026E9DB}" destId="{ECC048F9-52CF-4240-A73F-A07FA4AF38E6}" srcOrd="1" destOrd="0" presId="urn:microsoft.com/office/officeart/2005/8/layout/process2"/>
    <dgm:cxn modelId="{A8B02A9A-E72D-4CE4-B9EE-1232AFF2F94B}" type="presParOf" srcId="{ECC048F9-52CF-4240-A73F-A07FA4AF38E6}" destId="{0FB52953-F61F-4526-9600-0F06912EBB3C}" srcOrd="0" destOrd="0" presId="urn:microsoft.com/office/officeart/2005/8/layout/process2"/>
    <dgm:cxn modelId="{02149EDD-ABAB-4A92-A8DF-FD5901F757CB}" type="presParOf" srcId="{F9220DEC-62A9-4FE9-A996-6773E026E9DB}" destId="{82B1D519-1D94-4526-A175-E260597BEA90}" srcOrd="2" destOrd="0" presId="urn:microsoft.com/office/officeart/2005/8/layout/process2"/>
    <dgm:cxn modelId="{9E560D76-06E8-4D94-BE30-2A04F1F19730}" type="presParOf" srcId="{F9220DEC-62A9-4FE9-A996-6773E026E9DB}" destId="{3E55BB1F-FD01-4813-933E-9BD4A7E07FAF}" srcOrd="3" destOrd="0" presId="urn:microsoft.com/office/officeart/2005/8/layout/process2"/>
    <dgm:cxn modelId="{680F180F-5DEF-4B26-B4D4-1C49FAB50B3A}" type="presParOf" srcId="{3E55BB1F-FD01-4813-933E-9BD4A7E07FAF}" destId="{7995AB8A-6B42-4EAE-96F7-CE13143A7C82}" srcOrd="0" destOrd="0" presId="urn:microsoft.com/office/officeart/2005/8/layout/process2"/>
    <dgm:cxn modelId="{C87DBAD9-E6B3-475D-BB98-038320043A7E}" type="presParOf" srcId="{F9220DEC-62A9-4FE9-A996-6773E026E9DB}" destId="{6DEFBA65-931C-4543-B227-E3007CCCC64F}" srcOrd="4" destOrd="0" presId="urn:microsoft.com/office/officeart/2005/8/layout/process2"/>
    <dgm:cxn modelId="{23998392-153A-43AE-82C5-0290D9185FC3}" type="presParOf" srcId="{F9220DEC-62A9-4FE9-A996-6773E026E9DB}" destId="{01013B64-AE63-4F32-8DDF-6470E6A8B3FB}" srcOrd="5" destOrd="0" presId="urn:microsoft.com/office/officeart/2005/8/layout/process2"/>
    <dgm:cxn modelId="{A32F91CB-D695-4A92-BDA4-7076D0ED5B48}" type="presParOf" srcId="{01013B64-AE63-4F32-8DDF-6470E6A8B3FB}" destId="{3458EA6A-253B-4D6C-B3CA-9DDDCC1C1AA3}" srcOrd="0" destOrd="0" presId="urn:microsoft.com/office/officeart/2005/8/layout/process2"/>
    <dgm:cxn modelId="{F7FA1015-8702-40E6-8204-C79CD555A9FC}" type="presParOf" srcId="{F9220DEC-62A9-4FE9-A996-6773E026E9DB}" destId="{A6DD803B-9605-43D8-867F-690A14FF980E}"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6C04DC-6BEE-4D3D-B0B1-8B9CA5355E37}" type="doc">
      <dgm:prSet loTypeId="urn:microsoft.com/office/officeart/2005/8/layout/process2" loCatId="process" qsTypeId="urn:microsoft.com/office/officeart/2005/8/quickstyle/simple1" qsCatId="simple" csTypeId="urn:microsoft.com/office/officeart/2005/8/colors/accent5_1" csCatId="accent5" phldr="1"/>
      <dgm:spPr/>
    </dgm:pt>
    <dgm:pt modelId="{C0E49856-253A-4289-BA6F-337DB674FB47}">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err="1" smtClean="0"/>
            <a:t>Cognos</a:t>
          </a:r>
          <a:r>
            <a:rPr lang="en-US" dirty="0" smtClean="0"/>
            <a:t> Analytics User Interface</a:t>
          </a:r>
          <a:endParaRPr lang="en-US" dirty="0"/>
        </a:p>
      </dgm:t>
    </dgm:pt>
    <dgm:pt modelId="{79D2AF19-A86F-4475-9890-6C8F063DEF25}" type="parTrans" cxnId="{E29BC046-6E8F-4B46-963D-D974B1FEA053}">
      <dgm:prSet/>
      <dgm:spPr/>
      <dgm:t>
        <a:bodyPr/>
        <a:lstStyle/>
        <a:p>
          <a:endParaRPr lang="en-US"/>
        </a:p>
      </dgm:t>
    </dgm:pt>
    <dgm:pt modelId="{F927668E-5681-410E-8A76-12F854D48BF2}" type="sibTrans" cxnId="{E29BC046-6E8F-4B46-963D-D974B1FEA053}">
      <dgm:prSet/>
      <dgm:spPr>
        <a:solidFill>
          <a:schemeClr val="accent2">
            <a:lumMod val="75000"/>
          </a:schemeClr>
        </a:solidFill>
      </dgm:spPr>
      <dgm:t>
        <a:bodyPr/>
        <a:lstStyle/>
        <a:p>
          <a:endParaRPr lang="en-US"/>
        </a:p>
      </dgm:t>
    </dgm:pt>
    <dgm:pt modelId="{7068C713-06FD-4A06-A660-034E58D3092C}">
      <dgm:prSet phldrT="[Text]">
        <dgm:style>
          <a:lnRef idx="1">
            <a:schemeClr val="accent2"/>
          </a:lnRef>
          <a:fillRef idx="2">
            <a:schemeClr val="accent2"/>
          </a:fillRef>
          <a:effectRef idx="1">
            <a:schemeClr val="accent2"/>
          </a:effectRef>
          <a:fontRef idx="minor">
            <a:schemeClr val="dk1"/>
          </a:fontRef>
        </dgm:style>
      </dgm:prSet>
      <dgm:spPr/>
      <dgm:t>
        <a:bodyPr/>
        <a:lstStyle/>
        <a:p>
          <a:r>
            <a:rPr lang="en-US" dirty="0" smtClean="0"/>
            <a:t>Application Tier</a:t>
          </a:r>
          <a:endParaRPr lang="en-US" dirty="0"/>
        </a:p>
      </dgm:t>
    </dgm:pt>
    <dgm:pt modelId="{0B98A7F6-1807-43B8-A9EA-03ADAE8C774B}" type="parTrans" cxnId="{CB728E89-74DB-4B8B-AC99-A4DFD9B0C8D9}">
      <dgm:prSet/>
      <dgm:spPr/>
      <dgm:t>
        <a:bodyPr/>
        <a:lstStyle/>
        <a:p>
          <a:endParaRPr lang="en-US"/>
        </a:p>
      </dgm:t>
    </dgm:pt>
    <dgm:pt modelId="{E96F705E-87C2-42D8-BF28-ADF4B701EA45}" type="sibTrans" cxnId="{CB728E89-74DB-4B8B-AC99-A4DFD9B0C8D9}">
      <dgm:prSet/>
      <dgm:spPr>
        <a:solidFill>
          <a:schemeClr val="accent2">
            <a:lumMod val="75000"/>
          </a:schemeClr>
        </a:solidFill>
        <a:ln>
          <a:solidFill>
            <a:schemeClr val="accent2">
              <a:lumMod val="75000"/>
            </a:schemeClr>
          </a:solidFill>
        </a:ln>
      </dgm:spPr>
      <dgm:t>
        <a:bodyPr/>
        <a:lstStyle/>
        <a:p>
          <a:endParaRPr lang="en-US"/>
        </a:p>
      </dgm:t>
    </dgm:pt>
    <dgm:pt modelId="{7C91EE68-A993-4FB1-B47D-F068E7CD8511}">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smtClean="0"/>
            <a:t>Data Tier</a:t>
          </a:r>
          <a:endParaRPr lang="en-US" dirty="0"/>
        </a:p>
      </dgm:t>
    </dgm:pt>
    <dgm:pt modelId="{9C8F07D9-8237-4536-B0DE-1451AC930512}" type="parTrans" cxnId="{6E8FEE9A-C9D4-4723-AD77-B017C6E247C7}">
      <dgm:prSet/>
      <dgm:spPr/>
      <dgm:t>
        <a:bodyPr/>
        <a:lstStyle/>
        <a:p>
          <a:endParaRPr lang="en-US"/>
        </a:p>
      </dgm:t>
    </dgm:pt>
    <dgm:pt modelId="{B201AED3-D179-4AEF-A772-7179E46AD770}" type="sibTrans" cxnId="{6E8FEE9A-C9D4-4723-AD77-B017C6E247C7}">
      <dgm:prSet/>
      <dgm:spPr/>
      <dgm:t>
        <a:bodyPr/>
        <a:lstStyle/>
        <a:p>
          <a:endParaRPr lang="en-US"/>
        </a:p>
      </dgm:t>
    </dgm:pt>
    <dgm:pt modelId="{C4137D2F-2131-42C0-A81E-D9E7A192288A}">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smtClean="0"/>
            <a:t>Web server &amp; Gateway Tier</a:t>
          </a:r>
          <a:endParaRPr lang="en-US" dirty="0"/>
        </a:p>
      </dgm:t>
    </dgm:pt>
    <dgm:pt modelId="{ABC90109-0655-42D7-84BB-F9D347F7F084}" type="parTrans" cxnId="{B50B477A-5144-4B18-A8C4-5907BE8BF309}">
      <dgm:prSet/>
      <dgm:spPr/>
      <dgm:t>
        <a:bodyPr/>
        <a:lstStyle/>
        <a:p>
          <a:endParaRPr lang="en-US"/>
        </a:p>
      </dgm:t>
    </dgm:pt>
    <dgm:pt modelId="{8C0503C0-8D97-4C67-9610-711FFA379E78}" type="sibTrans" cxnId="{B50B477A-5144-4B18-A8C4-5907BE8BF309}">
      <dgm:prSet/>
      <dgm:spPr>
        <a:solidFill>
          <a:schemeClr val="accent2">
            <a:lumMod val="75000"/>
          </a:schemeClr>
        </a:solidFill>
      </dgm:spPr>
      <dgm:t>
        <a:bodyPr/>
        <a:lstStyle/>
        <a:p>
          <a:endParaRPr lang="en-US"/>
        </a:p>
      </dgm:t>
    </dgm:pt>
    <dgm:pt modelId="{F9220DEC-62A9-4FE9-A996-6773E026E9DB}" type="pres">
      <dgm:prSet presAssocID="{D76C04DC-6BEE-4D3D-B0B1-8B9CA5355E37}" presName="linearFlow" presStyleCnt="0">
        <dgm:presLayoutVars>
          <dgm:resizeHandles val="exact"/>
        </dgm:presLayoutVars>
      </dgm:prSet>
      <dgm:spPr/>
    </dgm:pt>
    <dgm:pt modelId="{27C5A2FC-2BD1-40CC-92C1-C1623684C98D}" type="pres">
      <dgm:prSet presAssocID="{C0E49856-253A-4289-BA6F-337DB674FB47}" presName="node" presStyleLbl="node1" presStyleIdx="0" presStyleCnt="4" custLinFactNeighborX="778">
        <dgm:presLayoutVars>
          <dgm:bulletEnabled val="1"/>
        </dgm:presLayoutVars>
      </dgm:prSet>
      <dgm:spPr/>
      <dgm:t>
        <a:bodyPr/>
        <a:lstStyle/>
        <a:p>
          <a:endParaRPr lang="en-US"/>
        </a:p>
      </dgm:t>
    </dgm:pt>
    <dgm:pt modelId="{ECC048F9-52CF-4240-A73F-A07FA4AF38E6}" type="pres">
      <dgm:prSet presAssocID="{F927668E-5681-410E-8A76-12F854D48BF2}" presName="sibTrans" presStyleLbl="sibTrans2D1" presStyleIdx="0" presStyleCnt="3"/>
      <dgm:spPr/>
      <dgm:t>
        <a:bodyPr/>
        <a:lstStyle/>
        <a:p>
          <a:endParaRPr lang="en-US"/>
        </a:p>
      </dgm:t>
    </dgm:pt>
    <dgm:pt modelId="{0FB52953-F61F-4526-9600-0F06912EBB3C}" type="pres">
      <dgm:prSet presAssocID="{F927668E-5681-410E-8A76-12F854D48BF2}" presName="connectorText" presStyleLbl="sibTrans2D1" presStyleIdx="0" presStyleCnt="3"/>
      <dgm:spPr/>
      <dgm:t>
        <a:bodyPr/>
        <a:lstStyle/>
        <a:p>
          <a:endParaRPr lang="en-US"/>
        </a:p>
      </dgm:t>
    </dgm:pt>
    <dgm:pt modelId="{82B1D519-1D94-4526-A175-E260597BEA90}" type="pres">
      <dgm:prSet presAssocID="{C4137D2F-2131-42C0-A81E-D9E7A192288A}" presName="node" presStyleLbl="node1" presStyleIdx="1" presStyleCnt="4" custLinFactNeighborX="778">
        <dgm:presLayoutVars>
          <dgm:bulletEnabled val="1"/>
        </dgm:presLayoutVars>
      </dgm:prSet>
      <dgm:spPr/>
      <dgm:t>
        <a:bodyPr/>
        <a:lstStyle/>
        <a:p>
          <a:endParaRPr lang="en-US"/>
        </a:p>
      </dgm:t>
    </dgm:pt>
    <dgm:pt modelId="{3E55BB1F-FD01-4813-933E-9BD4A7E07FAF}" type="pres">
      <dgm:prSet presAssocID="{8C0503C0-8D97-4C67-9610-711FFA379E78}" presName="sibTrans" presStyleLbl="sibTrans2D1" presStyleIdx="1" presStyleCnt="3"/>
      <dgm:spPr/>
      <dgm:t>
        <a:bodyPr/>
        <a:lstStyle/>
        <a:p>
          <a:endParaRPr lang="en-US"/>
        </a:p>
      </dgm:t>
    </dgm:pt>
    <dgm:pt modelId="{7995AB8A-6B42-4EAE-96F7-CE13143A7C82}" type="pres">
      <dgm:prSet presAssocID="{8C0503C0-8D97-4C67-9610-711FFA379E78}" presName="connectorText" presStyleLbl="sibTrans2D1" presStyleIdx="1" presStyleCnt="3"/>
      <dgm:spPr/>
      <dgm:t>
        <a:bodyPr/>
        <a:lstStyle/>
        <a:p>
          <a:endParaRPr lang="en-US"/>
        </a:p>
      </dgm:t>
    </dgm:pt>
    <dgm:pt modelId="{6DEFBA65-931C-4543-B227-E3007CCCC64F}" type="pres">
      <dgm:prSet presAssocID="{7068C713-06FD-4A06-A660-034E58D3092C}" presName="node" presStyleLbl="node1" presStyleIdx="2" presStyleCnt="4" custLinFactNeighborX="778">
        <dgm:presLayoutVars>
          <dgm:bulletEnabled val="1"/>
        </dgm:presLayoutVars>
      </dgm:prSet>
      <dgm:spPr/>
      <dgm:t>
        <a:bodyPr/>
        <a:lstStyle/>
        <a:p>
          <a:endParaRPr lang="en-US"/>
        </a:p>
      </dgm:t>
    </dgm:pt>
    <dgm:pt modelId="{01013B64-AE63-4F32-8DDF-6470E6A8B3FB}" type="pres">
      <dgm:prSet presAssocID="{E96F705E-87C2-42D8-BF28-ADF4B701EA45}" presName="sibTrans" presStyleLbl="sibTrans2D1" presStyleIdx="2" presStyleCnt="3"/>
      <dgm:spPr/>
      <dgm:t>
        <a:bodyPr/>
        <a:lstStyle/>
        <a:p>
          <a:endParaRPr lang="en-US"/>
        </a:p>
      </dgm:t>
    </dgm:pt>
    <dgm:pt modelId="{3458EA6A-253B-4D6C-B3CA-9DDDCC1C1AA3}" type="pres">
      <dgm:prSet presAssocID="{E96F705E-87C2-42D8-BF28-ADF4B701EA45}" presName="connectorText" presStyleLbl="sibTrans2D1" presStyleIdx="2" presStyleCnt="3"/>
      <dgm:spPr/>
      <dgm:t>
        <a:bodyPr/>
        <a:lstStyle/>
        <a:p>
          <a:endParaRPr lang="en-US"/>
        </a:p>
      </dgm:t>
    </dgm:pt>
    <dgm:pt modelId="{A6DD803B-9605-43D8-867F-690A14FF980E}" type="pres">
      <dgm:prSet presAssocID="{7C91EE68-A993-4FB1-B47D-F068E7CD8511}" presName="node" presStyleLbl="node1" presStyleIdx="3" presStyleCnt="4" custLinFactNeighborX="778">
        <dgm:presLayoutVars>
          <dgm:bulletEnabled val="1"/>
        </dgm:presLayoutVars>
      </dgm:prSet>
      <dgm:spPr/>
      <dgm:t>
        <a:bodyPr/>
        <a:lstStyle/>
        <a:p>
          <a:endParaRPr lang="en-US"/>
        </a:p>
      </dgm:t>
    </dgm:pt>
  </dgm:ptLst>
  <dgm:cxnLst>
    <dgm:cxn modelId="{6C0BBB83-6E46-4D74-BE47-04EAF736A654}" type="presOf" srcId="{F927668E-5681-410E-8A76-12F854D48BF2}" destId="{ECC048F9-52CF-4240-A73F-A07FA4AF38E6}" srcOrd="0" destOrd="0" presId="urn:microsoft.com/office/officeart/2005/8/layout/process2"/>
    <dgm:cxn modelId="{6E8FEE9A-C9D4-4723-AD77-B017C6E247C7}" srcId="{D76C04DC-6BEE-4D3D-B0B1-8B9CA5355E37}" destId="{7C91EE68-A993-4FB1-B47D-F068E7CD8511}" srcOrd="3" destOrd="0" parTransId="{9C8F07D9-8237-4536-B0DE-1451AC930512}" sibTransId="{B201AED3-D179-4AEF-A772-7179E46AD770}"/>
    <dgm:cxn modelId="{0FBDFFC9-AA9A-41A7-A94A-4DB1CD632789}" type="presOf" srcId="{8C0503C0-8D97-4C67-9610-711FFA379E78}" destId="{3E55BB1F-FD01-4813-933E-9BD4A7E07FAF}" srcOrd="0" destOrd="0" presId="urn:microsoft.com/office/officeart/2005/8/layout/process2"/>
    <dgm:cxn modelId="{65C46E15-DD13-4FC7-9B44-45EA5794AF78}" type="presOf" srcId="{E96F705E-87C2-42D8-BF28-ADF4B701EA45}" destId="{3458EA6A-253B-4D6C-B3CA-9DDDCC1C1AA3}" srcOrd="1" destOrd="0" presId="urn:microsoft.com/office/officeart/2005/8/layout/process2"/>
    <dgm:cxn modelId="{E29BC046-6E8F-4B46-963D-D974B1FEA053}" srcId="{D76C04DC-6BEE-4D3D-B0B1-8B9CA5355E37}" destId="{C0E49856-253A-4289-BA6F-337DB674FB47}" srcOrd="0" destOrd="0" parTransId="{79D2AF19-A86F-4475-9890-6C8F063DEF25}" sibTransId="{F927668E-5681-410E-8A76-12F854D48BF2}"/>
    <dgm:cxn modelId="{CB465B61-4B4D-4CA3-A2C9-121FF3DE98C6}" type="presOf" srcId="{F927668E-5681-410E-8A76-12F854D48BF2}" destId="{0FB52953-F61F-4526-9600-0F06912EBB3C}" srcOrd="1" destOrd="0" presId="urn:microsoft.com/office/officeart/2005/8/layout/process2"/>
    <dgm:cxn modelId="{BC5886E4-EDAD-4A81-AB78-9BDDE7F33910}" type="presOf" srcId="{C0E49856-253A-4289-BA6F-337DB674FB47}" destId="{27C5A2FC-2BD1-40CC-92C1-C1623684C98D}" srcOrd="0" destOrd="0" presId="urn:microsoft.com/office/officeart/2005/8/layout/process2"/>
    <dgm:cxn modelId="{B50B477A-5144-4B18-A8C4-5907BE8BF309}" srcId="{D76C04DC-6BEE-4D3D-B0B1-8B9CA5355E37}" destId="{C4137D2F-2131-42C0-A81E-D9E7A192288A}" srcOrd="1" destOrd="0" parTransId="{ABC90109-0655-42D7-84BB-F9D347F7F084}" sibTransId="{8C0503C0-8D97-4C67-9610-711FFA379E78}"/>
    <dgm:cxn modelId="{4D09ED6E-D20A-4FAD-ACFC-9AE328C5B4B8}" type="presOf" srcId="{D76C04DC-6BEE-4D3D-B0B1-8B9CA5355E37}" destId="{F9220DEC-62A9-4FE9-A996-6773E026E9DB}" srcOrd="0" destOrd="0" presId="urn:microsoft.com/office/officeart/2005/8/layout/process2"/>
    <dgm:cxn modelId="{AC26DE9B-4077-42B0-9E44-1DD47CD9F7A8}" type="presOf" srcId="{7068C713-06FD-4A06-A660-034E58D3092C}" destId="{6DEFBA65-931C-4543-B227-E3007CCCC64F}" srcOrd="0" destOrd="0" presId="urn:microsoft.com/office/officeart/2005/8/layout/process2"/>
    <dgm:cxn modelId="{CB728E89-74DB-4B8B-AC99-A4DFD9B0C8D9}" srcId="{D76C04DC-6BEE-4D3D-B0B1-8B9CA5355E37}" destId="{7068C713-06FD-4A06-A660-034E58D3092C}" srcOrd="2" destOrd="0" parTransId="{0B98A7F6-1807-43B8-A9EA-03ADAE8C774B}" sibTransId="{E96F705E-87C2-42D8-BF28-ADF4B701EA45}"/>
    <dgm:cxn modelId="{64C008D6-637C-411A-9A44-E722D18C601B}" type="presOf" srcId="{7C91EE68-A993-4FB1-B47D-F068E7CD8511}" destId="{A6DD803B-9605-43D8-867F-690A14FF980E}" srcOrd="0" destOrd="0" presId="urn:microsoft.com/office/officeart/2005/8/layout/process2"/>
    <dgm:cxn modelId="{657BF72E-6EAD-418E-A532-2939E98EAEF3}" type="presOf" srcId="{E96F705E-87C2-42D8-BF28-ADF4B701EA45}" destId="{01013B64-AE63-4F32-8DDF-6470E6A8B3FB}" srcOrd="0" destOrd="0" presId="urn:microsoft.com/office/officeart/2005/8/layout/process2"/>
    <dgm:cxn modelId="{9F8DF2B2-4F54-4357-8B9B-D9CBBE4D2A22}" type="presOf" srcId="{8C0503C0-8D97-4C67-9610-711FFA379E78}" destId="{7995AB8A-6B42-4EAE-96F7-CE13143A7C82}" srcOrd="1" destOrd="0" presId="urn:microsoft.com/office/officeart/2005/8/layout/process2"/>
    <dgm:cxn modelId="{210A23E6-9F76-450F-BBDB-A3A59F2CF8D6}" type="presOf" srcId="{C4137D2F-2131-42C0-A81E-D9E7A192288A}" destId="{82B1D519-1D94-4526-A175-E260597BEA90}" srcOrd="0" destOrd="0" presId="urn:microsoft.com/office/officeart/2005/8/layout/process2"/>
    <dgm:cxn modelId="{1BB8EC62-9E54-4300-8DD7-345C41F24B69}" type="presParOf" srcId="{F9220DEC-62A9-4FE9-A996-6773E026E9DB}" destId="{27C5A2FC-2BD1-40CC-92C1-C1623684C98D}" srcOrd="0" destOrd="0" presId="urn:microsoft.com/office/officeart/2005/8/layout/process2"/>
    <dgm:cxn modelId="{EBF3D5D4-311D-47CF-A260-DD50E2B4B7E7}" type="presParOf" srcId="{F9220DEC-62A9-4FE9-A996-6773E026E9DB}" destId="{ECC048F9-52CF-4240-A73F-A07FA4AF38E6}" srcOrd="1" destOrd="0" presId="urn:microsoft.com/office/officeart/2005/8/layout/process2"/>
    <dgm:cxn modelId="{DC8AF013-C6AD-4F4E-91BB-651EF1491BE2}" type="presParOf" srcId="{ECC048F9-52CF-4240-A73F-A07FA4AF38E6}" destId="{0FB52953-F61F-4526-9600-0F06912EBB3C}" srcOrd="0" destOrd="0" presId="urn:microsoft.com/office/officeart/2005/8/layout/process2"/>
    <dgm:cxn modelId="{FAF858B8-74C7-4022-AA21-F073ED512D77}" type="presParOf" srcId="{F9220DEC-62A9-4FE9-A996-6773E026E9DB}" destId="{82B1D519-1D94-4526-A175-E260597BEA90}" srcOrd="2" destOrd="0" presId="urn:microsoft.com/office/officeart/2005/8/layout/process2"/>
    <dgm:cxn modelId="{60954EE9-6FA2-41BF-8706-9325F988EFB8}" type="presParOf" srcId="{F9220DEC-62A9-4FE9-A996-6773E026E9DB}" destId="{3E55BB1F-FD01-4813-933E-9BD4A7E07FAF}" srcOrd="3" destOrd="0" presId="urn:microsoft.com/office/officeart/2005/8/layout/process2"/>
    <dgm:cxn modelId="{CC5013A8-9451-4515-82B7-0B9A4CA0FD5C}" type="presParOf" srcId="{3E55BB1F-FD01-4813-933E-9BD4A7E07FAF}" destId="{7995AB8A-6B42-4EAE-96F7-CE13143A7C82}" srcOrd="0" destOrd="0" presId="urn:microsoft.com/office/officeart/2005/8/layout/process2"/>
    <dgm:cxn modelId="{5EC3598F-BBE1-4F48-848F-44D1375A161D}" type="presParOf" srcId="{F9220DEC-62A9-4FE9-A996-6773E026E9DB}" destId="{6DEFBA65-931C-4543-B227-E3007CCCC64F}" srcOrd="4" destOrd="0" presId="urn:microsoft.com/office/officeart/2005/8/layout/process2"/>
    <dgm:cxn modelId="{5864A479-92FD-44E4-AA77-B6C43CBDB653}" type="presParOf" srcId="{F9220DEC-62A9-4FE9-A996-6773E026E9DB}" destId="{01013B64-AE63-4F32-8DDF-6470E6A8B3FB}" srcOrd="5" destOrd="0" presId="urn:microsoft.com/office/officeart/2005/8/layout/process2"/>
    <dgm:cxn modelId="{A421DE3B-D69A-445A-A585-F2A199BF1948}" type="presParOf" srcId="{01013B64-AE63-4F32-8DDF-6470E6A8B3FB}" destId="{3458EA6A-253B-4D6C-B3CA-9DDDCC1C1AA3}" srcOrd="0" destOrd="0" presId="urn:microsoft.com/office/officeart/2005/8/layout/process2"/>
    <dgm:cxn modelId="{590FD323-9135-4D00-9B70-263C637E582E}" type="presParOf" srcId="{F9220DEC-62A9-4FE9-A996-6773E026E9DB}" destId="{A6DD803B-9605-43D8-867F-690A14FF980E}"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6C04DC-6BEE-4D3D-B0B1-8B9CA5355E37}" type="doc">
      <dgm:prSet loTypeId="urn:microsoft.com/office/officeart/2005/8/layout/process2" loCatId="process" qsTypeId="urn:microsoft.com/office/officeart/2005/8/quickstyle/simple1" qsCatId="simple" csTypeId="urn:microsoft.com/office/officeart/2005/8/colors/accent5_1" csCatId="accent5" phldr="1"/>
      <dgm:spPr/>
    </dgm:pt>
    <dgm:pt modelId="{C0E49856-253A-4289-BA6F-337DB674FB47}">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err="1" smtClean="0"/>
            <a:t>Cognos</a:t>
          </a:r>
          <a:r>
            <a:rPr lang="en-US" dirty="0" smtClean="0"/>
            <a:t> Analytics User Interface</a:t>
          </a:r>
          <a:endParaRPr lang="en-US" dirty="0"/>
        </a:p>
      </dgm:t>
    </dgm:pt>
    <dgm:pt modelId="{79D2AF19-A86F-4475-9890-6C8F063DEF25}" type="parTrans" cxnId="{E29BC046-6E8F-4B46-963D-D974B1FEA053}">
      <dgm:prSet/>
      <dgm:spPr/>
      <dgm:t>
        <a:bodyPr/>
        <a:lstStyle/>
        <a:p>
          <a:endParaRPr lang="en-US"/>
        </a:p>
      </dgm:t>
    </dgm:pt>
    <dgm:pt modelId="{F927668E-5681-410E-8A76-12F854D48BF2}" type="sibTrans" cxnId="{E29BC046-6E8F-4B46-963D-D974B1FEA053}">
      <dgm:prSet/>
      <dgm:spPr>
        <a:solidFill>
          <a:schemeClr val="accent2">
            <a:lumMod val="75000"/>
          </a:schemeClr>
        </a:solidFill>
      </dgm:spPr>
      <dgm:t>
        <a:bodyPr/>
        <a:lstStyle/>
        <a:p>
          <a:endParaRPr lang="en-US"/>
        </a:p>
      </dgm:t>
    </dgm:pt>
    <dgm:pt modelId="{7068C713-06FD-4A06-A660-034E58D3092C}">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smtClean="0"/>
            <a:t>Application Tier</a:t>
          </a:r>
          <a:endParaRPr lang="en-US" dirty="0"/>
        </a:p>
      </dgm:t>
    </dgm:pt>
    <dgm:pt modelId="{0B98A7F6-1807-43B8-A9EA-03ADAE8C774B}" type="parTrans" cxnId="{CB728E89-74DB-4B8B-AC99-A4DFD9B0C8D9}">
      <dgm:prSet/>
      <dgm:spPr/>
      <dgm:t>
        <a:bodyPr/>
        <a:lstStyle/>
        <a:p>
          <a:endParaRPr lang="en-US"/>
        </a:p>
      </dgm:t>
    </dgm:pt>
    <dgm:pt modelId="{E96F705E-87C2-42D8-BF28-ADF4B701EA45}" type="sibTrans" cxnId="{CB728E89-74DB-4B8B-AC99-A4DFD9B0C8D9}">
      <dgm:prSet/>
      <dgm:spPr>
        <a:solidFill>
          <a:schemeClr val="accent2">
            <a:lumMod val="75000"/>
          </a:schemeClr>
        </a:solidFill>
      </dgm:spPr>
      <dgm:t>
        <a:bodyPr/>
        <a:lstStyle/>
        <a:p>
          <a:endParaRPr lang="en-US"/>
        </a:p>
      </dgm:t>
    </dgm:pt>
    <dgm:pt modelId="{7C91EE68-A993-4FB1-B47D-F068E7CD8511}">
      <dgm:prSet phldrT="[Text]">
        <dgm:style>
          <a:lnRef idx="1">
            <a:schemeClr val="accent2"/>
          </a:lnRef>
          <a:fillRef idx="2">
            <a:schemeClr val="accent2"/>
          </a:fillRef>
          <a:effectRef idx="1">
            <a:schemeClr val="accent2"/>
          </a:effectRef>
          <a:fontRef idx="minor">
            <a:schemeClr val="dk1"/>
          </a:fontRef>
        </dgm:style>
      </dgm:prSet>
      <dgm:spPr/>
      <dgm:t>
        <a:bodyPr/>
        <a:lstStyle/>
        <a:p>
          <a:r>
            <a:rPr lang="en-US" dirty="0" smtClean="0"/>
            <a:t>Data Tier</a:t>
          </a:r>
          <a:endParaRPr lang="en-US" dirty="0"/>
        </a:p>
      </dgm:t>
    </dgm:pt>
    <dgm:pt modelId="{9C8F07D9-8237-4536-B0DE-1451AC930512}" type="parTrans" cxnId="{6E8FEE9A-C9D4-4723-AD77-B017C6E247C7}">
      <dgm:prSet/>
      <dgm:spPr/>
      <dgm:t>
        <a:bodyPr/>
        <a:lstStyle/>
        <a:p>
          <a:endParaRPr lang="en-US"/>
        </a:p>
      </dgm:t>
    </dgm:pt>
    <dgm:pt modelId="{B201AED3-D179-4AEF-A772-7179E46AD770}" type="sibTrans" cxnId="{6E8FEE9A-C9D4-4723-AD77-B017C6E247C7}">
      <dgm:prSet/>
      <dgm:spPr/>
      <dgm:t>
        <a:bodyPr/>
        <a:lstStyle/>
        <a:p>
          <a:endParaRPr lang="en-US"/>
        </a:p>
      </dgm:t>
    </dgm:pt>
    <dgm:pt modelId="{C4137D2F-2131-42C0-A81E-D9E7A192288A}">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smtClean="0"/>
            <a:t>Web server &amp; Gateway Tier</a:t>
          </a:r>
          <a:endParaRPr lang="en-US" dirty="0"/>
        </a:p>
      </dgm:t>
    </dgm:pt>
    <dgm:pt modelId="{ABC90109-0655-42D7-84BB-F9D347F7F084}" type="parTrans" cxnId="{B50B477A-5144-4B18-A8C4-5907BE8BF309}">
      <dgm:prSet/>
      <dgm:spPr/>
      <dgm:t>
        <a:bodyPr/>
        <a:lstStyle/>
        <a:p>
          <a:endParaRPr lang="en-US"/>
        </a:p>
      </dgm:t>
    </dgm:pt>
    <dgm:pt modelId="{8C0503C0-8D97-4C67-9610-711FFA379E78}" type="sibTrans" cxnId="{B50B477A-5144-4B18-A8C4-5907BE8BF309}">
      <dgm:prSet/>
      <dgm:spPr>
        <a:solidFill>
          <a:schemeClr val="accent2">
            <a:lumMod val="75000"/>
          </a:schemeClr>
        </a:solidFill>
      </dgm:spPr>
      <dgm:t>
        <a:bodyPr/>
        <a:lstStyle/>
        <a:p>
          <a:endParaRPr lang="en-US"/>
        </a:p>
      </dgm:t>
    </dgm:pt>
    <dgm:pt modelId="{F9220DEC-62A9-4FE9-A996-6773E026E9DB}" type="pres">
      <dgm:prSet presAssocID="{D76C04DC-6BEE-4D3D-B0B1-8B9CA5355E37}" presName="linearFlow" presStyleCnt="0">
        <dgm:presLayoutVars>
          <dgm:resizeHandles val="exact"/>
        </dgm:presLayoutVars>
      </dgm:prSet>
      <dgm:spPr/>
    </dgm:pt>
    <dgm:pt modelId="{27C5A2FC-2BD1-40CC-92C1-C1623684C98D}" type="pres">
      <dgm:prSet presAssocID="{C0E49856-253A-4289-BA6F-337DB674FB47}" presName="node" presStyleLbl="node1" presStyleIdx="0" presStyleCnt="4" custLinFactNeighborX="-778">
        <dgm:presLayoutVars>
          <dgm:bulletEnabled val="1"/>
        </dgm:presLayoutVars>
      </dgm:prSet>
      <dgm:spPr/>
      <dgm:t>
        <a:bodyPr/>
        <a:lstStyle/>
        <a:p>
          <a:endParaRPr lang="en-US"/>
        </a:p>
      </dgm:t>
    </dgm:pt>
    <dgm:pt modelId="{ECC048F9-52CF-4240-A73F-A07FA4AF38E6}" type="pres">
      <dgm:prSet presAssocID="{F927668E-5681-410E-8A76-12F854D48BF2}" presName="sibTrans" presStyleLbl="sibTrans2D1" presStyleIdx="0" presStyleCnt="3"/>
      <dgm:spPr/>
      <dgm:t>
        <a:bodyPr/>
        <a:lstStyle/>
        <a:p>
          <a:endParaRPr lang="en-US"/>
        </a:p>
      </dgm:t>
    </dgm:pt>
    <dgm:pt modelId="{0FB52953-F61F-4526-9600-0F06912EBB3C}" type="pres">
      <dgm:prSet presAssocID="{F927668E-5681-410E-8A76-12F854D48BF2}" presName="connectorText" presStyleLbl="sibTrans2D1" presStyleIdx="0" presStyleCnt="3"/>
      <dgm:spPr/>
      <dgm:t>
        <a:bodyPr/>
        <a:lstStyle/>
        <a:p>
          <a:endParaRPr lang="en-US"/>
        </a:p>
      </dgm:t>
    </dgm:pt>
    <dgm:pt modelId="{82B1D519-1D94-4526-A175-E260597BEA90}" type="pres">
      <dgm:prSet presAssocID="{C4137D2F-2131-42C0-A81E-D9E7A192288A}" presName="node" presStyleLbl="node1" presStyleIdx="1" presStyleCnt="4" custLinFactNeighborX="-778">
        <dgm:presLayoutVars>
          <dgm:bulletEnabled val="1"/>
        </dgm:presLayoutVars>
      </dgm:prSet>
      <dgm:spPr/>
      <dgm:t>
        <a:bodyPr/>
        <a:lstStyle/>
        <a:p>
          <a:endParaRPr lang="en-US"/>
        </a:p>
      </dgm:t>
    </dgm:pt>
    <dgm:pt modelId="{3E55BB1F-FD01-4813-933E-9BD4A7E07FAF}" type="pres">
      <dgm:prSet presAssocID="{8C0503C0-8D97-4C67-9610-711FFA379E78}" presName="sibTrans" presStyleLbl="sibTrans2D1" presStyleIdx="1" presStyleCnt="3"/>
      <dgm:spPr/>
      <dgm:t>
        <a:bodyPr/>
        <a:lstStyle/>
        <a:p>
          <a:endParaRPr lang="en-US"/>
        </a:p>
      </dgm:t>
    </dgm:pt>
    <dgm:pt modelId="{7995AB8A-6B42-4EAE-96F7-CE13143A7C82}" type="pres">
      <dgm:prSet presAssocID="{8C0503C0-8D97-4C67-9610-711FFA379E78}" presName="connectorText" presStyleLbl="sibTrans2D1" presStyleIdx="1" presStyleCnt="3"/>
      <dgm:spPr/>
      <dgm:t>
        <a:bodyPr/>
        <a:lstStyle/>
        <a:p>
          <a:endParaRPr lang="en-US"/>
        </a:p>
      </dgm:t>
    </dgm:pt>
    <dgm:pt modelId="{6DEFBA65-931C-4543-B227-E3007CCCC64F}" type="pres">
      <dgm:prSet presAssocID="{7068C713-06FD-4A06-A660-034E58D3092C}" presName="node" presStyleLbl="node1" presStyleIdx="2" presStyleCnt="4" custLinFactNeighborX="-778">
        <dgm:presLayoutVars>
          <dgm:bulletEnabled val="1"/>
        </dgm:presLayoutVars>
      </dgm:prSet>
      <dgm:spPr/>
      <dgm:t>
        <a:bodyPr/>
        <a:lstStyle/>
        <a:p>
          <a:endParaRPr lang="en-US"/>
        </a:p>
      </dgm:t>
    </dgm:pt>
    <dgm:pt modelId="{01013B64-AE63-4F32-8DDF-6470E6A8B3FB}" type="pres">
      <dgm:prSet presAssocID="{E96F705E-87C2-42D8-BF28-ADF4B701EA45}" presName="sibTrans" presStyleLbl="sibTrans2D1" presStyleIdx="2" presStyleCnt="3"/>
      <dgm:spPr/>
      <dgm:t>
        <a:bodyPr/>
        <a:lstStyle/>
        <a:p>
          <a:endParaRPr lang="en-US"/>
        </a:p>
      </dgm:t>
    </dgm:pt>
    <dgm:pt modelId="{3458EA6A-253B-4D6C-B3CA-9DDDCC1C1AA3}" type="pres">
      <dgm:prSet presAssocID="{E96F705E-87C2-42D8-BF28-ADF4B701EA45}" presName="connectorText" presStyleLbl="sibTrans2D1" presStyleIdx="2" presStyleCnt="3"/>
      <dgm:spPr/>
      <dgm:t>
        <a:bodyPr/>
        <a:lstStyle/>
        <a:p>
          <a:endParaRPr lang="en-US"/>
        </a:p>
      </dgm:t>
    </dgm:pt>
    <dgm:pt modelId="{A6DD803B-9605-43D8-867F-690A14FF980E}" type="pres">
      <dgm:prSet presAssocID="{7C91EE68-A993-4FB1-B47D-F068E7CD8511}" presName="node" presStyleLbl="node1" presStyleIdx="3" presStyleCnt="4" custLinFactNeighborX="-1556">
        <dgm:presLayoutVars>
          <dgm:bulletEnabled val="1"/>
        </dgm:presLayoutVars>
      </dgm:prSet>
      <dgm:spPr/>
      <dgm:t>
        <a:bodyPr/>
        <a:lstStyle/>
        <a:p>
          <a:endParaRPr lang="en-US"/>
        </a:p>
      </dgm:t>
    </dgm:pt>
  </dgm:ptLst>
  <dgm:cxnLst>
    <dgm:cxn modelId="{19CB32DB-DBFA-4CF0-AFE0-17FB4428DC0E}" type="presOf" srcId="{F927668E-5681-410E-8A76-12F854D48BF2}" destId="{ECC048F9-52CF-4240-A73F-A07FA4AF38E6}" srcOrd="0" destOrd="0" presId="urn:microsoft.com/office/officeart/2005/8/layout/process2"/>
    <dgm:cxn modelId="{E29BC046-6E8F-4B46-963D-D974B1FEA053}" srcId="{D76C04DC-6BEE-4D3D-B0B1-8B9CA5355E37}" destId="{C0E49856-253A-4289-BA6F-337DB674FB47}" srcOrd="0" destOrd="0" parTransId="{79D2AF19-A86F-4475-9890-6C8F063DEF25}" sibTransId="{F927668E-5681-410E-8A76-12F854D48BF2}"/>
    <dgm:cxn modelId="{44A51FFF-454F-44B9-AD63-55AC7E917F04}" type="presOf" srcId="{E96F705E-87C2-42D8-BF28-ADF4B701EA45}" destId="{01013B64-AE63-4F32-8DDF-6470E6A8B3FB}" srcOrd="0" destOrd="0" presId="urn:microsoft.com/office/officeart/2005/8/layout/process2"/>
    <dgm:cxn modelId="{6619F50C-AF6C-4506-BC65-F581CFC0CD40}" type="presOf" srcId="{C0E49856-253A-4289-BA6F-337DB674FB47}" destId="{27C5A2FC-2BD1-40CC-92C1-C1623684C98D}" srcOrd="0" destOrd="0" presId="urn:microsoft.com/office/officeart/2005/8/layout/process2"/>
    <dgm:cxn modelId="{F0C9D4B0-0D24-4DC8-9CD8-7D1B443BC159}" type="presOf" srcId="{8C0503C0-8D97-4C67-9610-711FFA379E78}" destId="{3E55BB1F-FD01-4813-933E-9BD4A7E07FAF}" srcOrd="0" destOrd="0" presId="urn:microsoft.com/office/officeart/2005/8/layout/process2"/>
    <dgm:cxn modelId="{6E8FEE9A-C9D4-4723-AD77-B017C6E247C7}" srcId="{D76C04DC-6BEE-4D3D-B0B1-8B9CA5355E37}" destId="{7C91EE68-A993-4FB1-B47D-F068E7CD8511}" srcOrd="3" destOrd="0" parTransId="{9C8F07D9-8237-4536-B0DE-1451AC930512}" sibTransId="{B201AED3-D179-4AEF-A772-7179E46AD770}"/>
    <dgm:cxn modelId="{2913BD83-0F53-4CA7-8292-F0229D3D9E1A}" type="presOf" srcId="{8C0503C0-8D97-4C67-9610-711FFA379E78}" destId="{7995AB8A-6B42-4EAE-96F7-CE13143A7C82}" srcOrd="1" destOrd="0" presId="urn:microsoft.com/office/officeart/2005/8/layout/process2"/>
    <dgm:cxn modelId="{CB728E89-74DB-4B8B-AC99-A4DFD9B0C8D9}" srcId="{D76C04DC-6BEE-4D3D-B0B1-8B9CA5355E37}" destId="{7068C713-06FD-4A06-A660-034E58D3092C}" srcOrd="2" destOrd="0" parTransId="{0B98A7F6-1807-43B8-A9EA-03ADAE8C774B}" sibTransId="{E96F705E-87C2-42D8-BF28-ADF4B701EA45}"/>
    <dgm:cxn modelId="{803FCB59-E228-4405-93C1-6949BBA42D13}" type="presOf" srcId="{7C91EE68-A993-4FB1-B47D-F068E7CD8511}" destId="{A6DD803B-9605-43D8-867F-690A14FF980E}" srcOrd="0" destOrd="0" presId="urn:microsoft.com/office/officeart/2005/8/layout/process2"/>
    <dgm:cxn modelId="{9D0BA56E-DA98-4279-9489-F8C17425606E}" type="presOf" srcId="{D76C04DC-6BEE-4D3D-B0B1-8B9CA5355E37}" destId="{F9220DEC-62A9-4FE9-A996-6773E026E9DB}" srcOrd="0" destOrd="0" presId="urn:microsoft.com/office/officeart/2005/8/layout/process2"/>
    <dgm:cxn modelId="{E81519DB-F952-4B8C-9EBD-92137C3CF11D}" type="presOf" srcId="{7068C713-06FD-4A06-A660-034E58D3092C}" destId="{6DEFBA65-931C-4543-B227-E3007CCCC64F}" srcOrd="0" destOrd="0" presId="urn:microsoft.com/office/officeart/2005/8/layout/process2"/>
    <dgm:cxn modelId="{BC12FEFD-0D3B-4BB7-980B-950A79CCAB54}" type="presOf" srcId="{C4137D2F-2131-42C0-A81E-D9E7A192288A}" destId="{82B1D519-1D94-4526-A175-E260597BEA90}" srcOrd="0" destOrd="0" presId="urn:microsoft.com/office/officeart/2005/8/layout/process2"/>
    <dgm:cxn modelId="{5920FCDE-24E1-4318-86EE-AF8240BC42A8}" type="presOf" srcId="{F927668E-5681-410E-8A76-12F854D48BF2}" destId="{0FB52953-F61F-4526-9600-0F06912EBB3C}" srcOrd="1" destOrd="0" presId="urn:microsoft.com/office/officeart/2005/8/layout/process2"/>
    <dgm:cxn modelId="{B50B477A-5144-4B18-A8C4-5907BE8BF309}" srcId="{D76C04DC-6BEE-4D3D-B0B1-8B9CA5355E37}" destId="{C4137D2F-2131-42C0-A81E-D9E7A192288A}" srcOrd="1" destOrd="0" parTransId="{ABC90109-0655-42D7-84BB-F9D347F7F084}" sibTransId="{8C0503C0-8D97-4C67-9610-711FFA379E78}"/>
    <dgm:cxn modelId="{EC952E5C-FBE1-426F-98F1-F5633BE5E4D7}" type="presOf" srcId="{E96F705E-87C2-42D8-BF28-ADF4B701EA45}" destId="{3458EA6A-253B-4D6C-B3CA-9DDDCC1C1AA3}" srcOrd="1" destOrd="0" presId="urn:microsoft.com/office/officeart/2005/8/layout/process2"/>
    <dgm:cxn modelId="{4060139D-A370-4D0A-8368-A9CAA1C3F977}" type="presParOf" srcId="{F9220DEC-62A9-4FE9-A996-6773E026E9DB}" destId="{27C5A2FC-2BD1-40CC-92C1-C1623684C98D}" srcOrd="0" destOrd="0" presId="urn:microsoft.com/office/officeart/2005/8/layout/process2"/>
    <dgm:cxn modelId="{525C1BE2-C39B-4783-83FB-5769F8222C3D}" type="presParOf" srcId="{F9220DEC-62A9-4FE9-A996-6773E026E9DB}" destId="{ECC048F9-52CF-4240-A73F-A07FA4AF38E6}" srcOrd="1" destOrd="0" presId="urn:microsoft.com/office/officeart/2005/8/layout/process2"/>
    <dgm:cxn modelId="{71559E95-9F9F-45F5-B4B7-997C7F3BB4BE}" type="presParOf" srcId="{ECC048F9-52CF-4240-A73F-A07FA4AF38E6}" destId="{0FB52953-F61F-4526-9600-0F06912EBB3C}" srcOrd="0" destOrd="0" presId="urn:microsoft.com/office/officeart/2005/8/layout/process2"/>
    <dgm:cxn modelId="{C19BFBA0-0874-40FE-B0B7-2CF2ADBCEBD8}" type="presParOf" srcId="{F9220DEC-62A9-4FE9-A996-6773E026E9DB}" destId="{82B1D519-1D94-4526-A175-E260597BEA90}" srcOrd="2" destOrd="0" presId="urn:microsoft.com/office/officeart/2005/8/layout/process2"/>
    <dgm:cxn modelId="{523190C5-2DCC-4B5B-AB28-EA94B656EDAF}" type="presParOf" srcId="{F9220DEC-62A9-4FE9-A996-6773E026E9DB}" destId="{3E55BB1F-FD01-4813-933E-9BD4A7E07FAF}" srcOrd="3" destOrd="0" presId="urn:microsoft.com/office/officeart/2005/8/layout/process2"/>
    <dgm:cxn modelId="{F598654E-299E-4D21-B300-DF675EC47F9E}" type="presParOf" srcId="{3E55BB1F-FD01-4813-933E-9BD4A7E07FAF}" destId="{7995AB8A-6B42-4EAE-96F7-CE13143A7C82}" srcOrd="0" destOrd="0" presId="urn:microsoft.com/office/officeart/2005/8/layout/process2"/>
    <dgm:cxn modelId="{B048E063-6EEF-4188-A099-2D3D0EE86990}" type="presParOf" srcId="{F9220DEC-62A9-4FE9-A996-6773E026E9DB}" destId="{6DEFBA65-931C-4543-B227-E3007CCCC64F}" srcOrd="4" destOrd="0" presId="urn:microsoft.com/office/officeart/2005/8/layout/process2"/>
    <dgm:cxn modelId="{484A5FE6-5F18-4902-B20A-A64954CE2F1D}" type="presParOf" srcId="{F9220DEC-62A9-4FE9-A996-6773E026E9DB}" destId="{01013B64-AE63-4F32-8DDF-6470E6A8B3FB}" srcOrd="5" destOrd="0" presId="urn:microsoft.com/office/officeart/2005/8/layout/process2"/>
    <dgm:cxn modelId="{48EB3FA5-B9E9-4205-92F9-E19A33785527}" type="presParOf" srcId="{01013B64-AE63-4F32-8DDF-6470E6A8B3FB}" destId="{3458EA6A-253B-4D6C-B3CA-9DDDCC1C1AA3}" srcOrd="0" destOrd="0" presId="urn:microsoft.com/office/officeart/2005/8/layout/process2"/>
    <dgm:cxn modelId="{FDCBC73A-FD1F-4EA0-A7A4-0AC9F12C0B07}" type="presParOf" srcId="{F9220DEC-62A9-4FE9-A996-6773E026E9DB}" destId="{A6DD803B-9605-43D8-867F-690A14FF980E}"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DCE53AB-EF39-4315-B9B9-523ACAACCFD9}" type="doc">
      <dgm:prSet loTypeId="urn:microsoft.com/office/officeart/2005/8/layout/default#1" loCatId="list" qsTypeId="urn:microsoft.com/office/officeart/2005/8/quickstyle/simple3" qsCatId="simple" csTypeId="urn:microsoft.com/office/officeart/2005/8/colors/accent1_2" csCatId="accent1" phldr="1"/>
      <dgm:spPr/>
      <dgm:t>
        <a:bodyPr/>
        <a:lstStyle/>
        <a:p>
          <a:endParaRPr lang="en-US"/>
        </a:p>
      </dgm:t>
    </dgm:pt>
    <dgm:pt modelId="{9774C327-1A65-4E9B-A066-E8A868AA3C9A}">
      <dgm:prSet phldrT="[Text]" custT="1"/>
      <dgm:spPr/>
      <dgm:t>
        <a:bodyPr/>
        <a:lstStyle/>
        <a:p>
          <a:r>
            <a:rPr lang="en-US" sz="1400" dirty="0" smtClean="0">
              <a:latin typeface="+mn-lt"/>
              <a:cs typeface="Times New Roman" pitchFamily="18" charset="0"/>
            </a:rPr>
            <a:t>Administer</a:t>
          </a:r>
          <a:r>
            <a:rPr lang="en-US" sz="1400" dirty="0" smtClean="0">
              <a:latin typeface="+mn-lt"/>
            </a:rPr>
            <a:t> </a:t>
          </a:r>
          <a:r>
            <a:rPr lang="en-US" sz="1400" dirty="0" smtClean="0">
              <a:latin typeface="+mn-lt"/>
              <a:cs typeface="Times New Roman" pitchFamily="18" charset="0"/>
            </a:rPr>
            <a:t>Server</a:t>
          </a:r>
          <a:r>
            <a:rPr lang="en-US" sz="1400" dirty="0" smtClean="0">
              <a:latin typeface="+mn-lt"/>
            </a:rPr>
            <a:t> &amp; </a:t>
          </a:r>
          <a:r>
            <a:rPr lang="en-US" sz="1400" dirty="0" smtClean="0">
              <a:latin typeface="+mn-lt"/>
              <a:cs typeface="Times New Roman" pitchFamily="18" charset="0"/>
            </a:rPr>
            <a:t>Reports</a:t>
          </a:r>
        </a:p>
      </dgm:t>
    </dgm:pt>
    <dgm:pt modelId="{AEE77A87-C4A8-46A3-AD6A-B84AEC029BF9}" type="parTrans" cxnId="{B2FD9CB6-80CB-4E6E-A220-CA02CCC624BE}">
      <dgm:prSet/>
      <dgm:spPr/>
      <dgm:t>
        <a:bodyPr/>
        <a:lstStyle/>
        <a:p>
          <a:endParaRPr lang="en-US"/>
        </a:p>
      </dgm:t>
    </dgm:pt>
    <dgm:pt modelId="{191764EB-3CC0-4820-B905-BE358D2D5C5D}" type="sibTrans" cxnId="{B2FD9CB6-80CB-4E6E-A220-CA02CCC624BE}">
      <dgm:prSet/>
      <dgm:spPr/>
      <dgm:t>
        <a:bodyPr/>
        <a:lstStyle/>
        <a:p>
          <a:endParaRPr lang="en-US"/>
        </a:p>
      </dgm:t>
    </dgm:pt>
    <dgm:pt modelId="{47E100F2-DCDC-4EF9-9B76-625261436AFF}">
      <dgm:prSet phldrT="[Text]" custT="1"/>
      <dgm:spPr/>
      <dgm:t>
        <a:bodyPr/>
        <a:lstStyle/>
        <a:p>
          <a:r>
            <a:rPr lang="en-US" sz="1400" dirty="0" smtClean="0">
              <a:latin typeface="+mn-lt"/>
              <a:cs typeface="Times New Roman" pitchFamily="18" charset="0"/>
            </a:rPr>
            <a:t>Setup</a:t>
          </a:r>
          <a:r>
            <a:rPr lang="en-US" sz="1400" dirty="0" smtClean="0">
              <a:latin typeface="+mn-lt"/>
            </a:rPr>
            <a:t> &amp; </a:t>
          </a:r>
          <a:r>
            <a:rPr lang="en-US" sz="1400" dirty="0" smtClean="0">
              <a:latin typeface="+mn-lt"/>
              <a:cs typeface="Times New Roman" pitchFamily="18" charset="0"/>
            </a:rPr>
            <a:t>Maintain</a:t>
          </a:r>
          <a:r>
            <a:rPr lang="en-US" sz="1400" dirty="0" smtClean="0">
              <a:latin typeface="+mn-lt"/>
            </a:rPr>
            <a:t> </a:t>
          </a:r>
          <a:r>
            <a:rPr lang="en-US" sz="1400" dirty="0" smtClean="0">
              <a:latin typeface="+mn-lt"/>
              <a:cs typeface="Times New Roman" pitchFamily="18" charset="0"/>
            </a:rPr>
            <a:t>Security</a:t>
          </a:r>
        </a:p>
      </dgm:t>
    </dgm:pt>
    <dgm:pt modelId="{B36C034F-D46B-4722-B91E-6C0561F009D8}" type="parTrans" cxnId="{34FB4696-E880-4983-90EF-194AE0D61623}">
      <dgm:prSet/>
      <dgm:spPr/>
      <dgm:t>
        <a:bodyPr/>
        <a:lstStyle/>
        <a:p>
          <a:endParaRPr lang="en-US"/>
        </a:p>
      </dgm:t>
    </dgm:pt>
    <dgm:pt modelId="{45E3C4F0-B135-4C3C-98FF-84EEFDA951E5}" type="sibTrans" cxnId="{34FB4696-E880-4983-90EF-194AE0D61623}">
      <dgm:prSet/>
      <dgm:spPr/>
      <dgm:t>
        <a:bodyPr/>
        <a:lstStyle/>
        <a:p>
          <a:endParaRPr lang="en-US"/>
        </a:p>
      </dgm:t>
    </dgm:pt>
    <dgm:pt modelId="{5F7C05BE-93E7-4545-937A-666735F6AFBC}">
      <dgm:prSet phldrT="[Text]" custT="1"/>
      <dgm:spPr/>
      <dgm:t>
        <a:bodyPr/>
        <a:lstStyle/>
        <a:p>
          <a:r>
            <a:rPr lang="en-US" sz="1400" dirty="0" smtClean="0">
              <a:latin typeface="+mn-lt"/>
              <a:cs typeface="Times New Roman" pitchFamily="18" charset="0"/>
            </a:rPr>
            <a:t>Plan for implementation</a:t>
          </a:r>
          <a:endParaRPr lang="en-US" sz="1400" dirty="0">
            <a:latin typeface="+mn-lt"/>
            <a:cs typeface="Times New Roman" pitchFamily="18" charset="0"/>
          </a:endParaRPr>
        </a:p>
      </dgm:t>
    </dgm:pt>
    <dgm:pt modelId="{F1E264C4-0A08-4CA6-A248-FC54722332E5}" type="parTrans" cxnId="{49C830D4-DEE7-4A3C-BCAB-83A9FBDC02D8}">
      <dgm:prSet/>
      <dgm:spPr/>
      <dgm:t>
        <a:bodyPr/>
        <a:lstStyle/>
        <a:p>
          <a:endParaRPr lang="en-US"/>
        </a:p>
      </dgm:t>
    </dgm:pt>
    <dgm:pt modelId="{EDB31C8E-A607-4D77-BD1D-D2F05CAA88B7}" type="sibTrans" cxnId="{49C830D4-DEE7-4A3C-BCAB-83A9FBDC02D8}">
      <dgm:prSet/>
      <dgm:spPr/>
      <dgm:t>
        <a:bodyPr/>
        <a:lstStyle/>
        <a:p>
          <a:endParaRPr lang="en-US"/>
        </a:p>
      </dgm:t>
    </dgm:pt>
    <dgm:pt modelId="{172AE410-8B6D-4194-8EE1-78C59C051915}">
      <dgm:prSet phldrT="[Text]" custT="1"/>
      <dgm:spPr/>
      <dgm:t>
        <a:bodyPr/>
        <a:lstStyle/>
        <a:p>
          <a:r>
            <a:rPr lang="en-US" sz="1400" dirty="0" smtClean="0">
              <a:latin typeface="+mn-lt"/>
              <a:cs typeface="Times New Roman" pitchFamily="18" charset="0"/>
            </a:rPr>
            <a:t>Framework</a:t>
          </a:r>
          <a:r>
            <a:rPr lang="en-US" sz="1400" dirty="0" smtClean="0">
              <a:latin typeface="+mn-lt"/>
            </a:rPr>
            <a:t> </a:t>
          </a:r>
          <a:r>
            <a:rPr lang="en-US" sz="1400" dirty="0" smtClean="0">
              <a:latin typeface="+mn-lt"/>
              <a:cs typeface="Times New Roman" pitchFamily="18" charset="0"/>
            </a:rPr>
            <a:t>Manager</a:t>
          </a:r>
          <a:r>
            <a:rPr lang="en-US" sz="1400" dirty="0" smtClean="0">
              <a:latin typeface="+mn-lt"/>
            </a:rPr>
            <a:t> </a:t>
          </a:r>
          <a:r>
            <a:rPr lang="en-US" sz="1400" dirty="0" smtClean="0">
              <a:latin typeface="+mn-lt"/>
              <a:cs typeface="Times New Roman" pitchFamily="18" charset="0"/>
            </a:rPr>
            <a:t>Projects</a:t>
          </a:r>
        </a:p>
      </dgm:t>
    </dgm:pt>
    <dgm:pt modelId="{9B8FC311-0621-444C-BE00-EF48F0384DE9}" type="parTrans" cxnId="{7B14F603-6FCE-4F7F-B056-E4DA3948DA3E}">
      <dgm:prSet/>
      <dgm:spPr/>
      <dgm:t>
        <a:bodyPr/>
        <a:lstStyle/>
        <a:p>
          <a:endParaRPr lang="en-US"/>
        </a:p>
      </dgm:t>
    </dgm:pt>
    <dgm:pt modelId="{5AA26AFF-0372-42E5-AD46-FA20323AC9DE}" type="sibTrans" cxnId="{7B14F603-6FCE-4F7F-B056-E4DA3948DA3E}">
      <dgm:prSet/>
      <dgm:spPr/>
      <dgm:t>
        <a:bodyPr/>
        <a:lstStyle/>
        <a:p>
          <a:endParaRPr lang="en-US"/>
        </a:p>
      </dgm:t>
    </dgm:pt>
    <dgm:pt modelId="{131C2C68-FE20-49A9-8181-8FC95B737717}">
      <dgm:prSet phldrT="[Text]" custT="1"/>
      <dgm:spPr/>
      <dgm:t>
        <a:bodyPr/>
        <a:lstStyle/>
        <a:p>
          <a:r>
            <a:rPr lang="en-US" sz="1400" dirty="0" smtClean="0">
              <a:latin typeface="+mn-lt"/>
              <a:cs typeface="Times New Roman" pitchFamily="18" charset="0"/>
            </a:rPr>
            <a:t>Author</a:t>
          </a:r>
          <a:r>
            <a:rPr lang="en-US" sz="1400" dirty="0" smtClean="0">
              <a:latin typeface="+mn-lt"/>
            </a:rPr>
            <a:t> </a:t>
          </a:r>
          <a:r>
            <a:rPr lang="en-US" sz="1400" dirty="0" smtClean="0">
              <a:latin typeface="+mn-lt"/>
              <a:cs typeface="Times New Roman" pitchFamily="18" charset="0"/>
            </a:rPr>
            <a:t>Reports/Analyses</a:t>
          </a:r>
        </a:p>
      </dgm:t>
    </dgm:pt>
    <dgm:pt modelId="{E7025FA3-1639-42D8-9A94-175BEF5EE22A}" type="parTrans" cxnId="{064E124E-6ED5-4A36-A410-5E19B3FD5940}">
      <dgm:prSet/>
      <dgm:spPr/>
      <dgm:t>
        <a:bodyPr/>
        <a:lstStyle/>
        <a:p>
          <a:endParaRPr lang="en-US"/>
        </a:p>
      </dgm:t>
    </dgm:pt>
    <dgm:pt modelId="{33FBBFDC-B1B1-435B-92C8-F4931A7022E0}" type="sibTrans" cxnId="{064E124E-6ED5-4A36-A410-5E19B3FD5940}">
      <dgm:prSet/>
      <dgm:spPr/>
      <dgm:t>
        <a:bodyPr/>
        <a:lstStyle/>
        <a:p>
          <a:endParaRPr lang="en-US"/>
        </a:p>
      </dgm:t>
    </dgm:pt>
    <dgm:pt modelId="{C13FEACC-4FA4-406C-95AD-233AA431EA0B}">
      <dgm:prSet phldrT="[Text]" custT="1"/>
      <dgm:spPr/>
      <dgm:t>
        <a:bodyPr/>
        <a:lstStyle/>
        <a:p>
          <a:r>
            <a:rPr lang="en-US" sz="1400" dirty="0" smtClean="0">
              <a:latin typeface="+mn-lt"/>
              <a:cs typeface="Times New Roman" pitchFamily="18" charset="0"/>
            </a:rPr>
            <a:t>Configure</a:t>
          </a:r>
        </a:p>
      </dgm:t>
    </dgm:pt>
    <dgm:pt modelId="{08D5D92D-A183-4380-A409-BAE0697EF2D0}" type="parTrans" cxnId="{EA709FD5-147C-4F35-98C5-50BB9B436501}">
      <dgm:prSet/>
      <dgm:spPr/>
      <dgm:t>
        <a:bodyPr/>
        <a:lstStyle/>
        <a:p>
          <a:endParaRPr lang="en-US"/>
        </a:p>
      </dgm:t>
    </dgm:pt>
    <dgm:pt modelId="{56767C3F-E89D-45BB-801D-4FC9C3EB8B22}" type="sibTrans" cxnId="{EA709FD5-147C-4F35-98C5-50BB9B436501}">
      <dgm:prSet/>
      <dgm:spPr/>
      <dgm:t>
        <a:bodyPr/>
        <a:lstStyle/>
        <a:p>
          <a:endParaRPr lang="en-US"/>
        </a:p>
      </dgm:t>
    </dgm:pt>
    <dgm:pt modelId="{F841497A-C4FA-4B29-ACE8-BF5732E8FF89}">
      <dgm:prSet phldrT="[Text]" custT="1"/>
      <dgm:spPr/>
      <dgm:t>
        <a:bodyPr/>
        <a:lstStyle/>
        <a:p>
          <a:r>
            <a:rPr lang="en-US" sz="1400" dirty="0" smtClean="0">
              <a:latin typeface="+mn-lt"/>
              <a:cs typeface="Times New Roman" pitchFamily="18" charset="0"/>
            </a:rPr>
            <a:t>Run</a:t>
          </a:r>
          <a:r>
            <a:rPr lang="en-US" sz="1400" dirty="0" smtClean="0">
              <a:latin typeface="+mn-lt"/>
            </a:rPr>
            <a:t>, </a:t>
          </a:r>
          <a:r>
            <a:rPr lang="en-US" sz="1400" dirty="0" smtClean="0">
              <a:latin typeface="+mn-lt"/>
              <a:cs typeface="Times New Roman" pitchFamily="18" charset="0"/>
            </a:rPr>
            <a:t>View</a:t>
          </a:r>
          <a:r>
            <a:rPr lang="en-US" sz="1400" dirty="0" smtClean="0">
              <a:latin typeface="+mn-lt"/>
            </a:rPr>
            <a:t>, </a:t>
          </a:r>
          <a:r>
            <a:rPr lang="en-US" sz="1400" dirty="0" smtClean="0">
              <a:latin typeface="+mn-lt"/>
              <a:cs typeface="Times New Roman" pitchFamily="18" charset="0"/>
            </a:rPr>
            <a:t>Print</a:t>
          </a:r>
          <a:r>
            <a:rPr lang="en-US" sz="1400" dirty="0" smtClean="0">
              <a:latin typeface="+mn-lt"/>
            </a:rPr>
            <a:t> </a:t>
          </a:r>
          <a:r>
            <a:rPr lang="en-US" sz="1400" dirty="0" smtClean="0">
              <a:latin typeface="+mn-lt"/>
              <a:cs typeface="Times New Roman" pitchFamily="18" charset="0"/>
            </a:rPr>
            <a:t>Report/Analyses</a:t>
          </a:r>
        </a:p>
      </dgm:t>
    </dgm:pt>
    <dgm:pt modelId="{9CFC665E-5B5C-471C-8FF9-55D55171308F}" type="parTrans" cxnId="{555E8D59-265D-432F-A8A5-B7DBA4E061F7}">
      <dgm:prSet/>
      <dgm:spPr/>
      <dgm:t>
        <a:bodyPr/>
        <a:lstStyle/>
        <a:p>
          <a:endParaRPr lang="en-US"/>
        </a:p>
      </dgm:t>
    </dgm:pt>
    <dgm:pt modelId="{7F103553-6016-4F14-8A5E-EEFDC447AB37}" type="sibTrans" cxnId="{555E8D59-265D-432F-A8A5-B7DBA4E061F7}">
      <dgm:prSet/>
      <dgm:spPr/>
      <dgm:t>
        <a:bodyPr/>
        <a:lstStyle/>
        <a:p>
          <a:endParaRPr lang="en-US"/>
        </a:p>
      </dgm:t>
    </dgm:pt>
    <dgm:pt modelId="{E4078A47-5E50-4B5D-9F46-F915FC629C60}">
      <dgm:prSet phldrT="[Text]" custT="1"/>
      <dgm:spPr/>
      <dgm:t>
        <a:bodyPr/>
        <a:lstStyle/>
        <a:p>
          <a:r>
            <a:rPr lang="en-US" sz="1400" dirty="0" smtClean="0">
              <a:latin typeface="+mn-lt"/>
              <a:cs typeface="Times New Roman" pitchFamily="18" charset="0"/>
            </a:rPr>
            <a:t>Publish</a:t>
          </a:r>
          <a:r>
            <a:rPr lang="en-US" sz="1400" dirty="0" smtClean="0">
              <a:latin typeface="+mn-lt"/>
            </a:rPr>
            <a:t> </a:t>
          </a:r>
          <a:r>
            <a:rPr lang="en-US" sz="1400" dirty="0" smtClean="0">
              <a:latin typeface="+mn-lt"/>
              <a:cs typeface="Times New Roman" pitchFamily="18" charset="0"/>
            </a:rPr>
            <a:t>Package</a:t>
          </a:r>
        </a:p>
      </dgm:t>
    </dgm:pt>
    <dgm:pt modelId="{7443D746-67B9-4E3F-AF8A-E8E7C9EBAF61}" type="parTrans" cxnId="{E770C87E-AF54-4CF5-8C17-EC00A0A137AC}">
      <dgm:prSet/>
      <dgm:spPr/>
      <dgm:t>
        <a:bodyPr/>
        <a:lstStyle/>
        <a:p>
          <a:endParaRPr lang="en-US"/>
        </a:p>
      </dgm:t>
    </dgm:pt>
    <dgm:pt modelId="{003E0ED7-330B-456C-A417-324BA25F37C6}" type="sibTrans" cxnId="{E770C87E-AF54-4CF5-8C17-EC00A0A137AC}">
      <dgm:prSet/>
      <dgm:spPr/>
      <dgm:t>
        <a:bodyPr/>
        <a:lstStyle/>
        <a:p>
          <a:endParaRPr lang="en-US"/>
        </a:p>
      </dgm:t>
    </dgm:pt>
    <dgm:pt modelId="{CA71E514-68A9-48DD-AD67-FF3624EEE7CC}">
      <dgm:prSet phldrT="[Text]" custT="1"/>
      <dgm:spPr/>
      <dgm:t>
        <a:bodyPr/>
        <a:lstStyle/>
        <a:p>
          <a:r>
            <a:rPr lang="en-US" sz="1400" dirty="0" smtClean="0">
              <a:latin typeface="+mn-lt"/>
              <a:cs typeface="Times New Roman" pitchFamily="18" charset="0"/>
            </a:rPr>
            <a:t>Install</a:t>
          </a:r>
        </a:p>
      </dgm:t>
    </dgm:pt>
    <dgm:pt modelId="{BE4204B7-3B45-46F3-B916-1946C2DE9EA0}" type="parTrans" cxnId="{70E199B5-DEC9-4008-8A1A-597606A801EC}">
      <dgm:prSet/>
      <dgm:spPr/>
      <dgm:t>
        <a:bodyPr/>
        <a:lstStyle/>
        <a:p>
          <a:endParaRPr lang="en-US"/>
        </a:p>
      </dgm:t>
    </dgm:pt>
    <dgm:pt modelId="{D5E8B2AD-BF65-4C8A-B2D6-629ABE736267}" type="sibTrans" cxnId="{70E199B5-DEC9-4008-8A1A-597606A801EC}">
      <dgm:prSet/>
      <dgm:spPr/>
      <dgm:t>
        <a:bodyPr/>
        <a:lstStyle/>
        <a:p>
          <a:endParaRPr lang="en-US"/>
        </a:p>
      </dgm:t>
    </dgm:pt>
    <dgm:pt modelId="{04D795D7-0944-4453-8EC8-C38197CDDD8B}" type="pres">
      <dgm:prSet presAssocID="{4DCE53AB-EF39-4315-B9B9-523ACAACCFD9}" presName="diagram" presStyleCnt="0">
        <dgm:presLayoutVars>
          <dgm:dir/>
          <dgm:resizeHandles val="exact"/>
        </dgm:presLayoutVars>
      </dgm:prSet>
      <dgm:spPr/>
      <dgm:t>
        <a:bodyPr/>
        <a:lstStyle/>
        <a:p>
          <a:endParaRPr lang="en-US"/>
        </a:p>
      </dgm:t>
    </dgm:pt>
    <dgm:pt modelId="{D2B249A6-0946-4DD3-96AD-ABFD1324FB28}" type="pres">
      <dgm:prSet presAssocID="{9774C327-1A65-4E9B-A066-E8A868AA3C9A}" presName="node" presStyleLbl="node1" presStyleIdx="0" presStyleCnt="9" custScaleX="17346" custScaleY="11378" custLinFactNeighborX="20610" custLinFactNeighborY="34652">
        <dgm:presLayoutVars>
          <dgm:bulletEnabled val="1"/>
        </dgm:presLayoutVars>
      </dgm:prSet>
      <dgm:spPr/>
      <dgm:t>
        <a:bodyPr/>
        <a:lstStyle/>
        <a:p>
          <a:endParaRPr lang="en-US"/>
        </a:p>
      </dgm:t>
    </dgm:pt>
    <dgm:pt modelId="{7A36EAF2-671A-48B6-A111-5EA51BA738B5}" type="pres">
      <dgm:prSet presAssocID="{191764EB-3CC0-4820-B905-BE358D2D5C5D}" presName="sibTrans" presStyleCnt="0"/>
      <dgm:spPr/>
    </dgm:pt>
    <dgm:pt modelId="{7115900B-3C36-4835-B9EB-1312481FEED2}" type="pres">
      <dgm:prSet presAssocID="{47E100F2-DCDC-4EF9-9B76-625261436AFF}" presName="node" presStyleLbl="node1" presStyleIdx="1" presStyleCnt="9" custScaleX="17346" custScaleY="11378" custLinFactNeighborX="-6806" custLinFactNeighborY="23049">
        <dgm:presLayoutVars>
          <dgm:bulletEnabled val="1"/>
        </dgm:presLayoutVars>
      </dgm:prSet>
      <dgm:spPr/>
      <dgm:t>
        <a:bodyPr/>
        <a:lstStyle/>
        <a:p>
          <a:endParaRPr lang="en-US"/>
        </a:p>
      </dgm:t>
    </dgm:pt>
    <dgm:pt modelId="{D2668D0F-4F0B-42A8-8026-D7A037E9B62A}" type="pres">
      <dgm:prSet presAssocID="{45E3C4F0-B135-4C3C-98FF-84EEFDA951E5}" presName="sibTrans" presStyleCnt="0"/>
      <dgm:spPr/>
    </dgm:pt>
    <dgm:pt modelId="{501EF3F7-5FEF-4D5C-86DF-ACCBBA899D7C}" type="pres">
      <dgm:prSet presAssocID="{5F7C05BE-93E7-4545-937A-666735F6AFBC}" presName="node" presStyleLbl="node1" presStyleIdx="2" presStyleCnt="9" custScaleX="17346" custScaleY="11378" custLinFactNeighborX="-54107" custLinFactNeighborY="-7073">
        <dgm:presLayoutVars>
          <dgm:bulletEnabled val="1"/>
        </dgm:presLayoutVars>
      </dgm:prSet>
      <dgm:spPr/>
      <dgm:t>
        <a:bodyPr/>
        <a:lstStyle/>
        <a:p>
          <a:endParaRPr lang="en-US"/>
        </a:p>
      </dgm:t>
    </dgm:pt>
    <dgm:pt modelId="{537943AD-0770-4295-BDC5-B423979BDD30}" type="pres">
      <dgm:prSet presAssocID="{EDB31C8E-A607-4D77-BD1D-D2F05CAA88B7}" presName="sibTrans" presStyleCnt="0"/>
      <dgm:spPr/>
    </dgm:pt>
    <dgm:pt modelId="{871FCBB1-DE73-4BF5-8E12-1233E92CF60F}" type="pres">
      <dgm:prSet presAssocID="{172AE410-8B6D-4194-8EE1-78C59C051915}" presName="node" presStyleLbl="node1" presStyleIdx="3" presStyleCnt="9" custScaleX="17346" custScaleY="11378" custLinFactNeighborX="-40753" custLinFactNeighborY="-5598">
        <dgm:presLayoutVars>
          <dgm:bulletEnabled val="1"/>
        </dgm:presLayoutVars>
      </dgm:prSet>
      <dgm:spPr/>
      <dgm:t>
        <a:bodyPr/>
        <a:lstStyle/>
        <a:p>
          <a:endParaRPr lang="en-US"/>
        </a:p>
      </dgm:t>
    </dgm:pt>
    <dgm:pt modelId="{CEF58CF2-484A-45AC-9934-12CF3EEF0327}" type="pres">
      <dgm:prSet presAssocID="{5AA26AFF-0372-42E5-AD46-FA20323AC9DE}" presName="sibTrans" presStyleCnt="0"/>
      <dgm:spPr/>
    </dgm:pt>
    <dgm:pt modelId="{2CA3FE27-8392-4B38-9534-5DC2792C1857}" type="pres">
      <dgm:prSet presAssocID="{131C2C68-FE20-49A9-8181-8FC95B737717}" presName="node" presStyleLbl="node1" presStyleIdx="4" presStyleCnt="9" custScaleX="17346" custScaleY="11378" custLinFactNeighborX="61299" custLinFactNeighborY="-33994">
        <dgm:presLayoutVars>
          <dgm:bulletEnabled val="1"/>
        </dgm:presLayoutVars>
      </dgm:prSet>
      <dgm:spPr/>
      <dgm:t>
        <a:bodyPr/>
        <a:lstStyle/>
        <a:p>
          <a:endParaRPr lang="en-US"/>
        </a:p>
      </dgm:t>
    </dgm:pt>
    <dgm:pt modelId="{2F9FE63A-4616-4FC0-B7F5-494229651815}" type="pres">
      <dgm:prSet presAssocID="{33FBBFDC-B1B1-435B-92C8-F4931A7022E0}" presName="sibTrans" presStyleCnt="0"/>
      <dgm:spPr/>
    </dgm:pt>
    <dgm:pt modelId="{2602E2F4-0C6C-4DF2-9340-EA5068F51365}" type="pres">
      <dgm:prSet presAssocID="{C13FEACC-4FA4-406C-95AD-233AA431EA0B}" presName="node" presStyleLbl="node1" presStyleIdx="5" presStyleCnt="9" custScaleX="17346" custScaleY="11378" custLinFactNeighborX="-6806" custLinFactNeighborY="-16371">
        <dgm:presLayoutVars>
          <dgm:bulletEnabled val="1"/>
        </dgm:presLayoutVars>
      </dgm:prSet>
      <dgm:spPr/>
      <dgm:t>
        <a:bodyPr/>
        <a:lstStyle/>
        <a:p>
          <a:endParaRPr lang="en-US"/>
        </a:p>
      </dgm:t>
    </dgm:pt>
    <dgm:pt modelId="{B37BC282-85B7-4E91-A6E4-95F77828D2C6}" type="pres">
      <dgm:prSet presAssocID="{56767C3F-E89D-45BB-801D-4FC9C3EB8B22}" presName="sibTrans" presStyleCnt="0"/>
      <dgm:spPr/>
    </dgm:pt>
    <dgm:pt modelId="{D3A3BFE4-31D3-48F5-A53E-945F2DD4723C}" type="pres">
      <dgm:prSet presAssocID="{F841497A-C4FA-4B29-ACE8-BF5732E8FF89}" presName="node" presStyleLbl="node1" presStyleIdx="6" presStyleCnt="9" custScaleX="17346" custScaleY="11378" custLinFactNeighborX="26416" custLinFactNeighborY="-33642">
        <dgm:presLayoutVars>
          <dgm:bulletEnabled val="1"/>
        </dgm:presLayoutVars>
      </dgm:prSet>
      <dgm:spPr/>
      <dgm:t>
        <a:bodyPr/>
        <a:lstStyle/>
        <a:p>
          <a:endParaRPr lang="en-US"/>
        </a:p>
      </dgm:t>
    </dgm:pt>
    <dgm:pt modelId="{464B7EB5-AD04-4DB8-8D5D-45B06252F579}" type="pres">
      <dgm:prSet presAssocID="{7F103553-6016-4F14-8A5E-EEFDC447AB37}" presName="sibTrans" presStyleCnt="0"/>
      <dgm:spPr/>
    </dgm:pt>
    <dgm:pt modelId="{CD2BEED4-5EAE-4399-9A66-05C4CEEDB6EB}" type="pres">
      <dgm:prSet presAssocID="{E4078A47-5E50-4B5D-9F46-F915FC629C60}" presName="node" presStyleLbl="node1" presStyleIdx="7" presStyleCnt="9" custScaleX="17346" custScaleY="11378" custLinFactNeighborX="-40612" custLinFactNeighborY="-16465">
        <dgm:presLayoutVars>
          <dgm:bulletEnabled val="1"/>
        </dgm:presLayoutVars>
      </dgm:prSet>
      <dgm:spPr/>
      <dgm:t>
        <a:bodyPr/>
        <a:lstStyle/>
        <a:p>
          <a:endParaRPr lang="en-US"/>
        </a:p>
      </dgm:t>
    </dgm:pt>
    <dgm:pt modelId="{19737475-CC01-40E4-A817-39E04D604909}" type="pres">
      <dgm:prSet presAssocID="{003E0ED7-330B-456C-A417-324BA25F37C6}" presName="sibTrans" presStyleCnt="0"/>
      <dgm:spPr/>
    </dgm:pt>
    <dgm:pt modelId="{E40107A6-247D-4C73-BA82-AB6B73450022}" type="pres">
      <dgm:prSet presAssocID="{CA71E514-68A9-48DD-AD67-FF3624EEE7CC}" presName="node" presStyleLbl="node1" presStyleIdx="8" presStyleCnt="9" custScaleX="17346" custScaleY="11378" custLinFactNeighborX="-20410" custLinFactNeighborY="-62038">
        <dgm:presLayoutVars>
          <dgm:bulletEnabled val="1"/>
        </dgm:presLayoutVars>
      </dgm:prSet>
      <dgm:spPr/>
      <dgm:t>
        <a:bodyPr/>
        <a:lstStyle/>
        <a:p>
          <a:endParaRPr lang="en-US"/>
        </a:p>
      </dgm:t>
    </dgm:pt>
  </dgm:ptLst>
  <dgm:cxnLst>
    <dgm:cxn modelId="{CE2F3744-7520-4EA1-9C22-358E7FE5C8CF}" type="presOf" srcId="{9774C327-1A65-4E9B-A066-E8A868AA3C9A}" destId="{D2B249A6-0946-4DD3-96AD-ABFD1324FB28}" srcOrd="0" destOrd="0" presId="urn:microsoft.com/office/officeart/2005/8/layout/default#1"/>
    <dgm:cxn modelId="{E770C87E-AF54-4CF5-8C17-EC00A0A137AC}" srcId="{4DCE53AB-EF39-4315-B9B9-523ACAACCFD9}" destId="{E4078A47-5E50-4B5D-9F46-F915FC629C60}" srcOrd="7" destOrd="0" parTransId="{7443D746-67B9-4E3F-AF8A-E8E7C9EBAF61}" sibTransId="{003E0ED7-330B-456C-A417-324BA25F37C6}"/>
    <dgm:cxn modelId="{064E124E-6ED5-4A36-A410-5E19B3FD5940}" srcId="{4DCE53AB-EF39-4315-B9B9-523ACAACCFD9}" destId="{131C2C68-FE20-49A9-8181-8FC95B737717}" srcOrd="4" destOrd="0" parTransId="{E7025FA3-1639-42D8-9A94-175BEF5EE22A}" sibTransId="{33FBBFDC-B1B1-435B-92C8-F4931A7022E0}"/>
    <dgm:cxn modelId="{70E199B5-DEC9-4008-8A1A-597606A801EC}" srcId="{4DCE53AB-EF39-4315-B9B9-523ACAACCFD9}" destId="{CA71E514-68A9-48DD-AD67-FF3624EEE7CC}" srcOrd="8" destOrd="0" parTransId="{BE4204B7-3B45-46F3-B916-1946C2DE9EA0}" sibTransId="{D5E8B2AD-BF65-4C8A-B2D6-629ABE736267}"/>
    <dgm:cxn modelId="{30FFAC13-B53C-45FF-8C13-BAFE732C5A03}" type="presOf" srcId="{131C2C68-FE20-49A9-8181-8FC95B737717}" destId="{2CA3FE27-8392-4B38-9534-5DC2792C1857}" srcOrd="0" destOrd="0" presId="urn:microsoft.com/office/officeart/2005/8/layout/default#1"/>
    <dgm:cxn modelId="{B2FD9CB6-80CB-4E6E-A220-CA02CCC624BE}" srcId="{4DCE53AB-EF39-4315-B9B9-523ACAACCFD9}" destId="{9774C327-1A65-4E9B-A066-E8A868AA3C9A}" srcOrd="0" destOrd="0" parTransId="{AEE77A87-C4A8-46A3-AD6A-B84AEC029BF9}" sibTransId="{191764EB-3CC0-4820-B905-BE358D2D5C5D}"/>
    <dgm:cxn modelId="{555E8D59-265D-432F-A8A5-B7DBA4E061F7}" srcId="{4DCE53AB-EF39-4315-B9B9-523ACAACCFD9}" destId="{F841497A-C4FA-4B29-ACE8-BF5732E8FF89}" srcOrd="6" destOrd="0" parTransId="{9CFC665E-5B5C-471C-8FF9-55D55171308F}" sibTransId="{7F103553-6016-4F14-8A5E-EEFDC447AB37}"/>
    <dgm:cxn modelId="{EA709FD5-147C-4F35-98C5-50BB9B436501}" srcId="{4DCE53AB-EF39-4315-B9B9-523ACAACCFD9}" destId="{C13FEACC-4FA4-406C-95AD-233AA431EA0B}" srcOrd="5" destOrd="0" parTransId="{08D5D92D-A183-4380-A409-BAE0697EF2D0}" sibTransId="{56767C3F-E89D-45BB-801D-4FC9C3EB8B22}"/>
    <dgm:cxn modelId="{EC89887E-482C-49B6-9BCD-B0944AAAA57B}" type="presOf" srcId="{5F7C05BE-93E7-4545-937A-666735F6AFBC}" destId="{501EF3F7-5FEF-4D5C-86DF-ACCBBA899D7C}" srcOrd="0" destOrd="0" presId="urn:microsoft.com/office/officeart/2005/8/layout/default#1"/>
    <dgm:cxn modelId="{9F222114-08B7-49A2-BC88-798CA51973DD}" type="presOf" srcId="{4DCE53AB-EF39-4315-B9B9-523ACAACCFD9}" destId="{04D795D7-0944-4453-8EC8-C38197CDDD8B}" srcOrd="0" destOrd="0" presId="urn:microsoft.com/office/officeart/2005/8/layout/default#1"/>
    <dgm:cxn modelId="{561F2898-2392-4C5D-B099-524767D92875}" type="presOf" srcId="{47E100F2-DCDC-4EF9-9B76-625261436AFF}" destId="{7115900B-3C36-4835-B9EB-1312481FEED2}" srcOrd="0" destOrd="0" presId="urn:microsoft.com/office/officeart/2005/8/layout/default#1"/>
    <dgm:cxn modelId="{7B14F603-6FCE-4F7F-B056-E4DA3948DA3E}" srcId="{4DCE53AB-EF39-4315-B9B9-523ACAACCFD9}" destId="{172AE410-8B6D-4194-8EE1-78C59C051915}" srcOrd="3" destOrd="0" parTransId="{9B8FC311-0621-444C-BE00-EF48F0384DE9}" sibTransId="{5AA26AFF-0372-42E5-AD46-FA20323AC9DE}"/>
    <dgm:cxn modelId="{4BE4FF8F-0ADF-46DC-94F7-B2941B7AF755}" type="presOf" srcId="{C13FEACC-4FA4-406C-95AD-233AA431EA0B}" destId="{2602E2F4-0C6C-4DF2-9340-EA5068F51365}" srcOrd="0" destOrd="0" presId="urn:microsoft.com/office/officeart/2005/8/layout/default#1"/>
    <dgm:cxn modelId="{49C830D4-DEE7-4A3C-BCAB-83A9FBDC02D8}" srcId="{4DCE53AB-EF39-4315-B9B9-523ACAACCFD9}" destId="{5F7C05BE-93E7-4545-937A-666735F6AFBC}" srcOrd="2" destOrd="0" parTransId="{F1E264C4-0A08-4CA6-A248-FC54722332E5}" sibTransId="{EDB31C8E-A607-4D77-BD1D-D2F05CAA88B7}"/>
    <dgm:cxn modelId="{E2BD3140-B059-4554-B652-9FDDC74516BD}" type="presOf" srcId="{CA71E514-68A9-48DD-AD67-FF3624EEE7CC}" destId="{E40107A6-247D-4C73-BA82-AB6B73450022}" srcOrd="0" destOrd="0" presId="urn:microsoft.com/office/officeart/2005/8/layout/default#1"/>
    <dgm:cxn modelId="{8385F45D-7F3A-49FF-928C-3D55E0D1A7F1}" type="presOf" srcId="{F841497A-C4FA-4B29-ACE8-BF5732E8FF89}" destId="{D3A3BFE4-31D3-48F5-A53E-945F2DD4723C}" srcOrd="0" destOrd="0" presId="urn:microsoft.com/office/officeart/2005/8/layout/default#1"/>
    <dgm:cxn modelId="{34FB4696-E880-4983-90EF-194AE0D61623}" srcId="{4DCE53AB-EF39-4315-B9B9-523ACAACCFD9}" destId="{47E100F2-DCDC-4EF9-9B76-625261436AFF}" srcOrd="1" destOrd="0" parTransId="{B36C034F-D46B-4722-B91E-6C0561F009D8}" sibTransId="{45E3C4F0-B135-4C3C-98FF-84EEFDA951E5}"/>
    <dgm:cxn modelId="{06E6D212-FD12-4A66-A735-68BEF45092C3}" type="presOf" srcId="{E4078A47-5E50-4B5D-9F46-F915FC629C60}" destId="{CD2BEED4-5EAE-4399-9A66-05C4CEEDB6EB}" srcOrd="0" destOrd="0" presId="urn:microsoft.com/office/officeart/2005/8/layout/default#1"/>
    <dgm:cxn modelId="{96E3E899-DB4A-4A15-822A-38A5275B9D51}" type="presOf" srcId="{172AE410-8B6D-4194-8EE1-78C59C051915}" destId="{871FCBB1-DE73-4BF5-8E12-1233E92CF60F}" srcOrd="0" destOrd="0" presId="urn:microsoft.com/office/officeart/2005/8/layout/default#1"/>
    <dgm:cxn modelId="{60A5AF49-D24E-4822-9F19-5C6F1A689A5E}" type="presParOf" srcId="{04D795D7-0944-4453-8EC8-C38197CDDD8B}" destId="{D2B249A6-0946-4DD3-96AD-ABFD1324FB28}" srcOrd="0" destOrd="0" presId="urn:microsoft.com/office/officeart/2005/8/layout/default#1"/>
    <dgm:cxn modelId="{CDAC8080-C4C7-4159-9C7A-195D868D176B}" type="presParOf" srcId="{04D795D7-0944-4453-8EC8-C38197CDDD8B}" destId="{7A36EAF2-671A-48B6-A111-5EA51BA738B5}" srcOrd="1" destOrd="0" presId="urn:microsoft.com/office/officeart/2005/8/layout/default#1"/>
    <dgm:cxn modelId="{9EEC14F0-3C27-423F-86DB-E12421EE109A}" type="presParOf" srcId="{04D795D7-0944-4453-8EC8-C38197CDDD8B}" destId="{7115900B-3C36-4835-B9EB-1312481FEED2}" srcOrd="2" destOrd="0" presId="urn:microsoft.com/office/officeart/2005/8/layout/default#1"/>
    <dgm:cxn modelId="{DCF083ED-0F0A-497B-8ED7-99592D470A0B}" type="presParOf" srcId="{04D795D7-0944-4453-8EC8-C38197CDDD8B}" destId="{D2668D0F-4F0B-42A8-8026-D7A037E9B62A}" srcOrd="3" destOrd="0" presId="urn:microsoft.com/office/officeart/2005/8/layout/default#1"/>
    <dgm:cxn modelId="{22832ACB-B7D1-435A-B369-BE5D77A815EF}" type="presParOf" srcId="{04D795D7-0944-4453-8EC8-C38197CDDD8B}" destId="{501EF3F7-5FEF-4D5C-86DF-ACCBBA899D7C}" srcOrd="4" destOrd="0" presId="urn:microsoft.com/office/officeart/2005/8/layout/default#1"/>
    <dgm:cxn modelId="{199943CF-6586-4396-ABEC-4F64084A1CFF}" type="presParOf" srcId="{04D795D7-0944-4453-8EC8-C38197CDDD8B}" destId="{537943AD-0770-4295-BDC5-B423979BDD30}" srcOrd="5" destOrd="0" presId="urn:microsoft.com/office/officeart/2005/8/layout/default#1"/>
    <dgm:cxn modelId="{D5330904-26BB-49C1-900D-1BCBE4A8BE6F}" type="presParOf" srcId="{04D795D7-0944-4453-8EC8-C38197CDDD8B}" destId="{871FCBB1-DE73-4BF5-8E12-1233E92CF60F}" srcOrd="6" destOrd="0" presId="urn:microsoft.com/office/officeart/2005/8/layout/default#1"/>
    <dgm:cxn modelId="{F8C3308F-79DB-4325-A7C7-76AEB9999D09}" type="presParOf" srcId="{04D795D7-0944-4453-8EC8-C38197CDDD8B}" destId="{CEF58CF2-484A-45AC-9934-12CF3EEF0327}" srcOrd="7" destOrd="0" presId="urn:microsoft.com/office/officeart/2005/8/layout/default#1"/>
    <dgm:cxn modelId="{8A110EE5-08A0-4904-9648-91179D381E5E}" type="presParOf" srcId="{04D795D7-0944-4453-8EC8-C38197CDDD8B}" destId="{2CA3FE27-8392-4B38-9534-5DC2792C1857}" srcOrd="8" destOrd="0" presId="urn:microsoft.com/office/officeart/2005/8/layout/default#1"/>
    <dgm:cxn modelId="{7059ACEE-405D-4941-B202-1999BF66C38B}" type="presParOf" srcId="{04D795D7-0944-4453-8EC8-C38197CDDD8B}" destId="{2F9FE63A-4616-4FC0-B7F5-494229651815}" srcOrd="9" destOrd="0" presId="urn:microsoft.com/office/officeart/2005/8/layout/default#1"/>
    <dgm:cxn modelId="{7B8CFCB5-B247-465C-9F8A-24F594A4AD82}" type="presParOf" srcId="{04D795D7-0944-4453-8EC8-C38197CDDD8B}" destId="{2602E2F4-0C6C-4DF2-9340-EA5068F51365}" srcOrd="10" destOrd="0" presId="urn:microsoft.com/office/officeart/2005/8/layout/default#1"/>
    <dgm:cxn modelId="{FC21507F-42BA-49FC-993F-652C190B284A}" type="presParOf" srcId="{04D795D7-0944-4453-8EC8-C38197CDDD8B}" destId="{B37BC282-85B7-4E91-A6E4-95F77828D2C6}" srcOrd="11" destOrd="0" presId="urn:microsoft.com/office/officeart/2005/8/layout/default#1"/>
    <dgm:cxn modelId="{F78569BE-1B9B-45DE-9D6D-4A19360F9A4C}" type="presParOf" srcId="{04D795D7-0944-4453-8EC8-C38197CDDD8B}" destId="{D3A3BFE4-31D3-48F5-A53E-945F2DD4723C}" srcOrd="12" destOrd="0" presId="urn:microsoft.com/office/officeart/2005/8/layout/default#1"/>
    <dgm:cxn modelId="{0404EC2F-FAA4-4363-85FC-F481492F3CC8}" type="presParOf" srcId="{04D795D7-0944-4453-8EC8-C38197CDDD8B}" destId="{464B7EB5-AD04-4DB8-8D5D-45B06252F579}" srcOrd="13" destOrd="0" presId="urn:microsoft.com/office/officeart/2005/8/layout/default#1"/>
    <dgm:cxn modelId="{92A6C1F2-EED1-4DFF-AC7C-5725120D158D}" type="presParOf" srcId="{04D795D7-0944-4453-8EC8-C38197CDDD8B}" destId="{CD2BEED4-5EAE-4399-9A66-05C4CEEDB6EB}" srcOrd="14" destOrd="0" presId="urn:microsoft.com/office/officeart/2005/8/layout/default#1"/>
    <dgm:cxn modelId="{71E1C7BA-7950-4260-ACE0-83D53630305F}" type="presParOf" srcId="{04D795D7-0944-4453-8EC8-C38197CDDD8B}" destId="{19737475-CC01-40E4-A817-39E04D604909}" srcOrd="15" destOrd="0" presId="urn:microsoft.com/office/officeart/2005/8/layout/default#1"/>
    <dgm:cxn modelId="{7C54755C-A7A2-4411-9990-0F5071DA99B5}" type="presParOf" srcId="{04D795D7-0944-4453-8EC8-C38197CDDD8B}" destId="{E40107A6-247D-4C73-BA82-AB6B73450022}" srcOrd="16"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696D86-E1CD-4028-B509-405DFFC944D5}">
      <dsp:nvSpPr>
        <dsp:cNvPr id="0" name=""/>
        <dsp:cNvSpPr/>
      </dsp:nvSpPr>
      <dsp:spPr>
        <a:xfrm rot="16200000">
          <a:off x="-1333491" y="1333491"/>
          <a:ext cx="4824536" cy="2157552"/>
        </a:xfrm>
        <a:prstGeom prst="flowChartManualOperati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0" tIns="0" rIns="228600" bIns="0" numCol="1" spcCol="1270" anchor="ctr" anchorCtr="0">
          <a:noAutofit/>
        </a:bodyPr>
        <a:lstStyle/>
        <a:p>
          <a:pPr lvl="0" algn="ctr" defTabSz="2889250">
            <a:lnSpc>
              <a:spcPct val="90000"/>
            </a:lnSpc>
            <a:spcBef>
              <a:spcPct val="0"/>
            </a:spcBef>
            <a:spcAft>
              <a:spcPct val="35000"/>
            </a:spcAft>
          </a:pPr>
          <a:r>
            <a:rPr lang="en-US" kern="1200" dirty="0" smtClean="0"/>
            <a:t>Reporting</a:t>
          </a:r>
        </a:p>
        <a:p>
          <a:pPr lvl="0" algn="ctr" defTabSz="2889250">
            <a:lnSpc>
              <a:spcPct val="90000"/>
            </a:lnSpc>
            <a:spcBef>
              <a:spcPct val="0"/>
            </a:spcBef>
            <a:spcAft>
              <a:spcPct val="35000"/>
            </a:spcAft>
          </a:pPr>
          <a:r>
            <a:rPr lang="en-US" sz="1200" kern="1200" dirty="0" smtClean="0">
              <a:latin typeface="+mn-lt"/>
              <a:cs typeface="Times New Roman" pitchFamily="18" charset="0"/>
            </a:rPr>
            <a:t>Provides access to a complete list of self-serve report types, is adaptable to any data source and operates from a single metadata layer for a variety of benefits such as multilingual reporting, ad hoc query, and scheduling and bursting.</a:t>
          </a:r>
        </a:p>
      </dsp:txBody>
      <dsp:txXfrm rot="5400000">
        <a:off x="1" y="964906"/>
        <a:ext cx="2157552" cy="2894722"/>
      </dsp:txXfrm>
    </dsp:sp>
    <dsp:sp modelId="{10046119-C54F-4DF3-874D-3058A6D47D90}">
      <dsp:nvSpPr>
        <dsp:cNvPr id="0" name=""/>
        <dsp:cNvSpPr/>
      </dsp:nvSpPr>
      <dsp:spPr>
        <a:xfrm rot="16200000">
          <a:off x="988075" y="1333491"/>
          <a:ext cx="4824536" cy="2157552"/>
        </a:xfrm>
        <a:prstGeom prst="flowChartManualOperation">
          <a:avLst/>
        </a:prstGeom>
        <a:gradFill rotWithShape="0">
          <a:gsLst>
            <a:gs pos="0">
              <a:schemeClr val="accent4">
                <a:hueOff val="4131811"/>
                <a:satOff val="-5202"/>
                <a:lumOff val="-392"/>
                <a:alphaOff val="0"/>
                <a:shade val="51000"/>
                <a:satMod val="130000"/>
              </a:schemeClr>
            </a:gs>
            <a:gs pos="80000">
              <a:schemeClr val="accent4">
                <a:hueOff val="4131811"/>
                <a:satOff val="-5202"/>
                <a:lumOff val="-392"/>
                <a:alphaOff val="0"/>
                <a:shade val="93000"/>
                <a:satMod val="130000"/>
              </a:schemeClr>
            </a:gs>
            <a:gs pos="100000">
              <a:schemeClr val="accent4">
                <a:hueOff val="4131811"/>
                <a:satOff val="-5202"/>
                <a:lumOff val="-39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0" tIns="0" rIns="228600" bIns="0" numCol="1" spcCol="1270" anchor="ctr" anchorCtr="0">
          <a:noAutofit/>
        </a:bodyPr>
        <a:lstStyle/>
        <a:p>
          <a:pPr lvl="0" algn="ctr" defTabSz="2889250">
            <a:lnSpc>
              <a:spcPct val="90000"/>
            </a:lnSpc>
            <a:spcBef>
              <a:spcPct val="0"/>
            </a:spcBef>
            <a:spcAft>
              <a:spcPct val="35000"/>
            </a:spcAft>
          </a:pPr>
          <a:r>
            <a:rPr lang="en-US" kern="1200" dirty="0" smtClean="0"/>
            <a:t>Analysis</a:t>
          </a:r>
        </a:p>
        <a:p>
          <a:pPr lvl="0" algn="ctr" defTabSz="2889250">
            <a:lnSpc>
              <a:spcPct val="90000"/>
            </a:lnSpc>
            <a:spcBef>
              <a:spcPct val="0"/>
            </a:spcBef>
            <a:spcAft>
              <a:spcPct val="35000"/>
            </a:spcAft>
          </a:pPr>
          <a:r>
            <a:rPr lang="en-US" sz="1200" kern="1200" dirty="0" smtClean="0">
              <a:latin typeface="+mn-lt"/>
              <a:cs typeface="Times New Roman" pitchFamily="18" charset="0"/>
            </a:rPr>
            <a:t>Enables the guided exploration of information that pertains to all dimensions of your business, regardless of where the data is stored. Analyze and report against online analytical processing (OLAP) and dimensionally aware relational sources. </a:t>
          </a:r>
          <a:endParaRPr lang="en-US" sz="1600" kern="1200" dirty="0">
            <a:latin typeface="+mn-lt"/>
            <a:cs typeface="Times New Roman" pitchFamily="18" charset="0"/>
          </a:endParaRPr>
        </a:p>
      </dsp:txBody>
      <dsp:txXfrm rot="5400000">
        <a:off x="2321567" y="964906"/>
        <a:ext cx="2157552" cy="2894722"/>
      </dsp:txXfrm>
    </dsp:sp>
    <dsp:sp modelId="{3496B004-7D26-4C07-80FA-FCF4C83B1F2F}">
      <dsp:nvSpPr>
        <dsp:cNvPr id="0" name=""/>
        <dsp:cNvSpPr/>
      </dsp:nvSpPr>
      <dsp:spPr>
        <a:xfrm rot="16200000">
          <a:off x="3307443" y="1333491"/>
          <a:ext cx="4824536" cy="2157552"/>
        </a:xfrm>
        <a:prstGeom prst="flowChartManualOperation">
          <a:avLst/>
        </a:prstGeom>
        <a:gradFill rotWithShape="0">
          <a:gsLst>
            <a:gs pos="0">
              <a:schemeClr val="accent4">
                <a:hueOff val="8263622"/>
                <a:satOff val="-10404"/>
                <a:lumOff val="-783"/>
                <a:alphaOff val="0"/>
                <a:shade val="51000"/>
                <a:satMod val="130000"/>
              </a:schemeClr>
            </a:gs>
            <a:gs pos="80000">
              <a:schemeClr val="accent4">
                <a:hueOff val="8263622"/>
                <a:satOff val="-10404"/>
                <a:lumOff val="-783"/>
                <a:alphaOff val="0"/>
                <a:shade val="93000"/>
                <a:satMod val="130000"/>
              </a:schemeClr>
            </a:gs>
            <a:gs pos="100000">
              <a:schemeClr val="accent4">
                <a:hueOff val="8263622"/>
                <a:satOff val="-10404"/>
                <a:lumOff val="-78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0" tIns="0" rIns="228600" bIns="0" numCol="1" spcCol="1270" anchor="ctr" anchorCtr="0">
          <a:noAutofit/>
        </a:bodyPr>
        <a:lstStyle/>
        <a:p>
          <a:pPr lvl="0" algn="ctr" defTabSz="2889250">
            <a:lnSpc>
              <a:spcPct val="90000"/>
            </a:lnSpc>
            <a:spcBef>
              <a:spcPct val="0"/>
            </a:spcBef>
            <a:spcAft>
              <a:spcPct val="35000"/>
            </a:spcAft>
          </a:pPr>
          <a:r>
            <a:rPr lang="en-US" kern="1200" dirty="0" smtClean="0"/>
            <a:t>Dashboards</a:t>
          </a:r>
        </a:p>
        <a:p>
          <a:pPr lvl="0" algn="ctr" defTabSz="2889250">
            <a:lnSpc>
              <a:spcPct val="90000"/>
            </a:lnSpc>
            <a:spcBef>
              <a:spcPct val="0"/>
            </a:spcBef>
            <a:spcAft>
              <a:spcPct val="35000"/>
            </a:spcAft>
          </a:pPr>
          <a:r>
            <a:rPr lang="en-US" sz="1200" kern="1200" dirty="0" smtClean="0">
              <a:latin typeface="+mn-lt"/>
              <a:cs typeface="Times New Roman" pitchFamily="18" charset="0"/>
            </a:rPr>
            <a:t>Business dashboards communicate complex information quickly. They translate information from your various corporate systems and data into visually rich presentations using gauges, maps, charts and other graphical elements to show multiple results together.  </a:t>
          </a:r>
          <a:endParaRPr lang="en-US" sz="1600" kern="1200" dirty="0">
            <a:latin typeface="+mn-lt"/>
            <a:cs typeface="Times New Roman" pitchFamily="18" charset="0"/>
          </a:endParaRPr>
        </a:p>
      </dsp:txBody>
      <dsp:txXfrm rot="5400000">
        <a:off x="4640935" y="964906"/>
        <a:ext cx="2157552" cy="2894722"/>
      </dsp:txXfrm>
    </dsp:sp>
    <dsp:sp modelId="{FA2453B0-E9AE-4B50-AD70-4FD2A5C0AE92}">
      <dsp:nvSpPr>
        <dsp:cNvPr id="0" name=""/>
        <dsp:cNvSpPr/>
      </dsp:nvSpPr>
      <dsp:spPr>
        <a:xfrm rot="16200000">
          <a:off x="5626812" y="1333491"/>
          <a:ext cx="4824536" cy="2157552"/>
        </a:xfrm>
        <a:prstGeom prst="flowChartManualOperation">
          <a:avLst/>
        </a:prstGeom>
        <a:gradFill rotWithShape="0">
          <a:gsLst>
            <a:gs pos="0">
              <a:schemeClr val="accent4">
                <a:hueOff val="12395433"/>
                <a:satOff val="-15606"/>
                <a:lumOff val="-1175"/>
                <a:alphaOff val="0"/>
                <a:shade val="51000"/>
                <a:satMod val="130000"/>
              </a:schemeClr>
            </a:gs>
            <a:gs pos="80000">
              <a:schemeClr val="accent4">
                <a:hueOff val="12395433"/>
                <a:satOff val="-15606"/>
                <a:lumOff val="-1175"/>
                <a:alphaOff val="0"/>
                <a:shade val="93000"/>
                <a:satMod val="130000"/>
              </a:schemeClr>
            </a:gs>
            <a:gs pos="100000">
              <a:schemeClr val="accent4">
                <a:hueOff val="12395433"/>
                <a:satOff val="-15606"/>
                <a:lumOff val="-117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0" tIns="0" rIns="228600" bIns="0" numCol="1" spcCol="1270" anchor="ctr" anchorCtr="0">
          <a:noAutofit/>
        </a:bodyPr>
        <a:lstStyle/>
        <a:p>
          <a:pPr lvl="0" algn="ctr" defTabSz="2889250">
            <a:lnSpc>
              <a:spcPct val="90000"/>
            </a:lnSpc>
            <a:spcBef>
              <a:spcPct val="0"/>
            </a:spcBef>
            <a:spcAft>
              <a:spcPct val="35000"/>
            </a:spcAft>
          </a:pPr>
          <a:r>
            <a:rPr lang="en-US" kern="1200" dirty="0" smtClean="0"/>
            <a:t>Scorecarding</a:t>
          </a:r>
        </a:p>
        <a:p>
          <a:pPr lvl="0" algn="ctr" defTabSz="2889250">
            <a:lnSpc>
              <a:spcPct val="90000"/>
            </a:lnSpc>
            <a:spcBef>
              <a:spcPct val="0"/>
            </a:spcBef>
            <a:spcAft>
              <a:spcPct val="35000"/>
            </a:spcAft>
          </a:pPr>
          <a:r>
            <a:rPr lang="en-US" sz="1200" kern="1200" dirty="0" smtClean="0">
              <a:latin typeface="+mn-lt"/>
              <a:cs typeface="Times New Roman" pitchFamily="18" charset="0"/>
            </a:rPr>
            <a:t>Enables you to align your teams and tactics with strategy, communicate goals consistently, and monitor performance against targets.</a:t>
          </a:r>
          <a:endParaRPr lang="en-US" sz="1900" kern="1200" dirty="0">
            <a:latin typeface="+mn-lt"/>
            <a:cs typeface="Times New Roman" pitchFamily="18" charset="0"/>
          </a:endParaRPr>
        </a:p>
      </dsp:txBody>
      <dsp:txXfrm rot="5400000">
        <a:off x="6960304" y="964906"/>
        <a:ext cx="2157552" cy="28947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smtClean="0">
                <a:latin typeface="Arial" pitchFamily="34" charset="0"/>
                <a:cs typeface="Arial" pitchFamily="34" charset="0"/>
              </a:rPr>
              <a:t>© 2012 Capgemini. All </a:t>
            </a:r>
            <a:r>
              <a:rPr lang="de-DE" sz="800" dirty="0" err="1" smtClean="0">
                <a:latin typeface="Arial" pitchFamily="34" charset="0"/>
                <a:cs typeface="Arial" pitchFamily="34" charset="0"/>
              </a:rPr>
              <a:t>rights</a:t>
            </a:r>
            <a:r>
              <a:rPr lang="de-DE" sz="800" dirty="0" smtClean="0">
                <a:latin typeface="Arial" pitchFamily="34" charset="0"/>
                <a:cs typeface="Arial" pitchFamily="34" charset="0"/>
              </a:rPr>
              <a:t> </a:t>
            </a:r>
            <a:r>
              <a:rPr lang="de-DE" sz="800" dirty="0" err="1" smtClean="0">
                <a:latin typeface="Arial" pitchFamily="34" charset="0"/>
                <a:cs typeface="Arial" pitchFamily="34" charset="0"/>
              </a:rPr>
              <a:t>reserved</a:t>
            </a:r>
            <a:r>
              <a:rPr lang="de-DE" sz="800" dirty="0" smtClean="0">
                <a:latin typeface="Arial" pitchFamily="34" charset="0"/>
                <a:cs typeface="Arial" pitchFamily="34" charset="0"/>
              </a:rPr>
              <a:t>.</a:t>
            </a:r>
            <a:endParaRPr lang="de-DE" sz="800" dirty="0">
              <a:latin typeface="Arial" pitchFamily="34" charset="0"/>
              <a:cs typeface="Arial" pitchFamily="34" charset="0"/>
            </a:endParaRP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p14="http://schemas.microsoft.com/office/powerpoint/2010/main" val="3450032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dirty="0"/>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8/8/2016</a:t>
            </a:fld>
            <a:endParaRPr lang="en-US" dirty="0"/>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dirty="0"/>
          </a:p>
        </p:txBody>
      </p:sp>
    </p:spTree>
    <p:extLst>
      <p:ext uri="{BB962C8B-B14F-4D97-AF65-F5344CB8AC3E}">
        <p14:creationId xmlns:p14="http://schemas.microsoft.com/office/powerpoint/2010/main" val="3773016071"/>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41363"/>
            <a:ext cx="5346700" cy="37020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0C4991-3814-4780-AE5A-2EEF7EF9798D}" type="slidenum">
              <a:rPr lang="en-GB" smtClean="0"/>
              <a:pPr>
                <a:defRPr/>
              </a:pPr>
              <a:t>2</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0C4991-3814-4780-AE5A-2EEF7EF9798D}" type="slidenum">
              <a:rPr lang="en-GB" smtClean="0"/>
              <a:pPr>
                <a:defRPr/>
              </a:pPr>
              <a:t>3</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242" name="Rectangle 7"/>
          <p:cNvSpPr>
            <a:spLocks noGrp="1" noChangeArrowheads="1"/>
          </p:cNvSpPr>
          <p:nvPr>
            <p:ph type="sldNum" sz="quarter"/>
          </p:nvPr>
        </p:nvSpPr>
        <p:spPr>
          <a:noFill/>
        </p:spPr>
        <p:txBody>
          <a:bodyPr/>
          <a:lstStyle/>
          <a:p>
            <a:fld id="{F7B365C0-B301-4294-B567-0B3FC6A8DDA6}" type="slidenum">
              <a:rPr lang="en-US">
                <a:ea typeface="MS Gothic" pitchFamily="49" charset="-128"/>
              </a:rPr>
              <a:pPr/>
              <a:t>4</a:t>
            </a:fld>
            <a:endParaRPr lang="en-US">
              <a:ea typeface="MS Gothic" pitchFamily="49" charset="-128"/>
            </a:endParaRPr>
          </a:p>
        </p:txBody>
      </p:sp>
      <p:sp>
        <p:nvSpPr>
          <p:cNvPr id="138243"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38244"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0C4991-3814-4780-AE5A-2EEF7EF9798D}" type="slidenum">
              <a:rPr lang="en-GB" smtClean="0"/>
              <a:pPr>
                <a:defRPr/>
              </a:pPr>
              <a:t>5</a:t>
            </a:fld>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242" name="Rectangle 7"/>
          <p:cNvSpPr>
            <a:spLocks noGrp="1" noChangeArrowheads="1"/>
          </p:cNvSpPr>
          <p:nvPr>
            <p:ph type="sldNum" sz="quarter"/>
          </p:nvPr>
        </p:nvSpPr>
        <p:spPr>
          <a:noFill/>
        </p:spPr>
        <p:txBody>
          <a:bodyPr/>
          <a:lstStyle/>
          <a:p>
            <a:fld id="{F7B365C0-B301-4294-B567-0B3FC6A8DDA6}" type="slidenum">
              <a:rPr lang="en-US">
                <a:ea typeface="MS Gothic" pitchFamily="49" charset="-128"/>
              </a:rPr>
              <a:pPr/>
              <a:t>6</a:t>
            </a:fld>
            <a:endParaRPr lang="en-US">
              <a:ea typeface="MS Gothic" pitchFamily="49" charset="-128"/>
            </a:endParaRPr>
          </a:p>
        </p:txBody>
      </p:sp>
      <p:sp>
        <p:nvSpPr>
          <p:cNvPr id="138243"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38244"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314" name="Rectangle 7"/>
          <p:cNvSpPr>
            <a:spLocks noGrp="1" noChangeArrowheads="1"/>
          </p:cNvSpPr>
          <p:nvPr>
            <p:ph type="sldNum" sz="quarter"/>
          </p:nvPr>
        </p:nvSpPr>
        <p:spPr>
          <a:noFill/>
        </p:spPr>
        <p:txBody>
          <a:bodyPr/>
          <a:lstStyle/>
          <a:p>
            <a:fld id="{FA7BEA51-A845-45D8-8459-FEFAEAE04F5A}" type="slidenum">
              <a:rPr lang="en-US">
                <a:ea typeface="MS Gothic" pitchFamily="49" charset="-128"/>
              </a:rPr>
              <a:pPr/>
              <a:t>7</a:t>
            </a:fld>
            <a:endParaRPr lang="en-US">
              <a:ea typeface="MS Gothic" pitchFamily="49" charset="-128"/>
            </a:endParaRPr>
          </a:p>
        </p:txBody>
      </p:sp>
      <p:sp>
        <p:nvSpPr>
          <p:cNvPr id="14131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F7AB154-49FF-4ED7-A9EE-CD8F18E0001F}"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a:t>
            </a:fld>
            <a:endParaRPr lang="en-US" sz="1200">
              <a:solidFill>
                <a:srgbClr val="000000"/>
              </a:solidFill>
              <a:latin typeface="Times New Roman" pitchFamily="18" charset="0"/>
            </a:endParaRPr>
          </a:p>
        </p:txBody>
      </p:sp>
      <p:sp>
        <p:nvSpPr>
          <p:cNvPr id="141316" name="Text Box 2"/>
          <p:cNvSpPr txBox="1">
            <a:spLocks noChangeArrowheads="1"/>
          </p:cNvSpPr>
          <p:nvPr/>
        </p:nvSpPr>
        <p:spPr bwMode="auto">
          <a:xfrm>
            <a:off x="1134520"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41317" name="Text Box 3"/>
          <p:cNvSpPr txBox="1">
            <a:spLocks noGrp="1" noChangeArrowheads="1"/>
          </p:cNvSpPr>
          <p:nvPr>
            <p:ph type="body"/>
          </p:nvPr>
        </p:nvSpPr>
        <p:spPr>
          <a:xfrm>
            <a:off x="906358" y="4688556"/>
            <a:ext cx="4984961" cy="5639980"/>
          </a:xfrm>
          <a:noFill/>
          <a:ln/>
        </p:spPr>
        <p:txBody>
          <a:bodyPr lIns="90360" tIns="45000" rIns="90360" bIns="45000"/>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dirty="0" smtClean="0">
              <a:ea typeface="MS Gothic" pitchFamily="49"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338" name="Rectangle 7"/>
          <p:cNvSpPr>
            <a:spLocks noGrp="1" noChangeArrowheads="1"/>
          </p:cNvSpPr>
          <p:nvPr>
            <p:ph type="sldNum" sz="quarter"/>
          </p:nvPr>
        </p:nvSpPr>
        <p:spPr>
          <a:noFill/>
        </p:spPr>
        <p:txBody>
          <a:bodyPr/>
          <a:lstStyle/>
          <a:p>
            <a:fld id="{A287A582-42DE-4A2E-93AA-D93F6354D8AF}" type="slidenum">
              <a:rPr lang="en-US">
                <a:ea typeface="MS Gothic" pitchFamily="49" charset="-128"/>
              </a:rPr>
              <a:pPr/>
              <a:t>8</a:t>
            </a:fld>
            <a:endParaRPr lang="en-US">
              <a:ea typeface="MS Gothic" pitchFamily="49" charset="-128"/>
            </a:endParaRPr>
          </a:p>
        </p:txBody>
      </p:sp>
      <p:sp>
        <p:nvSpPr>
          <p:cNvPr id="142339" name="Text Box 1"/>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42340" name="Text Box 2"/>
          <p:cNvSpPr txBox="1">
            <a:spLocks noGrp="1" noChangeArrowheads="1"/>
          </p:cNvSpPr>
          <p:nvPr>
            <p:ph type="body"/>
          </p:nvPr>
        </p:nvSpPr>
        <p:spPr>
          <a:xfrm>
            <a:off x="906358" y="4690269"/>
            <a:ext cx="4984961" cy="4601127"/>
          </a:xfrm>
          <a:noFill/>
          <a:ln/>
        </p:spPr>
        <p:txBody>
          <a:bodyPr/>
          <a:lstStyle/>
          <a:p>
            <a:pPr>
              <a:lnSpc>
                <a:spcPct val="8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5410" name="Rectangle 7"/>
          <p:cNvSpPr>
            <a:spLocks noGrp="1" noChangeArrowheads="1"/>
          </p:cNvSpPr>
          <p:nvPr>
            <p:ph type="sldNum" sz="quarter"/>
          </p:nvPr>
        </p:nvSpPr>
        <p:spPr>
          <a:noFill/>
        </p:spPr>
        <p:txBody>
          <a:bodyPr/>
          <a:lstStyle/>
          <a:p>
            <a:fld id="{3385E5BF-ECA1-4E64-B531-D0D06210B05F}" type="slidenum">
              <a:rPr lang="en-US">
                <a:ea typeface="MS Gothic" pitchFamily="49" charset="-128"/>
              </a:rPr>
              <a:pPr/>
              <a:t>10</a:t>
            </a:fld>
            <a:endParaRPr lang="en-US">
              <a:ea typeface="MS Gothic" pitchFamily="49" charset="-128"/>
            </a:endParaRPr>
          </a:p>
        </p:txBody>
      </p:sp>
      <p:sp>
        <p:nvSpPr>
          <p:cNvPr id="145411"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45412" name="Rectangle 2"/>
          <p:cNvSpPr txBox="1">
            <a:spLocks noGrp="1" noChangeArrowheads="1"/>
          </p:cNvSpPr>
          <p:nvPr>
            <p:ph type="body" idx="1"/>
          </p:nvPr>
        </p:nvSpPr>
        <p:spPr>
          <a:xfrm>
            <a:off x="906358" y="4690269"/>
            <a:ext cx="4984961" cy="4443413"/>
          </a:xfrm>
          <a:noFill/>
          <a:ln/>
        </p:spPr>
        <p:txBody>
          <a:bodyPr wrap="none" anchor="ctr"/>
          <a:lstStyle/>
          <a:p>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482" name="Rectangle 7"/>
          <p:cNvSpPr>
            <a:spLocks noGrp="1" noChangeArrowheads="1"/>
          </p:cNvSpPr>
          <p:nvPr>
            <p:ph type="sldNum" sz="quarter"/>
          </p:nvPr>
        </p:nvSpPr>
        <p:spPr>
          <a:noFill/>
        </p:spPr>
        <p:txBody>
          <a:bodyPr/>
          <a:lstStyle/>
          <a:p>
            <a:fld id="{AD29C7CC-8A39-4860-BC24-54B415483F6D}" type="slidenum">
              <a:rPr lang="en-US">
                <a:ea typeface="MS Gothic" pitchFamily="49" charset="-128"/>
              </a:rPr>
              <a:pPr/>
              <a:t>11</a:t>
            </a:fld>
            <a:endParaRPr lang="en-US">
              <a:ea typeface="MS Gothic" pitchFamily="49" charset="-128"/>
            </a:endParaRPr>
          </a:p>
        </p:txBody>
      </p:sp>
      <p:sp>
        <p:nvSpPr>
          <p:cNvPr id="148483"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48484"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506" name="Rectangle 7"/>
          <p:cNvSpPr>
            <a:spLocks noGrp="1" noChangeArrowheads="1"/>
          </p:cNvSpPr>
          <p:nvPr>
            <p:ph type="sldNum" sz="quarter"/>
          </p:nvPr>
        </p:nvSpPr>
        <p:spPr>
          <a:noFill/>
        </p:spPr>
        <p:txBody>
          <a:bodyPr/>
          <a:lstStyle/>
          <a:p>
            <a:fld id="{81A2AB5E-72C8-4EB7-A1B2-EAD6CE5C7479}" type="slidenum">
              <a:rPr lang="en-US">
                <a:ea typeface="MS Gothic" pitchFamily="49" charset="-128"/>
              </a:rPr>
              <a:pPr/>
              <a:t>12</a:t>
            </a:fld>
            <a:endParaRPr lang="en-US">
              <a:ea typeface="MS Gothic" pitchFamily="49" charset="-128"/>
            </a:endParaRPr>
          </a:p>
        </p:txBody>
      </p:sp>
      <p:sp>
        <p:nvSpPr>
          <p:cNvPr id="149507"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49508"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290" name="Rectangle 7"/>
          <p:cNvSpPr>
            <a:spLocks noGrp="1" noChangeArrowheads="1"/>
          </p:cNvSpPr>
          <p:nvPr>
            <p:ph type="sldNum" sz="quarter"/>
          </p:nvPr>
        </p:nvSpPr>
        <p:spPr>
          <a:noFill/>
        </p:spPr>
        <p:txBody>
          <a:bodyPr/>
          <a:lstStyle/>
          <a:p>
            <a:fld id="{B82BE297-935B-494E-BC84-37AF37518160}" type="slidenum">
              <a:rPr lang="en-US">
                <a:ea typeface="MS Gothic" pitchFamily="49" charset="-128"/>
              </a:rPr>
              <a:pPr/>
              <a:t>13</a:t>
            </a:fld>
            <a:endParaRPr lang="en-US">
              <a:ea typeface="MS Gothic" pitchFamily="49" charset="-128"/>
            </a:endParaRPr>
          </a:p>
        </p:txBody>
      </p:sp>
      <p:sp>
        <p:nvSpPr>
          <p:cNvPr id="140291"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40292"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554" name="Rectangle 7"/>
          <p:cNvSpPr>
            <a:spLocks noGrp="1" noChangeArrowheads="1"/>
          </p:cNvSpPr>
          <p:nvPr>
            <p:ph type="sldNum" sz="quarter"/>
          </p:nvPr>
        </p:nvSpPr>
        <p:spPr>
          <a:noFill/>
        </p:spPr>
        <p:txBody>
          <a:bodyPr/>
          <a:lstStyle/>
          <a:p>
            <a:fld id="{E4314EE3-A43D-45E6-A98E-CBFF5599C3A0}" type="slidenum">
              <a:rPr lang="en-US">
                <a:ea typeface="MS Gothic" pitchFamily="49" charset="-128"/>
              </a:rPr>
              <a:pPr/>
              <a:t>14</a:t>
            </a:fld>
            <a:endParaRPr lang="en-US">
              <a:ea typeface="MS Gothic" pitchFamily="49" charset="-128"/>
            </a:endParaRPr>
          </a:p>
        </p:txBody>
      </p:sp>
      <p:sp>
        <p:nvSpPr>
          <p:cNvPr id="151555" name="Text Box 1"/>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51556" name="Text Box 2"/>
          <p:cNvSpPr txBox="1">
            <a:spLocks noGrp="1" noChangeArrowheads="1"/>
          </p:cNvSpPr>
          <p:nvPr>
            <p:ph type="body"/>
          </p:nvPr>
        </p:nvSpPr>
        <p:spPr>
          <a:xfrm>
            <a:off x="906358" y="4690269"/>
            <a:ext cx="4984961" cy="4621698"/>
          </a:xfrm>
          <a:noFill/>
          <a:ln/>
        </p:spPr>
        <p:txBody>
          <a:bodyPr/>
          <a:lstStyle/>
          <a:p>
            <a:pPr>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242" name="Rectangle 7"/>
          <p:cNvSpPr>
            <a:spLocks noGrp="1" noChangeArrowheads="1"/>
          </p:cNvSpPr>
          <p:nvPr>
            <p:ph type="sldNum" sz="quarter"/>
          </p:nvPr>
        </p:nvSpPr>
        <p:spPr>
          <a:noFill/>
        </p:spPr>
        <p:txBody>
          <a:bodyPr/>
          <a:lstStyle/>
          <a:p>
            <a:fld id="{F7B365C0-B301-4294-B567-0B3FC6A8DDA6}" type="slidenum">
              <a:rPr lang="en-US">
                <a:ea typeface="MS Gothic" pitchFamily="49" charset="-128"/>
              </a:rPr>
              <a:pPr/>
              <a:t>15</a:t>
            </a:fld>
            <a:endParaRPr lang="en-US">
              <a:ea typeface="MS Gothic" pitchFamily="49" charset="-128"/>
            </a:endParaRPr>
          </a:p>
        </p:txBody>
      </p:sp>
      <p:sp>
        <p:nvSpPr>
          <p:cNvPr id="138243"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38244"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1E7D22E-2FCF-4181-8686-08BDCDF94062}" type="slidenum">
              <a:rPr lang="en-US" smtClean="0"/>
              <a:pPr/>
              <a:t>17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1.xml"/><Relationship Id="rId7" Type="http://schemas.openxmlformats.org/officeDocument/2006/relationships/image" Target="../media/image3.jpeg"/><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3.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15.xml"/><Relationship Id="rId7" Type="http://schemas.openxmlformats.org/officeDocument/2006/relationships/image" Target="../media/image5.jpeg"/><Relationship Id="rId2" Type="http://schemas.openxmlformats.org/officeDocument/2006/relationships/tags" Target="../tags/tag14.xml"/><Relationship Id="rId1" Type="http://schemas.openxmlformats.org/officeDocument/2006/relationships/vmlDrawing" Target="../drawings/vmlDrawing3.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7.xml"/><Relationship Id="rId10" Type="http://schemas.openxmlformats.org/officeDocument/2006/relationships/image" Target="../media/image2.png"/><Relationship Id="rId4" Type="http://schemas.openxmlformats.org/officeDocument/2006/relationships/tags" Target="../tags/tag16.xml"/><Relationship Id="rId9"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19.xml"/><Relationship Id="rId7" Type="http://schemas.openxmlformats.org/officeDocument/2006/relationships/image" Target="../media/image6.jpeg"/><Relationship Id="rId2" Type="http://schemas.openxmlformats.org/officeDocument/2006/relationships/tags" Target="../tags/tag18.xml"/><Relationship Id="rId1" Type="http://schemas.openxmlformats.org/officeDocument/2006/relationships/vmlDrawing" Target="../drawings/vmlDrawing4.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21.xml"/><Relationship Id="rId10" Type="http://schemas.openxmlformats.org/officeDocument/2006/relationships/image" Target="../media/image2.png"/><Relationship Id="rId4" Type="http://schemas.openxmlformats.org/officeDocument/2006/relationships/tags" Target="../tags/tag20.xml"/><Relationship Id="rId9"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5.v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7.png"/><Relationship Id="rId4" Type="http://schemas.openxmlformats.org/officeDocument/2006/relationships/tags" Target="../tags/tag24.xml"/><Relationship Id="rId9"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1.emf"/><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1.xml"/><Relationship Id="rId7" Type="http://schemas.openxmlformats.org/officeDocument/2006/relationships/oleObject" Target="../embeddings/oleObject7.bin"/><Relationship Id="rId2" Type="http://schemas.openxmlformats.org/officeDocument/2006/relationships/tags" Target="../tags/tag30.xml"/><Relationship Id="rId1" Type="http://schemas.openxmlformats.org/officeDocument/2006/relationships/vmlDrawing" Target="../drawings/vmlDrawing7.vml"/><Relationship Id="rId6" Type="http://schemas.openxmlformats.org/officeDocument/2006/relationships/slideMaster" Target="../slideMasters/slideMaster1.xml"/><Relationship Id="rId5" Type="http://schemas.openxmlformats.org/officeDocument/2006/relationships/tags" Target="../tags/tag33.xml"/><Relationship Id="rId4" Type="http://schemas.openxmlformats.org/officeDocument/2006/relationships/tags" Target="../tags/tag32.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5.xml"/><Relationship Id="rId7" Type="http://schemas.openxmlformats.org/officeDocument/2006/relationships/oleObject" Target="../embeddings/oleObject8.bin"/><Relationship Id="rId2" Type="http://schemas.openxmlformats.org/officeDocument/2006/relationships/tags" Target="../tags/tag34.xml"/><Relationship Id="rId1" Type="http://schemas.openxmlformats.org/officeDocument/2006/relationships/vmlDrawing" Target="../drawings/vmlDrawing8.vml"/><Relationship Id="rId6" Type="http://schemas.openxmlformats.org/officeDocument/2006/relationships/slideMaster" Target="../slideMasters/slideMaster1.xml"/><Relationship Id="rId5" Type="http://schemas.openxmlformats.org/officeDocument/2006/relationships/tags" Target="../tags/tag37.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vmlDrawing" Target="../drawings/vmlDrawing9.v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image" Target="../media/image1.emf"/><Relationship Id="rId4" Type="http://schemas.openxmlformats.org/officeDocument/2006/relationships/tags" Target="../tags/tag40.xml"/><Relationship Id="rId9" Type="http://schemas.openxmlformats.org/officeDocument/2006/relationships/oleObject" Target="../embeddings/oleObject9.bin"/></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58.xml"/><Relationship Id="rId7" Type="http://schemas.openxmlformats.org/officeDocument/2006/relationships/image" Target="../media/image13.png"/><Relationship Id="rId2" Type="http://schemas.openxmlformats.org/officeDocument/2006/relationships/tags" Target="../tags/tag57.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4.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60.xml"/><Relationship Id="rId7" Type="http://schemas.openxmlformats.org/officeDocument/2006/relationships/image" Target="../media/image13.png"/><Relationship Id="rId2" Type="http://schemas.openxmlformats.org/officeDocument/2006/relationships/tags" Target="../tags/tag59.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15.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1.emf"/><Relationship Id="rId2" Type="http://schemas.openxmlformats.org/officeDocument/2006/relationships/tags" Target="../tags/tag63.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image" Target="../media/image3.jpeg"/><Relationship Id="rId4"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1.emf"/><Relationship Id="rId2" Type="http://schemas.openxmlformats.org/officeDocument/2006/relationships/tags" Target="../tags/tag65.xml"/><Relationship Id="rId1" Type="http://schemas.openxmlformats.org/officeDocument/2006/relationships/vmlDrawing" Target="../drawings/vmlDrawing19.vml"/><Relationship Id="rId6" Type="http://schemas.openxmlformats.org/officeDocument/2006/relationships/oleObject" Target="../embeddings/oleObject19.bin"/><Relationship Id="rId5" Type="http://schemas.openxmlformats.org/officeDocument/2006/relationships/image" Target="../media/image14.jpeg"/><Relationship Id="rId4"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1.emf"/><Relationship Id="rId2" Type="http://schemas.openxmlformats.org/officeDocument/2006/relationships/tags" Target="../tags/tag67.xml"/><Relationship Id="rId1" Type="http://schemas.openxmlformats.org/officeDocument/2006/relationships/vmlDrawing" Target="../drawings/vmlDrawing20.vml"/><Relationship Id="rId6" Type="http://schemas.openxmlformats.org/officeDocument/2006/relationships/oleObject" Target="../embeddings/oleObject20.bin"/><Relationship Id="rId5" Type="http://schemas.openxmlformats.org/officeDocument/2006/relationships/image" Target="../media/image15.jpe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0" name="Image 5"/>
          <p:cNvPicPr>
            <a:picLocks noChangeAspect="1"/>
          </p:cNvPicPr>
          <p:nvPr userDrawn="1"/>
        </p:nvPicPr>
        <p:blipFill rotWithShape="1">
          <a:blip r:embed="rId7"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11" name="Rectangle 10"/>
          <p:cNvSpPr/>
          <p:nvPr userDrawn="1"/>
        </p:nvSpPr>
        <p:spPr>
          <a:xfrm rot="10800000">
            <a:off x="-2" y="5388769"/>
            <a:ext cx="5895975" cy="1473606"/>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smtClean="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4908" name="think-cell Slide" r:id="rId8" imgW="360" imgH="360" progId="">
                  <p:embed/>
                </p:oleObj>
              </mc:Choice>
              <mc:Fallback>
                <p:oleObj name="think-cell Slide" r:id="rId8" imgW="360" imgH="360" progId="">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4133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41342"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45108"/>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t="1404"/>
          <a:stretch/>
        </p:blipFill>
        <p:spPr>
          <a:xfrm>
            <a:off x="-2054" y="79513"/>
            <a:ext cx="9908054" cy="6778487"/>
          </a:xfrm>
          <a:prstGeom prst="rect">
            <a:avLst/>
          </a:prstGeom>
          <a:noFill/>
          <a:ln>
            <a:noFill/>
          </a:ln>
        </p:spPr>
      </p:pic>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2657" name="think-cell Slide" r:id="rId8" imgW="360" imgH="360" progId="">
                  <p:embed/>
                </p:oleObj>
              </mc:Choice>
              <mc:Fallback>
                <p:oleObj name="think-cell Slide" r:id="rId8" imgW="360" imgH="360" progId="">
                  <p:embed/>
                  <p:pic>
                    <p:nvPicPr>
                      <p:cNvPr id="0" name="Picture 6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4951973" y="3008823"/>
            <a:ext cx="4612715" cy="724977"/>
          </a:xfrm>
          <a:effectLst>
            <a:outerShdw blurRad="25400" dist="12700" dir="2700000" algn="tl" rotWithShape="0">
              <a:prstClr val="black">
                <a:alpha val="40000"/>
              </a:prstClr>
            </a:outerShdw>
          </a:effectLst>
        </p:spPr>
        <p:txBody>
          <a:bodyPr lIns="0" tIns="33059" rIns="0" bIns="33059" anchor="ctr"/>
          <a:lstStyle>
            <a:lvl1pPr algn="r">
              <a:lnSpc>
                <a:spcPct val="100000"/>
              </a:lnSpc>
              <a:defRPr sz="2800" b="0">
                <a:solidFill>
                  <a:schemeClr val="bg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5410200" y="3733800"/>
            <a:ext cx="4154488" cy="381000"/>
          </a:xfrm>
          <a:effectLst>
            <a:outerShdw blurRad="12700" dist="12700" dir="2700000" sx="133000" sy="133000" algn="tl" rotWithShape="0">
              <a:schemeClr val="bg1">
                <a:alpha val="80000"/>
              </a:schemeClr>
            </a:outerShdw>
          </a:effectLst>
        </p:spPr>
        <p:txBody>
          <a:bodyPr lIns="0" tIns="33059" rIns="0" bIns="33059" anchor="ctr"/>
          <a:lstStyle>
            <a:lvl1pPr marL="0" indent="0" algn="r">
              <a:lnSpc>
                <a:spcPct val="100000"/>
              </a:lnSpc>
              <a:buNone/>
              <a:defRPr sz="1800" b="0">
                <a:solidFill>
                  <a:schemeClr val="accent2">
                    <a:lumMod val="60000"/>
                    <a:lumOff val="40000"/>
                  </a:schemeClr>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smtClean="0">
                <a:solidFill>
                  <a:schemeClr val="accent2">
                    <a:lumMod val="60000"/>
                    <a:lumOff val="40000"/>
                  </a:schemeClr>
                </a:solidFill>
                <a:latin typeface="Arial Narrow" pitchFamily="34" charset="0"/>
                <a:ea typeface="+mn-ea"/>
                <a:cs typeface="+mn-cs"/>
              </a:rPr>
              <a:t>Learning and</a:t>
            </a:r>
            <a:br>
              <a:rPr lang="en-US" sz="1800" b="1" kern="1100" spc="0" baseline="0" dirty="0" smtClean="0">
                <a:solidFill>
                  <a:schemeClr val="accent2">
                    <a:lumMod val="60000"/>
                    <a:lumOff val="40000"/>
                  </a:schemeClr>
                </a:solidFill>
                <a:latin typeface="Arial Narrow" pitchFamily="34" charset="0"/>
                <a:ea typeface="+mn-ea"/>
                <a:cs typeface="+mn-cs"/>
              </a:rPr>
            </a:br>
            <a:r>
              <a:rPr lang="en-US" sz="1800" b="1" kern="1100" spc="0" baseline="0" dirty="0" smtClean="0">
                <a:solidFill>
                  <a:schemeClr val="accent2">
                    <a:lumMod val="60000"/>
                    <a:lumOff val="40000"/>
                  </a:schemeClr>
                </a:solidFill>
                <a:latin typeface="Arial Narrow" pitchFamily="34" charset="0"/>
              </a:rPr>
              <a:t>Development</a:t>
            </a:r>
            <a:endParaRPr lang="en-US" sz="1800" b="1" kern="1100" spc="0" baseline="0" dirty="0">
              <a:solidFill>
                <a:schemeClr val="accent2">
                  <a:lumMod val="60000"/>
                  <a:lumOff val="40000"/>
                </a:schemeClr>
              </a:solidFill>
              <a:latin typeface="Arial Narrow" pitchFamily="34" charset="0"/>
            </a:endParaRPr>
          </a:p>
        </p:txBody>
      </p:sp>
      <p:sp>
        <p:nvSpPr>
          <p:cNvPr id="10" name="Rectangle 9"/>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a:t>
            </a:r>
          </a:p>
          <a:p>
            <a:pPr algn="l"/>
            <a:r>
              <a:rPr lang="en-US" sz="1100" b="0" kern="1100" spc="0" baseline="0" dirty="0" smtClean="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26972392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3">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a:stretch/>
        </p:blipFill>
        <p:spPr>
          <a:xfrm>
            <a:off x="0" y="1334528"/>
            <a:ext cx="9906483" cy="5523472"/>
          </a:xfrm>
          <a:prstGeom prst="rect">
            <a:avLst/>
          </a:prstGeom>
          <a:noFill/>
          <a:ln>
            <a:noFill/>
          </a:ln>
        </p:spPr>
      </p:pic>
      <p:sp>
        <p:nvSpPr>
          <p:cNvPr id="11" name="Rectangle 10"/>
          <p:cNvSpPr/>
          <p:nvPr userDrawn="1"/>
        </p:nvSpPr>
        <p:spPr>
          <a:xfrm rot="10800000">
            <a:off x="-3" y="5381624"/>
            <a:ext cx="5895975" cy="1476375"/>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smtClean="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3683" name="think-cell Slide" r:id="rId8" imgW="360" imgH="360" progId="">
                  <p:embed/>
                </p:oleObj>
              </mc:Choice>
              <mc:Fallback>
                <p:oleObj name="think-cell Slide" r:id="rId8" imgW="360" imgH="360" progId="">
                  <p:embed/>
                  <p:pic>
                    <p:nvPicPr>
                      <p:cNvPr id="0" name="Picture 6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6"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userDrawn="1"/>
        </p:nvSpPr>
        <p:spPr>
          <a:xfrm>
            <a:off x="6629400" y="5964783"/>
            <a:ext cx="2585072" cy="218008"/>
          </a:xfrm>
          <a:prstGeom prst="rect">
            <a:avLst/>
          </a:prstGeom>
          <a:effectLst>
            <a:outerShdw blurRad="38100" dist="12700" dir="2700000" algn="tl" rotWithShape="0">
              <a:schemeClr val="bg1">
                <a:alpha val="50000"/>
              </a:schemeClr>
            </a:outerShdw>
          </a:effectLst>
        </p:spPr>
        <p:txBody>
          <a:bodyPr wrap="square" lIns="0" tIns="0" rIns="0" bIns="0">
            <a:spAutoFit/>
          </a:bodyPr>
          <a:lstStyle/>
          <a:p>
            <a:pPr algn="r">
              <a:lnSpc>
                <a:spcPts val="1700"/>
              </a:lnSpc>
            </a:pPr>
            <a:r>
              <a:rPr lang="en-US" sz="1800" b="1" kern="1100" spc="0" baseline="0" dirty="0" smtClean="0">
                <a:solidFill>
                  <a:schemeClr val="accent6"/>
                </a:solidFill>
                <a:latin typeface="Arial Narrow" pitchFamily="34" charset="0"/>
                <a:ea typeface="+mn-ea"/>
                <a:cs typeface="+mn-cs"/>
              </a:rPr>
              <a:t>Learning and </a:t>
            </a:r>
            <a:r>
              <a:rPr lang="en-US" sz="1800" b="1" kern="1100" spc="0" baseline="0" dirty="0" smtClean="0">
                <a:solidFill>
                  <a:schemeClr val="accent6"/>
                </a:solidFill>
                <a:latin typeface="Arial Narrow" pitchFamily="34" charset="0"/>
              </a:rPr>
              <a:t>Development</a:t>
            </a:r>
            <a:endParaRPr lang="en-US" sz="1800" b="1" kern="1100" spc="0" baseline="0" dirty="0">
              <a:solidFill>
                <a:schemeClr val="accent6"/>
              </a:solidFill>
              <a:latin typeface="Arial Narrow" pitchFamily="34" charset="0"/>
            </a:endParaRPr>
          </a:p>
        </p:txBody>
      </p:sp>
      <p:sp>
        <p:nvSpPr>
          <p:cNvPr id="13" name="Rectangle 12"/>
          <p:cNvSpPr/>
          <p:nvPr userDrawn="1"/>
        </p:nvSpPr>
        <p:spPr>
          <a:xfrm>
            <a:off x="6781800" y="6214646"/>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r"/>
            <a:r>
              <a:rPr lang="en-US" sz="1100" b="0" kern="1100" spc="0" baseline="0" dirty="0" smtClean="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307273605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9788" name="think-cell Slide" r:id="rId8" imgW="360" imgH="360" progId="">
                  <p:embed/>
                </p:oleObj>
              </mc:Choice>
              <mc:Fallback>
                <p:oleObj name="think-cell Slide" r:id="rId8" imgW="360" imgH="360" progId="">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solidFill>
                  <a:schemeClr val="accent2"/>
                </a:solidFill>
              </a:defRPr>
            </a:lvl1pPr>
          </a:lstStyle>
          <a:p>
            <a:r>
              <a:rPr lang="en-US" dirty="0" smtClean="0"/>
              <a:t>Click to edit Master title style</a:t>
            </a:r>
            <a:endParaRPr lang="en-US" dirty="0"/>
          </a:p>
        </p:txBody>
      </p:sp>
      <p:cxnSp>
        <p:nvCxnSpPr>
          <p:cNvPr id="10" name="Straight Connector 5"/>
          <p:cNvCxnSpPr/>
          <p:nvPr userDrawn="1">
            <p:custDataLst>
              <p:tags r:id="rId4"/>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nvGrpSpPr>
          <p:cNvPr id="16" name="Group 15"/>
          <p:cNvGrpSpPr/>
          <p:nvPr userDrawn="1"/>
        </p:nvGrpSpPr>
        <p:grpSpPr>
          <a:xfrm>
            <a:off x="2057400" y="957738"/>
            <a:ext cx="183356" cy="186929"/>
            <a:chOff x="3948113" y="3393281"/>
            <a:chExt cx="183356" cy="186929"/>
          </a:xfrm>
        </p:grpSpPr>
        <p:sp>
          <p:nvSpPr>
            <p:cNvPr id="18" name="Rectangle 17"/>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19" name="Rectangle 18"/>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grpSp>
        <p:nvGrpSpPr>
          <p:cNvPr id="20" name="Group 19"/>
          <p:cNvGrpSpPr/>
          <p:nvPr userDrawn="1"/>
        </p:nvGrpSpPr>
        <p:grpSpPr>
          <a:xfrm>
            <a:off x="3810000" y="5931502"/>
            <a:ext cx="183356" cy="186929"/>
            <a:chOff x="4191000" y="3876277"/>
            <a:chExt cx="183356" cy="186929"/>
          </a:xfrm>
        </p:grpSpPr>
        <p:sp>
          <p:nvSpPr>
            <p:cNvPr id="21" name="Rectangle 20"/>
            <p:cNvSpPr/>
            <p:nvPr userDrawn="1"/>
          </p:nvSpPr>
          <p:spPr bwMode="auto">
            <a:xfrm>
              <a:off x="4191000" y="3970337"/>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2" name="Rectangle 21"/>
            <p:cNvSpPr/>
            <p:nvPr userDrawn="1"/>
          </p:nvSpPr>
          <p:spPr bwMode="auto">
            <a:xfrm>
              <a:off x="4281487" y="3876277"/>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sp>
        <p:nvSpPr>
          <p:cNvPr id="23" name="Rectangle 22"/>
          <p:cNvSpPr/>
          <p:nvPr userDrawn="1"/>
        </p:nvSpPr>
        <p:spPr bwMode="auto">
          <a:xfrm>
            <a:off x="8686800" y="1752600"/>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4" name="Rectangle 23"/>
          <p:cNvSpPr/>
          <p:nvPr userDrawn="1"/>
        </p:nvSpPr>
        <p:spPr bwMode="auto">
          <a:xfrm>
            <a:off x="9440444" y="6209864"/>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nvGrpSpPr>
          <p:cNvPr id="25" name="Group 24"/>
          <p:cNvGrpSpPr/>
          <p:nvPr userDrawn="1"/>
        </p:nvGrpSpPr>
        <p:grpSpPr>
          <a:xfrm>
            <a:off x="7269956" y="5201670"/>
            <a:ext cx="183356" cy="186929"/>
            <a:chOff x="4622005" y="3393281"/>
            <a:chExt cx="183356" cy="186929"/>
          </a:xfrm>
        </p:grpSpPr>
        <p:sp>
          <p:nvSpPr>
            <p:cNvPr id="26" name="Rectangle 25"/>
            <p:cNvSpPr/>
            <p:nvPr userDrawn="1"/>
          </p:nvSpPr>
          <p:spPr bwMode="auto">
            <a:xfrm>
              <a:off x="4622005" y="3487341"/>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7" name="Rectangle 26"/>
            <p:cNvSpPr/>
            <p:nvPr userDrawn="1"/>
          </p:nvSpPr>
          <p:spPr bwMode="auto">
            <a:xfrm>
              <a:off x="4712492" y="3393281"/>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grpSp>
        <p:nvGrpSpPr>
          <p:cNvPr id="28" name="Group 27"/>
          <p:cNvGrpSpPr/>
          <p:nvPr userDrawn="1"/>
        </p:nvGrpSpPr>
        <p:grpSpPr>
          <a:xfrm>
            <a:off x="9486878" y="3025376"/>
            <a:ext cx="183356" cy="186929"/>
            <a:chOff x="3948113" y="3393281"/>
            <a:chExt cx="183356" cy="186929"/>
          </a:xfrm>
        </p:grpSpPr>
        <p:sp>
          <p:nvSpPr>
            <p:cNvPr id="29" name="Rectangle 28"/>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30" name="Rectangle 29"/>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sp>
        <p:nvSpPr>
          <p:cNvPr id="31" name="Rectangle 30"/>
          <p:cNvSpPr/>
          <p:nvPr userDrawn="1"/>
        </p:nvSpPr>
        <p:spPr bwMode="auto">
          <a:xfrm>
            <a:off x="9346861" y="4196384"/>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nvGrpSpPr>
          <p:cNvPr id="32" name="Group 31"/>
          <p:cNvGrpSpPr/>
          <p:nvPr userDrawn="1"/>
        </p:nvGrpSpPr>
        <p:grpSpPr>
          <a:xfrm>
            <a:off x="8382000" y="3165871"/>
            <a:ext cx="183356" cy="186929"/>
            <a:chOff x="5548313" y="3134916"/>
            <a:chExt cx="183356" cy="186929"/>
          </a:xfrm>
        </p:grpSpPr>
        <p:sp>
          <p:nvSpPr>
            <p:cNvPr id="33" name="Rectangle 32"/>
            <p:cNvSpPr/>
            <p:nvPr userDrawn="1"/>
          </p:nvSpPr>
          <p:spPr bwMode="auto">
            <a:xfrm>
              <a:off x="5548313" y="3228976"/>
              <a:ext cx="92869" cy="92869"/>
            </a:xfrm>
            <a:prstGeom prst="rect">
              <a:avLst/>
            </a:prstGeom>
            <a:solidFill>
              <a:schemeClr val="accent2">
                <a:lumMod val="20000"/>
                <a:lumOff val="8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34" name="Rectangle 33"/>
            <p:cNvSpPr/>
            <p:nvPr userDrawn="1"/>
          </p:nvSpPr>
          <p:spPr bwMode="auto">
            <a:xfrm>
              <a:off x="5638800" y="3134916"/>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cxnSp>
        <p:nvCxnSpPr>
          <p:cNvPr id="35" name="Straight Connector 5"/>
          <p:cNvCxnSpPr/>
          <p:nvPr userDrawn="1">
            <p:custDataLst>
              <p:tags r:id="rId5"/>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36" name="Picture 68" descr="D:\Users\bkp\My Work\GSLs\TEMPLATES\I&amp;D\FINAL\04-17\Pyramid.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8305800" y="5222873"/>
            <a:ext cx="879232" cy="802094"/>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p:cNvSpPr>
            <a:spLocks noGrp="1"/>
          </p:cNvSpPr>
          <p:nvPr userDrawn="1">
            <p:ph sz="quarter" idx="10"/>
            <p:custDataLst>
              <p:tags r:id="rId6"/>
            </p:custDataLst>
          </p:nvPr>
        </p:nvSpPr>
        <p:spPr>
          <a:xfrm>
            <a:off x="341313" y="1255713"/>
            <a:ext cx="8896350" cy="3196515"/>
          </a:xfrm>
        </p:spPr>
        <p:txBody>
          <a:bodyPr lIns="91440"/>
          <a:lstStyle>
            <a:lvl1pPr marL="228600" indent="-228600">
              <a:spcAft>
                <a:spcPts val="1200"/>
              </a:spcAft>
              <a:buClr>
                <a:schemeClr val="accent2"/>
              </a:buClr>
              <a:defRPr>
                <a:solidFill>
                  <a:schemeClr val="tx1"/>
                </a:solidFill>
              </a:defRPr>
            </a:lvl1pPr>
            <a:lvl2pPr marL="457200" indent="-228600">
              <a:spcAft>
                <a:spcPts val="1200"/>
              </a:spcAft>
              <a:buClr>
                <a:schemeClr val="accent2"/>
              </a:buClr>
              <a:defRPr>
                <a:solidFill>
                  <a:schemeClr val="tx1"/>
                </a:solidFill>
              </a:defRPr>
            </a:lvl2pPr>
            <a:lvl3pPr marL="685800" indent="-228600">
              <a:spcAft>
                <a:spcPts val="1200"/>
              </a:spcAft>
              <a:buClr>
                <a:schemeClr val="accent2"/>
              </a:buClr>
              <a:defRPr>
                <a:solidFill>
                  <a:schemeClr val="tx1"/>
                </a:solidFill>
              </a:defRPr>
            </a:lvl3pPr>
            <a:lvl4pPr>
              <a:buClr>
                <a:schemeClr val="accent2"/>
              </a:buClr>
              <a:defRPr>
                <a:solidFill>
                  <a:schemeClr val="tx1"/>
                </a:solidFill>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extLst>
      <p:ext uri="{BB962C8B-B14F-4D97-AF65-F5344CB8AC3E}">
        <p14:creationId xmlns:p14="http://schemas.microsoft.com/office/powerpoint/2010/main" val="253503983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8846" name="think-cell Slide" r:id="rId6" imgW="360" imgH="360" progId="">
                  <p:embed/>
                </p:oleObj>
              </mc:Choice>
              <mc:Fallback>
                <p:oleObj name="think-cell Slide" r:id="rId6" imgW="360" imgH="360" progId="">
                  <p:embed/>
                  <p:pic>
                    <p:nvPicPr>
                      <p:cNvPr id="0" name="Picture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p:custDataLst>
              <p:tags r:id="rId4"/>
            </p:custDataLst>
          </p:nvPr>
        </p:nvSpPr>
        <p:spPr>
          <a:xfrm>
            <a:off x="341313" y="1255713"/>
            <a:ext cx="9223375" cy="5011737"/>
          </a:xfrm>
        </p:spPr>
        <p:txBody>
          <a:bodyPr/>
          <a:lstStyle>
            <a:lvl1pPr>
              <a:defRPr b="0"/>
            </a:lvl1pPr>
            <a:lvl2pPr marL="457200" indent="-228600">
              <a:defRPr/>
            </a:lvl2pPr>
            <a:lvl3pPr marL="685800" indent="-228600">
              <a:defRPr/>
            </a:lvl3pPr>
            <a:lvl4pPr>
              <a:defRPr/>
            </a:lvl4pPr>
            <a:lvl5pPr>
              <a:buNone/>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9870" name="think-cell Slide" r:id="rId7" imgW="360" imgH="360" progId="">
                  <p:embed/>
                </p:oleObj>
              </mc:Choice>
              <mc:Fallback>
                <p:oleObj name="think-cell Slide" r:id="rId7" imgW="360" imgH="360" progId="">
                  <p:embed/>
                  <p:pic>
                    <p:nvPicPr>
                      <p:cNvPr id="0" name="Picture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solidFill>
                  <a:schemeClr val="tx1"/>
                </a:solidFill>
              </a:defRPr>
            </a:lvl1pPr>
          </a:lstStyle>
          <a:p>
            <a:r>
              <a:rPr lang="en-US" noProof="0" smtClean="0"/>
              <a:t>Click to edit Master title style</a:t>
            </a:r>
            <a:endParaRPr lang="en-US" dirty="0"/>
          </a:p>
        </p:txBody>
      </p:sp>
      <p:sp>
        <p:nvSpPr>
          <p:cNvPr id="3" name="Content Placeholder 2"/>
          <p:cNvSpPr>
            <a:spLocks noGrp="1"/>
          </p:cNvSpPr>
          <p:nvPr>
            <p:ph idx="1"/>
            <p:custDataLst>
              <p:tags r:id="rId4"/>
            </p:custDataLst>
          </p:nvPr>
        </p:nvSpPr>
        <p:spPr>
          <a:xfrm>
            <a:off x="341313" y="1828800"/>
            <a:ext cx="9223376" cy="4438649"/>
          </a:xfrm>
        </p:spPr>
        <p:txBody>
          <a:bodyPr/>
          <a:lstStyle>
            <a:lvl1pPr>
              <a:defRPr b="0"/>
            </a:lvl1pPr>
            <a:lvl2pPr marL="457200" indent="-223838">
              <a:defRPr/>
            </a:lvl2pPr>
            <a:lvl3pPr>
              <a:defRPr/>
            </a:lvl3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8" name="Espace réservé du texte 7"/>
          <p:cNvSpPr>
            <a:spLocks noGrp="1"/>
          </p:cNvSpPr>
          <p:nvPr>
            <p:ph type="body" sz="quarter" idx="11"/>
            <p:custDataLst>
              <p:tags r:id="rId5"/>
            </p:custDataLst>
          </p:nvPr>
        </p:nvSpPr>
        <p:spPr>
          <a:xfrm>
            <a:off x="341313" y="1255713"/>
            <a:ext cx="9223376" cy="548640"/>
          </a:xfrm>
        </p:spPr>
        <p:txBody>
          <a:bodyPr/>
          <a:lstStyle>
            <a:lvl1pPr marL="0" indent="0">
              <a:buNone/>
              <a:defRPr sz="2000" b="1">
                <a:solidFill>
                  <a:srgbClr val="E47E1A"/>
                </a:solidFil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3965" name="think-cell Slide" r:id="rId7" imgW="360" imgH="360" progId="">
                  <p:embed/>
                </p:oleObj>
              </mc:Choice>
              <mc:Fallback>
                <p:oleObj name="think-cell Slide" r:id="rId7" imgW="360" imgH="360" progId="">
                  <p:embed/>
                  <p:pic>
                    <p:nvPicPr>
                      <p:cNvPr id="0" name="Picture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p:custDataLst>
              <p:tags r:id="rId4"/>
            </p:custDataLst>
          </p:nvPr>
        </p:nvSpPr>
        <p:spPr>
          <a:xfrm>
            <a:off x="341313" y="1255713"/>
            <a:ext cx="4487862" cy="4993230"/>
          </a:xfrm>
        </p:spPr>
        <p:txBody>
          <a:bodyPr/>
          <a:lstStyle>
            <a:lvl1pPr>
              <a:defRPr/>
            </a:lvl1pPr>
            <a:lvl2pPr marL="457200" indent="-228600">
              <a:defRPr/>
            </a:lvl2pPr>
            <a:lvl3pPr marL="685800" indent="-228600">
              <a:defRPr/>
            </a:lvl3pPr>
            <a:lvl4pPr>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6" name="Espace réservé du contenu 5"/>
          <p:cNvSpPr>
            <a:spLocks noGrp="1"/>
          </p:cNvSpPr>
          <p:nvPr>
            <p:ph sz="quarter" idx="11"/>
            <p:custDataLst>
              <p:tags r:id="rId5"/>
            </p:custDataLst>
          </p:nvPr>
        </p:nvSpPr>
        <p:spPr>
          <a:xfrm>
            <a:off x="5076825" y="1255713"/>
            <a:ext cx="4487863" cy="5011737"/>
          </a:xfrm>
        </p:spPr>
        <p:txBody>
          <a:bodyPr/>
          <a:lstStyle>
            <a:lvl1pPr>
              <a:defRPr/>
            </a:lvl1pPr>
            <a:lvl2pPr marL="457200" indent="-228600">
              <a:defRPr/>
            </a:lvl2pPr>
            <a:lvl3pPr>
              <a:defRPr/>
            </a:lvl3pPr>
            <a:lvl4pPr>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2941" name="think-cell Slide" r:id="rId9" imgW="360" imgH="360" progId="">
                  <p:embed/>
                </p:oleObj>
              </mc:Choice>
              <mc:Fallback>
                <p:oleObj name="think-cell Slide" r:id="rId9" imgW="360" imgH="360" progId="">
                  <p:embed/>
                  <p:pic>
                    <p:nvPicPr>
                      <p:cNvPr id="0" name="Picture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p:custDataLst>
              <p:tags r:id="rId4"/>
            </p:custDataLst>
          </p:nvPr>
        </p:nvSpPr>
        <p:spPr>
          <a:xfrm>
            <a:off x="341313" y="1828800"/>
            <a:ext cx="4487862" cy="4438649"/>
          </a:xfrm>
        </p:spPr>
        <p:txBody>
          <a:bodyPr/>
          <a:lstStyle>
            <a:lvl1pPr>
              <a:defRPr sz="2000"/>
            </a:lvl1pPr>
            <a:lvl2pPr>
              <a:defRPr sz="1800"/>
            </a:lvl2pPr>
            <a:lvl3pPr>
              <a:defRPr sz="1600"/>
            </a:lvl3pPr>
            <a:lvl4pPr>
              <a:defRPr sz="1400"/>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6" name="Espace réservé du contenu 5"/>
          <p:cNvSpPr>
            <a:spLocks noGrp="1"/>
          </p:cNvSpPr>
          <p:nvPr>
            <p:ph sz="quarter" idx="11"/>
            <p:custDataLst>
              <p:tags r:id="rId5"/>
            </p:custDataLst>
          </p:nvPr>
        </p:nvSpPr>
        <p:spPr>
          <a:xfrm>
            <a:off x="5076825" y="1828800"/>
            <a:ext cx="4487863" cy="4438649"/>
          </a:xfrm>
        </p:spPr>
        <p:txBody>
          <a:bodyPr/>
          <a:lstStyle>
            <a:lvl1pPr>
              <a:defRPr sz="2000"/>
            </a:lvl1pPr>
            <a:lvl2pPr>
              <a:defRPr sz="1800"/>
            </a:lvl2pPr>
            <a:lvl3pPr>
              <a:defRPr sz="1600"/>
            </a:lvl3pPr>
            <a:lvl4pPr>
              <a:defRPr sz="1300"/>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7" name="Espace réservé du texte 6"/>
          <p:cNvSpPr>
            <a:spLocks noGrp="1"/>
          </p:cNvSpPr>
          <p:nvPr>
            <p:ph type="body" sz="quarter" idx="12" hasCustomPrompt="1"/>
            <p:custDataLst>
              <p:tags r:id="rId6"/>
            </p:custDataLst>
          </p:nvPr>
        </p:nvSpPr>
        <p:spPr>
          <a:xfrm>
            <a:off x="341313" y="1255713"/>
            <a:ext cx="4487862"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vl5pPr>
              <a:buNone/>
              <a:defRPr/>
            </a:lvl5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5076825" y="1255713"/>
            <a:ext cx="4487863"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smtClean="0"/>
              <a:t>Click to edit Master text style</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1916" name="think-cell Slide" r:id="rId5" imgW="360" imgH="360" progId="">
                  <p:embed/>
                </p:oleObj>
              </mc:Choice>
              <mc:Fallback>
                <p:oleObj name="think-cell Slide" r:id="rId5" imgW="360" imgH="360" progId="">
                  <p:embed/>
                  <p:pic>
                    <p:nvPicPr>
                      <p:cNvPr id="0" name="Picture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76860" name="think-cell Slide" r:id="rId4" imgW="360" imgH="360" progId="">
                  <p:embed/>
                </p:oleObj>
              </mc:Choice>
              <mc:Fallback>
                <p:oleObj name="think-cell Slide" r:id="rId4" imgW="360" imgH="360" progId="">
                  <p:embed/>
                  <p:pic>
                    <p:nvPicPr>
                      <p:cNvPr id="0" name="Picture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5"/>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51269" name="think-cell Slide" r:id="rId4" imgW="360" imgH="360" progId="">
                  <p:embed/>
                </p:oleObj>
              </mc:Choice>
              <mc:Fallback>
                <p:oleObj name="think-cell Slide" r:id="rId4" imgW="360" imgH="36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nvPr>
        </p:nvSpPr>
        <p:spPr/>
        <p:txBody>
          <a:bodyPr/>
          <a:lstStyle>
            <a:lvl1pPr>
              <a:defRPr/>
            </a:lvl1pPr>
          </a:lstStyle>
          <a:p>
            <a:pPr lvl="0"/>
            <a:r>
              <a:rPr lang="en-US" noProof="0" smtClean="0"/>
              <a:t>Click to edit Master title style</a:t>
            </a:r>
            <a:endParaRPr lang="en-US" noProof="0" dirty="0" smtClean="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One column slide - blue">
    <p:spTree>
      <p:nvGrpSpPr>
        <p:cNvPr id="1" name=""/>
        <p:cNvGrpSpPr/>
        <p:nvPr/>
      </p:nvGrpSpPr>
      <p:grpSpPr>
        <a:xfrm>
          <a:off x="0" y="0"/>
          <a:ext cx="0" cy="0"/>
          <a:chOff x="0" y="0"/>
          <a:chExt cx="0" cy="0"/>
        </a:xfrm>
      </p:grpSpPr>
      <p:sp>
        <p:nvSpPr>
          <p:cNvPr id="2" name="Titre 1"/>
          <p:cNvSpPr>
            <a:spLocks noGrp="1"/>
          </p:cNvSpPr>
          <p:nvPr>
            <p:ph type="title"/>
          </p:nvPr>
        </p:nvSpPr>
        <p:spPr>
          <a:xfrm>
            <a:off x="360000" y="357166"/>
            <a:ext cx="9126000" cy="369332"/>
          </a:xfrm>
        </p:spPr>
        <p:txBody>
          <a:bodyPr/>
          <a:lstStyle>
            <a:lvl1pPr>
              <a:defRPr>
                <a:solidFill>
                  <a:schemeClr val="accent2"/>
                </a:solidFill>
              </a:defRPr>
            </a:lvl1pPr>
          </a:lstStyle>
          <a:p>
            <a:r>
              <a:rPr lang="en-US" dirty="0" smtClean="0"/>
              <a:t>Click to edit Master title style</a:t>
            </a:r>
            <a:endParaRPr lang="en-US" dirty="0"/>
          </a:p>
        </p:txBody>
      </p:sp>
      <p:sp>
        <p:nvSpPr>
          <p:cNvPr id="3" name="Espace réservé du contenu 2"/>
          <p:cNvSpPr>
            <a:spLocks noGrp="1"/>
          </p:cNvSpPr>
          <p:nvPr>
            <p:ph idx="1"/>
          </p:nvPr>
        </p:nvSpPr>
        <p:spPr>
          <a:xfrm>
            <a:off x="360000" y="1142984"/>
            <a:ext cx="9126000" cy="4977016"/>
          </a:xfrm>
        </p:spPr>
        <p:txBody>
          <a:bodyPr/>
          <a:lstStyle>
            <a:lvl1pPr marL="0">
              <a:buSzPct val="100000"/>
              <a:defRPr>
                <a:solidFill>
                  <a:schemeClr val="tx1"/>
                </a:solidFill>
              </a:defRPr>
            </a:lvl1pPr>
            <a:lvl2pPr>
              <a:defRPr>
                <a:solidFill>
                  <a:schemeClr val="tx1"/>
                </a:solidFill>
              </a:defRPr>
            </a:lvl2pPr>
            <a:lvl3pPr>
              <a:defRPr>
                <a:solidFill>
                  <a:schemeClr val="tx1"/>
                </a:solidFill>
              </a:defRPr>
            </a:lvl3pPr>
          </a:lstStyle>
          <a:p>
            <a:pPr lvl="0"/>
            <a:r>
              <a:rPr lang="en-US" dirty="0" smtClean="0"/>
              <a:t>Click to edit Master text styles</a:t>
            </a:r>
          </a:p>
          <a:p>
            <a:pPr lvl="1"/>
            <a:r>
              <a:rPr lang="en-US" dirty="0" smtClean="0"/>
              <a:t>Second level</a:t>
            </a:r>
          </a:p>
          <a:p>
            <a:pPr lvl="2"/>
            <a:r>
              <a:rPr lang="en-US" dirty="0" smtClean="0"/>
              <a:t>Third level</a:t>
            </a:r>
          </a:p>
        </p:txBody>
      </p:sp>
    </p:spTree>
  </p:cSld>
  <p:clrMapOvr>
    <a:masterClrMapping/>
  </p:clrMapOvr>
  <p:transition advClick="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1836" name="think-cell Slide" r:id="rId5" imgW="360" imgH="360" progId="">
                  <p:embed/>
                </p:oleObj>
              </mc:Choice>
              <mc:Fallback>
                <p:oleObj name="think-cell Slide" r:id="rId5" imgW="360" imgH="36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 name="Rectangle 9"/>
          <p:cNvSpPr>
            <a:spLocks noChangeArrowheads="1"/>
          </p:cNvSpPr>
          <p:nvPr userDrawn="1">
            <p:custDataLst>
              <p:tags r:id="rId3"/>
            </p:custDataLst>
          </p:nvPr>
        </p:nvSpPr>
        <p:spPr bwMode="gray">
          <a:xfrm>
            <a:off x="1117963" y="34326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spcBef>
                <a:spcPts val="600"/>
              </a:spcBef>
            </a:pPr>
            <a:r>
              <a:rPr lang="en-US" sz="1000" dirty="0" smtClean="0">
                <a:solidFill>
                  <a:schemeClr val="bg1"/>
                </a:solidFill>
                <a:latin typeface="Arial" pitchFamily="34" charset="0"/>
                <a:cs typeface="Arial" pitchFamily="34" charset="0"/>
              </a:rPr>
              <a:t>With almost 145,000 people in over 40 countries, </a:t>
            </a:r>
            <a:r>
              <a:rPr lang="en-US" sz="1000" dirty="0" err="1" smtClean="0">
                <a:solidFill>
                  <a:schemeClr val="bg1"/>
                </a:solidFill>
                <a:latin typeface="Arial" pitchFamily="34" charset="0"/>
                <a:cs typeface="Arial" pitchFamily="34" charset="0"/>
              </a:rPr>
              <a:t>Capgemini</a:t>
            </a:r>
            <a:r>
              <a:rPr lang="en-US" sz="1000" dirty="0" smtClean="0">
                <a:solidFill>
                  <a:schemeClr val="bg1"/>
                </a:solidFill>
                <a:latin typeface="Arial" pitchFamily="34" charset="0"/>
                <a:cs typeface="Arial" pitchFamily="34" charset="0"/>
              </a:rPr>
              <a:t> is one of the world's foremost providers of consulting, technology and outsourcing services. The Group reported 2014 global revenues of EUR Analytics.573 billion.</a:t>
            </a:r>
          </a:p>
          <a:p>
            <a:pPr marL="0" indent="0" algn="just">
              <a:spcBef>
                <a:spcPts val="600"/>
              </a:spcBef>
            </a:pPr>
            <a:r>
              <a:rPr lang="en-US" sz="1000" dirty="0" smtClean="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smtClean="0">
                <a:solidFill>
                  <a:schemeClr val="bg1"/>
                </a:solidFill>
                <a:latin typeface="Arial" pitchFamily="34" charset="0"/>
                <a:cs typeface="Arial" pitchFamily="34" charset="0"/>
              </a:rPr>
              <a:t>the Collaborative Business Experience™</a:t>
            </a:r>
            <a:r>
              <a:rPr lang="en-US" sz="1000" dirty="0" smtClean="0">
                <a:solidFill>
                  <a:schemeClr val="bg1"/>
                </a:solidFill>
                <a:latin typeface="Arial" pitchFamily="34" charset="0"/>
                <a:cs typeface="Arial" pitchFamily="34" charset="0"/>
              </a:rPr>
              <a:t>, and draws on </a:t>
            </a:r>
            <a:r>
              <a:rPr lang="en-US" sz="1000" u="sng" dirty="0" err="1" smtClean="0">
                <a:solidFill>
                  <a:schemeClr val="bg1"/>
                </a:solidFill>
                <a:latin typeface="Arial" pitchFamily="34" charset="0"/>
                <a:cs typeface="Arial" pitchFamily="34" charset="0"/>
              </a:rPr>
              <a:t>Rightshore</a:t>
            </a:r>
            <a:r>
              <a:rPr lang="en-US" sz="1000" u="sng"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its worldwide delivery model.</a:t>
            </a:r>
          </a:p>
          <a:p>
            <a:pPr marL="0" indent="0" algn="just">
              <a:spcBef>
                <a:spcPts val="600"/>
              </a:spcBef>
            </a:pPr>
            <a:r>
              <a:rPr lang="en-US" sz="1000" dirty="0" smtClean="0">
                <a:solidFill>
                  <a:schemeClr val="bg1"/>
                </a:solidFill>
                <a:latin typeface="Arial" pitchFamily="34" charset="0"/>
                <a:cs typeface="Arial" pitchFamily="34" charset="0"/>
              </a:rPr>
              <a:t>Learn more about us at </a:t>
            </a:r>
            <a:r>
              <a:rPr lang="en-US" sz="1000" b="1" u="sng" dirty="0" smtClean="0">
                <a:solidFill>
                  <a:schemeClr val="bg1"/>
                </a:solidFill>
                <a:latin typeface="Arial" pitchFamily="34" charset="0"/>
                <a:cs typeface="Arial" pitchFamily="34" charset="0"/>
              </a:rPr>
              <a:t>www.capgemini.com</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p:txBody>
      </p:sp>
      <p:pic>
        <p:nvPicPr>
          <p:cNvPr id="208" name="Image 337" descr="CBE_Label_ppt.png"/>
          <p:cNvPicPr>
            <a:picLocks noChangeAspect="1"/>
          </p:cNvPicPr>
          <p:nvPr userDrawn="1"/>
        </p:nvPicPr>
        <p:blipFill>
          <a:blip r:embed="rId7" cstate="screen"/>
          <a:stretch>
            <a:fillRect/>
          </a:stretch>
        </p:blipFill>
        <p:spPr>
          <a:xfrm>
            <a:off x="867725" y="3283811"/>
            <a:ext cx="519572" cy="522508"/>
          </a:xfrm>
          <a:prstGeom prst="rect">
            <a:avLst/>
          </a:prstGeom>
        </p:spPr>
      </p:pic>
      <p:grpSp>
        <p:nvGrpSpPr>
          <p:cNvPr id="75" name="Group 74"/>
          <p:cNvGrpSpPr/>
          <p:nvPr userDrawn="1"/>
        </p:nvGrpSpPr>
        <p:grpSpPr>
          <a:xfrm>
            <a:off x="5722379" y="3575705"/>
            <a:ext cx="3826121" cy="1827268"/>
            <a:chOff x="5722379" y="3575705"/>
            <a:chExt cx="3826121" cy="1827268"/>
          </a:xfrm>
        </p:grpSpPr>
        <p:grpSp>
          <p:nvGrpSpPr>
            <p:cNvPr id="77" name="Group 76"/>
            <p:cNvGrpSpPr/>
            <p:nvPr userDrawn="1"/>
          </p:nvGrpSpPr>
          <p:grpSpPr>
            <a:xfrm>
              <a:off x="5722379" y="3575705"/>
              <a:ext cx="3826121" cy="1827268"/>
              <a:chOff x="5722379" y="3575705"/>
              <a:chExt cx="3826121" cy="1827268"/>
            </a:xfrm>
          </p:grpSpPr>
          <p:grpSp>
            <p:nvGrpSpPr>
              <p:cNvPr id="187" name="Groupe 203"/>
              <p:cNvGrpSpPr/>
              <p:nvPr userDrawn="1"/>
            </p:nvGrpSpPr>
            <p:grpSpPr>
              <a:xfrm>
                <a:off x="5722379" y="3575705"/>
                <a:ext cx="3826121" cy="1827268"/>
                <a:chOff x="5421313" y="3175001"/>
                <a:chExt cx="4141788" cy="1978025"/>
              </a:xfrm>
              <a:noFill/>
            </p:grpSpPr>
            <p:sp>
              <p:nvSpPr>
                <p:cNvPr id="192" name="Freeform 6"/>
                <p:cNvSpPr>
                  <a:spLocks/>
                </p:cNvSpPr>
                <p:nvPr userDrawn="1"/>
              </p:nvSpPr>
              <p:spPr bwMode="auto">
                <a:xfrm>
                  <a:off x="6532563" y="3200401"/>
                  <a:ext cx="503238" cy="406400"/>
                </a:xfrm>
                <a:custGeom>
                  <a:avLst/>
                  <a:gdLst/>
                  <a:ahLst/>
                  <a:cxnLst>
                    <a:cxn ang="0">
                      <a:pos x="24" y="71"/>
                    </a:cxn>
                    <a:cxn ang="0">
                      <a:pos x="0" y="49"/>
                    </a:cxn>
                    <a:cxn ang="0">
                      <a:pos x="41" y="11"/>
                    </a:cxn>
                    <a:cxn ang="0">
                      <a:pos x="114" y="11"/>
                    </a:cxn>
                    <a:cxn ang="0">
                      <a:pos x="124" y="0"/>
                    </a:cxn>
                    <a:cxn ang="0">
                      <a:pos x="259" y="0"/>
                    </a:cxn>
                    <a:cxn ang="0">
                      <a:pos x="273" y="16"/>
                    </a:cxn>
                    <a:cxn ang="0">
                      <a:pos x="317" y="14"/>
                    </a:cxn>
                    <a:cxn ang="0">
                      <a:pos x="302" y="28"/>
                    </a:cxn>
                    <a:cxn ang="0">
                      <a:pos x="276" y="31"/>
                    </a:cxn>
                    <a:cxn ang="0">
                      <a:pos x="276" y="137"/>
                    </a:cxn>
                    <a:cxn ang="0">
                      <a:pos x="223" y="185"/>
                    </a:cxn>
                    <a:cxn ang="0">
                      <a:pos x="171" y="185"/>
                    </a:cxn>
                    <a:cxn ang="0">
                      <a:pos x="133" y="216"/>
                    </a:cxn>
                    <a:cxn ang="0">
                      <a:pos x="131" y="245"/>
                    </a:cxn>
                    <a:cxn ang="0">
                      <a:pos x="114" y="256"/>
                    </a:cxn>
                    <a:cxn ang="0">
                      <a:pos x="83" y="228"/>
                    </a:cxn>
                    <a:cxn ang="0">
                      <a:pos x="83" y="174"/>
                    </a:cxn>
                    <a:cxn ang="0">
                      <a:pos x="112" y="149"/>
                    </a:cxn>
                    <a:cxn ang="0">
                      <a:pos x="87" y="123"/>
                    </a:cxn>
                    <a:cxn ang="0">
                      <a:pos x="85" y="74"/>
                    </a:cxn>
                    <a:cxn ang="0">
                      <a:pos x="63" y="52"/>
                    </a:cxn>
                    <a:cxn ang="0">
                      <a:pos x="48" y="52"/>
                    </a:cxn>
                    <a:cxn ang="0">
                      <a:pos x="24" y="71"/>
                    </a:cxn>
                  </a:cxnLst>
                  <a:rect l="0" t="0" r="r" b="b"/>
                  <a:pathLst>
                    <a:path w="317" h="256">
                      <a:moveTo>
                        <a:pt x="24" y="71"/>
                      </a:moveTo>
                      <a:lnTo>
                        <a:pt x="0" y="49"/>
                      </a:lnTo>
                      <a:lnTo>
                        <a:pt x="41" y="11"/>
                      </a:lnTo>
                      <a:lnTo>
                        <a:pt x="114" y="11"/>
                      </a:lnTo>
                      <a:lnTo>
                        <a:pt x="124" y="0"/>
                      </a:lnTo>
                      <a:lnTo>
                        <a:pt x="259" y="0"/>
                      </a:lnTo>
                      <a:lnTo>
                        <a:pt x="273" y="16"/>
                      </a:lnTo>
                      <a:lnTo>
                        <a:pt x="317" y="14"/>
                      </a:lnTo>
                      <a:lnTo>
                        <a:pt x="302" y="28"/>
                      </a:lnTo>
                      <a:lnTo>
                        <a:pt x="276" y="31"/>
                      </a:lnTo>
                      <a:lnTo>
                        <a:pt x="276" y="137"/>
                      </a:lnTo>
                      <a:lnTo>
                        <a:pt x="223" y="185"/>
                      </a:lnTo>
                      <a:lnTo>
                        <a:pt x="171" y="185"/>
                      </a:lnTo>
                      <a:lnTo>
                        <a:pt x="133" y="216"/>
                      </a:lnTo>
                      <a:lnTo>
                        <a:pt x="131" y="245"/>
                      </a:lnTo>
                      <a:lnTo>
                        <a:pt x="114" y="256"/>
                      </a:lnTo>
                      <a:lnTo>
                        <a:pt x="83" y="228"/>
                      </a:lnTo>
                      <a:lnTo>
                        <a:pt x="83" y="174"/>
                      </a:lnTo>
                      <a:lnTo>
                        <a:pt x="112" y="149"/>
                      </a:lnTo>
                      <a:lnTo>
                        <a:pt x="87" y="123"/>
                      </a:lnTo>
                      <a:lnTo>
                        <a:pt x="85" y="74"/>
                      </a:lnTo>
                      <a:lnTo>
                        <a:pt x="63" y="52"/>
                      </a:lnTo>
                      <a:lnTo>
                        <a:pt x="48" y="52"/>
                      </a:lnTo>
                      <a:lnTo>
                        <a:pt x="24" y="71"/>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3" name="Freeform 7"/>
                <p:cNvSpPr>
                  <a:spLocks/>
                </p:cNvSpPr>
                <p:nvPr userDrawn="1"/>
              </p:nvSpPr>
              <p:spPr bwMode="auto">
                <a:xfrm>
                  <a:off x="6362701" y="3333751"/>
                  <a:ext cx="185738" cy="201613"/>
                </a:xfrm>
                <a:custGeom>
                  <a:avLst/>
                  <a:gdLst/>
                  <a:ahLst/>
                  <a:cxnLst>
                    <a:cxn ang="0">
                      <a:pos x="63" y="72"/>
                    </a:cxn>
                    <a:cxn ang="0">
                      <a:pos x="35" y="98"/>
                    </a:cxn>
                    <a:cxn ang="0">
                      <a:pos x="66" y="127"/>
                    </a:cxn>
                    <a:cxn ang="0">
                      <a:pos x="90" y="106"/>
                    </a:cxn>
                    <a:cxn ang="0">
                      <a:pos x="98" y="106"/>
                    </a:cxn>
                    <a:cxn ang="0">
                      <a:pos x="117" y="90"/>
                    </a:cxn>
                    <a:cxn ang="0">
                      <a:pos x="76" y="55"/>
                    </a:cxn>
                    <a:cxn ang="0">
                      <a:pos x="73" y="23"/>
                    </a:cxn>
                    <a:cxn ang="0">
                      <a:pos x="41" y="19"/>
                    </a:cxn>
                    <a:cxn ang="0">
                      <a:pos x="39" y="0"/>
                    </a:cxn>
                    <a:cxn ang="0">
                      <a:pos x="0" y="2"/>
                    </a:cxn>
                    <a:cxn ang="0">
                      <a:pos x="0" y="8"/>
                    </a:cxn>
                    <a:cxn ang="0">
                      <a:pos x="23" y="31"/>
                    </a:cxn>
                    <a:cxn ang="0">
                      <a:pos x="63" y="59"/>
                    </a:cxn>
                    <a:cxn ang="0">
                      <a:pos x="63" y="72"/>
                    </a:cxn>
                  </a:cxnLst>
                  <a:rect l="0" t="0" r="r" b="b"/>
                  <a:pathLst>
                    <a:path w="117" h="127">
                      <a:moveTo>
                        <a:pt x="63" y="72"/>
                      </a:moveTo>
                      <a:lnTo>
                        <a:pt x="35" y="98"/>
                      </a:lnTo>
                      <a:lnTo>
                        <a:pt x="66" y="127"/>
                      </a:lnTo>
                      <a:lnTo>
                        <a:pt x="90" y="106"/>
                      </a:lnTo>
                      <a:lnTo>
                        <a:pt x="98" y="106"/>
                      </a:lnTo>
                      <a:lnTo>
                        <a:pt x="117" y="90"/>
                      </a:lnTo>
                      <a:lnTo>
                        <a:pt x="76" y="55"/>
                      </a:lnTo>
                      <a:lnTo>
                        <a:pt x="73" y="23"/>
                      </a:lnTo>
                      <a:lnTo>
                        <a:pt x="41" y="19"/>
                      </a:lnTo>
                      <a:lnTo>
                        <a:pt x="39" y="0"/>
                      </a:lnTo>
                      <a:lnTo>
                        <a:pt x="0" y="2"/>
                      </a:lnTo>
                      <a:lnTo>
                        <a:pt x="0" y="8"/>
                      </a:lnTo>
                      <a:lnTo>
                        <a:pt x="23" y="31"/>
                      </a:lnTo>
                      <a:lnTo>
                        <a:pt x="63" y="59"/>
                      </a:lnTo>
                      <a:lnTo>
                        <a:pt x="63"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4" name="Freeform 8"/>
                <p:cNvSpPr>
                  <a:spLocks/>
                </p:cNvSpPr>
                <p:nvPr userDrawn="1"/>
              </p:nvSpPr>
              <p:spPr bwMode="auto">
                <a:xfrm>
                  <a:off x="6005513" y="3241676"/>
                  <a:ext cx="176213" cy="122238"/>
                </a:xfrm>
                <a:custGeom>
                  <a:avLst/>
                  <a:gdLst/>
                  <a:ahLst/>
                  <a:cxnLst>
                    <a:cxn ang="0">
                      <a:pos x="0" y="19"/>
                    </a:cxn>
                    <a:cxn ang="0">
                      <a:pos x="2" y="0"/>
                    </a:cxn>
                    <a:cxn ang="0">
                      <a:pos x="29" y="2"/>
                    </a:cxn>
                    <a:cxn ang="0">
                      <a:pos x="33" y="7"/>
                    </a:cxn>
                    <a:cxn ang="0">
                      <a:pos x="44" y="17"/>
                    </a:cxn>
                    <a:cxn ang="0">
                      <a:pos x="56" y="15"/>
                    </a:cxn>
                    <a:cxn ang="0">
                      <a:pos x="78" y="36"/>
                    </a:cxn>
                    <a:cxn ang="0">
                      <a:pos x="88" y="27"/>
                    </a:cxn>
                    <a:cxn ang="0">
                      <a:pos x="111" y="26"/>
                    </a:cxn>
                    <a:cxn ang="0">
                      <a:pos x="111" y="67"/>
                    </a:cxn>
                    <a:cxn ang="0">
                      <a:pos x="102" y="67"/>
                    </a:cxn>
                    <a:cxn ang="0">
                      <a:pos x="92" y="76"/>
                    </a:cxn>
                    <a:cxn ang="0">
                      <a:pos x="58" y="77"/>
                    </a:cxn>
                    <a:cxn ang="0">
                      <a:pos x="43" y="62"/>
                    </a:cxn>
                    <a:cxn ang="0">
                      <a:pos x="17" y="62"/>
                    </a:cxn>
                    <a:cxn ang="0">
                      <a:pos x="15" y="29"/>
                    </a:cxn>
                    <a:cxn ang="0">
                      <a:pos x="0" y="19"/>
                    </a:cxn>
                  </a:cxnLst>
                  <a:rect l="0" t="0" r="r" b="b"/>
                  <a:pathLst>
                    <a:path w="111" h="77">
                      <a:moveTo>
                        <a:pt x="0" y="19"/>
                      </a:moveTo>
                      <a:lnTo>
                        <a:pt x="2" y="0"/>
                      </a:lnTo>
                      <a:lnTo>
                        <a:pt x="29" y="2"/>
                      </a:lnTo>
                      <a:lnTo>
                        <a:pt x="33" y="7"/>
                      </a:lnTo>
                      <a:lnTo>
                        <a:pt x="44" y="17"/>
                      </a:lnTo>
                      <a:lnTo>
                        <a:pt x="56" y="15"/>
                      </a:lnTo>
                      <a:lnTo>
                        <a:pt x="78" y="36"/>
                      </a:lnTo>
                      <a:lnTo>
                        <a:pt x="88" y="27"/>
                      </a:lnTo>
                      <a:lnTo>
                        <a:pt x="111" y="26"/>
                      </a:lnTo>
                      <a:lnTo>
                        <a:pt x="111" y="67"/>
                      </a:lnTo>
                      <a:lnTo>
                        <a:pt x="102" y="67"/>
                      </a:lnTo>
                      <a:lnTo>
                        <a:pt x="92" y="76"/>
                      </a:lnTo>
                      <a:lnTo>
                        <a:pt x="58" y="77"/>
                      </a:lnTo>
                      <a:lnTo>
                        <a:pt x="43" y="62"/>
                      </a:lnTo>
                      <a:lnTo>
                        <a:pt x="17" y="62"/>
                      </a:lnTo>
                      <a:lnTo>
                        <a:pt x="15" y="29"/>
                      </a:lnTo>
                      <a:lnTo>
                        <a:pt x="0" y="19"/>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5" name="Freeform 9"/>
                <p:cNvSpPr>
                  <a:spLocks/>
                </p:cNvSpPr>
                <p:nvPr userDrawn="1"/>
              </p:nvSpPr>
              <p:spPr bwMode="auto">
                <a:xfrm>
                  <a:off x="5421313" y="3175001"/>
                  <a:ext cx="1276350" cy="1889125"/>
                </a:xfrm>
                <a:custGeom>
                  <a:avLst/>
                  <a:gdLst/>
                  <a:ahLst/>
                  <a:cxnLst>
                    <a:cxn ang="0">
                      <a:pos x="618" y="1172"/>
                    </a:cxn>
                    <a:cxn ang="0">
                      <a:pos x="618" y="1132"/>
                    </a:cxn>
                    <a:cxn ang="0">
                      <a:pos x="596" y="1057"/>
                    </a:cxn>
                    <a:cxn ang="0">
                      <a:pos x="628" y="1002"/>
                    </a:cxn>
                    <a:cxn ang="0">
                      <a:pos x="728" y="918"/>
                    </a:cxn>
                    <a:cxn ang="0">
                      <a:pos x="783" y="840"/>
                    </a:cxn>
                    <a:cxn ang="0">
                      <a:pos x="738" y="789"/>
                    </a:cxn>
                    <a:cxn ang="0">
                      <a:pos x="637" y="728"/>
                    </a:cxn>
                    <a:cxn ang="0">
                      <a:pos x="581" y="687"/>
                    </a:cxn>
                    <a:cxn ang="0">
                      <a:pos x="509" y="661"/>
                    </a:cxn>
                    <a:cxn ang="0">
                      <a:pos x="454" y="683"/>
                    </a:cxn>
                    <a:cxn ang="0">
                      <a:pos x="407" y="677"/>
                    </a:cxn>
                    <a:cxn ang="0">
                      <a:pos x="385" y="623"/>
                    </a:cxn>
                    <a:cxn ang="0">
                      <a:pos x="381" y="587"/>
                    </a:cxn>
                    <a:cxn ang="0">
                      <a:pos x="295" y="587"/>
                    </a:cxn>
                    <a:cxn ang="0">
                      <a:pos x="329" y="517"/>
                    </a:cxn>
                    <a:cxn ang="0">
                      <a:pos x="465" y="553"/>
                    </a:cxn>
                    <a:cxn ang="0">
                      <a:pos x="554" y="407"/>
                    </a:cxn>
                    <a:cxn ang="0">
                      <a:pos x="637" y="389"/>
                    </a:cxn>
                    <a:cxn ang="0">
                      <a:pos x="591" y="366"/>
                    </a:cxn>
                    <a:cxn ang="0">
                      <a:pos x="698" y="343"/>
                    </a:cxn>
                    <a:cxn ang="0">
                      <a:pos x="677" y="259"/>
                    </a:cxn>
                    <a:cxn ang="0">
                      <a:pos x="565" y="258"/>
                    </a:cxn>
                    <a:cxn ang="0">
                      <a:pos x="491" y="276"/>
                    </a:cxn>
                    <a:cxn ang="0">
                      <a:pos x="491" y="203"/>
                    </a:cxn>
                    <a:cxn ang="0">
                      <a:pos x="585" y="162"/>
                    </a:cxn>
                    <a:cxn ang="0">
                      <a:pos x="544" y="110"/>
                    </a:cxn>
                    <a:cxn ang="0">
                      <a:pos x="511" y="159"/>
                    </a:cxn>
                    <a:cxn ang="0">
                      <a:pos x="334" y="65"/>
                    </a:cxn>
                    <a:cxn ang="0">
                      <a:pos x="184" y="16"/>
                    </a:cxn>
                    <a:cxn ang="0">
                      <a:pos x="136" y="0"/>
                    </a:cxn>
                    <a:cxn ang="0">
                      <a:pos x="63" y="51"/>
                    </a:cxn>
                    <a:cxn ang="0">
                      <a:pos x="27" y="159"/>
                    </a:cxn>
                    <a:cxn ang="0">
                      <a:pos x="53" y="153"/>
                    </a:cxn>
                    <a:cxn ang="0">
                      <a:pos x="170" y="170"/>
                    </a:cxn>
                    <a:cxn ang="0">
                      <a:pos x="192" y="339"/>
                    </a:cxn>
                    <a:cxn ang="0">
                      <a:pos x="176" y="454"/>
                    </a:cxn>
                    <a:cxn ang="0">
                      <a:pos x="199" y="493"/>
                    </a:cxn>
                    <a:cxn ang="0">
                      <a:pos x="270" y="608"/>
                    </a:cxn>
                    <a:cxn ang="0">
                      <a:pos x="327" y="634"/>
                    </a:cxn>
                    <a:cxn ang="0">
                      <a:pos x="385" y="677"/>
                    </a:cxn>
                    <a:cxn ang="0">
                      <a:pos x="465" y="738"/>
                    </a:cxn>
                    <a:cxn ang="0">
                      <a:pos x="468" y="806"/>
                    </a:cxn>
                    <a:cxn ang="0">
                      <a:pos x="503" y="873"/>
                    </a:cxn>
                    <a:cxn ang="0">
                      <a:pos x="550" y="943"/>
                    </a:cxn>
                    <a:cxn ang="0">
                      <a:pos x="620" y="1190"/>
                    </a:cxn>
                  </a:cxnLst>
                  <a:rect l="0" t="0" r="r" b="b"/>
                  <a:pathLst>
                    <a:path w="804" h="1190">
                      <a:moveTo>
                        <a:pt x="620" y="1190"/>
                      </a:moveTo>
                      <a:lnTo>
                        <a:pt x="634" y="1190"/>
                      </a:lnTo>
                      <a:lnTo>
                        <a:pt x="618" y="1172"/>
                      </a:lnTo>
                      <a:lnTo>
                        <a:pt x="596" y="1162"/>
                      </a:lnTo>
                      <a:lnTo>
                        <a:pt x="599" y="1147"/>
                      </a:lnTo>
                      <a:lnTo>
                        <a:pt x="618" y="1132"/>
                      </a:lnTo>
                      <a:lnTo>
                        <a:pt x="622" y="1120"/>
                      </a:lnTo>
                      <a:lnTo>
                        <a:pt x="596" y="1109"/>
                      </a:lnTo>
                      <a:lnTo>
                        <a:pt x="596" y="1057"/>
                      </a:lnTo>
                      <a:lnTo>
                        <a:pt x="632" y="1023"/>
                      </a:lnTo>
                      <a:lnTo>
                        <a:pt x="644" y="1021"/>
                      </a:lnTo>
                      <a:lnTo>
                        <a:pt x="628" y="1002"/>
                      </a:lnTo>
                      <a:lnTo>
                        <a:pt x="669" y="998"/>
                      </a:lnTo>
                      <a:lnTo>
                        <a:pt x="728" y="953"/>
                      </a:lnTo>
                      <a:lnTo>
                        <a:pt x="728" y="918"/>
                      </a:lnTo>
                      <a:lnTo>
                        <a:pt x="765" y="917"/>
                      </a:lnTo>
                      <a:lnTo>
                        <a:pt x="763" y="849"/>
                      </a:lnTo>
                      <a:lnTo>
                        <a:pt x="783" y="840"/>
                      </a:lnTo>
                      <a:lnTo>
                        <a:pt x="804" y="818"/>
                      </a:lnTo>
                      <a:lnTo>
                        <a:pt x="804" y="792"/>
                      </a:lnTo>
                      <a:lnTo>
                        <a:pt x="738" y="789"/>
                      </a:lnTo>
                      <a:lnTo>
                        <a:pt x="685" y="739"/>
                      </a:lnTo>
                      <a:lnTo>
                        <a:pt x="657" y="728"/>
                      </a:lnTo>
                      <a:lnTo>
                        <a:pt x="637" y="728"/>
                      </a:lnTo>
                      <a:lnTo>
                        <a:pt x="608" y="702"/>
                      </a:lnTo>
                      <a:lnTo>
                        <a:pt x="599" y="703"/>
                      </a:lnTo>
                      <a:lnTo>
                        <a:pt x="581" y="687"/>
                      </a:lnTo>
                      <a:lnTo>
                        <a:pt x="538" y="685"/>
                      </a:lnTo>
                      <a:lnTo>
                        <a:pt x="538" y="664"/>
                      </a:lnTo>
                      <a:lnTo>
                        <a:pt x="509" y="661"/>
                      </a:lnTo>
                      <a:lnTo>
                        <a:pt x="491" y="669"/>
                      </a:lnTo>
                      <a:lnTo>
                        <a:pt x="479" y="685"/>
                      </a:lnTo>
                      <a:lnTo>
                        <a:pt x="454" y="683"/>
                      </a:lnTo>
                      <a:lnTo>
                        <a:pt x="426" y="683"/>
                      </a:lnTo>
                      <a:lnTo>
                        <a:pt x="417" y="687"/>
                      </a:lnTo>
                      <a:lnTo>
                        <a:pt x="407" y="677"/>
                      </a:lnTo>
                      <a:lnTo>
                        <a:pt x="405" y="635"/>
                      </a:lnTo>
                      <a:lnTo>
                        <a:pt x="387" y="634"/>
                      </a:lnTo>
                      <a:lnTo>
                        <a:pt x="385" y="623"/>
                      </a:lnTo>
                      <a:lnTo>
                        <a:pt x="407" y="606"/>
                      </a:lnTo>
                      <a:lnTo>
                        <a:pt x="407" y="589"/>
                      </a:lnTo>
                      <a:lnTo>
                        <a:pt x="381" y="587"/>
                      </a:lnTo>
                      <a:lnTo>
                        <a:pt x="358" y="606"/>
                      </a:lnTo>
                      <a:lnTo>
                        <a:pt x="319" y="606"/>
                      </a:lnTo>
                      <a:lnTo>
                        <a:pt x="295" y="587"/>
                      </a:lnTo>
                      <a:lnTo>
                        <a:pt x="293" y="544"/>
                      </a:lnTo>
                      <a:lnTo>
                        <a:pt x="327" y="544"/>
                      </a:lnTo>
                      <a:lnTo>
                        <a:pt x="329" y="517"/>
                      </a:lnTo>
                      <a:lnTo>
                        <a:pt x="448" y="515"/>
                      </a:lnTo>
                      <a:lnTo>
                        <a:pt x="452" y="554"/>
                      </a:lnTo>
                      <a:lnTo>
                        <a:pt x="465" y="553"/>
                      </a:lnTo>
                      <a:lnTo>
                        <a:pt x="465" y="497"/>
                      </a:lnTo>
                      <a:lnTo>
                        <a:pt x="552" y="425"/>
                      </a:lnTo>
                      <a:lnTo>
                        <a:pt x="554" y="407"/>
                      </a:lnTo>
                      <a:lnTo>
                        <a:pt x="608" y="405"/>
                      </a:lnTo>
                      <a:lnTo>
                        <a:pt x="613" y="413"/>
                      </a:lnTo>
                      <a:lnTo>
                        <a:pt x="637" y="389"/>
                      </a:lnTo>
                      <a:lnTo>
                        <a:pt x="636" y="374"/>
                      </a:lnTo>
                      <a:lnTo>
                        <a:pt x="591" y="376"/>
                      </a:lnTo>
                      <a:lnTo>
                        <a:pt x="591" y="366"/>
                      </a:lnTo>
                      <a:lnTo>
                        <a:pt x="613" y="353"/>
                      </a:lnTo>
                      <a:lnTo>
                        <a:pt x="625" y="341"/>
                      </a:lnTo>
                      <a:lnTo>
                        <a:pt x="698" y="343"/>
                      </a:lnTo>
                      <a:lnTo>
                        <a:pt x="698" y="321"/>
                      </a:lnTo>
                      <a:lnTo>
                        <a:pt x="679" y="304"/>
                      </a:lnTo>
                      <a:lnTo>
                        <a:pt x="677" y="259"/>
                      </a:lnTo>
                      <a:lnTo>
                        <a:pt x="622" y="259"/>
                      </a:lnTo>
                      <a:lnTo>
                        <a:pt x="591" y="233"/>
                      </a:lnTo>
                      <a:lnTo>
                        <a:pt x="565" y="258"/>
                      </a:lnTo>
                      <a:lnTo>
                        <a:pt x="562" y="290"/>
                      </a:lnTo>
                      <a:lnTo>
                        <a:pt x="509" y="292"/>
                      </a:lnTo>
                      <a:lnTo>
                        <a:pt x="491" y="276"/>
                      </a:lnTo>
                      <a:lnTo>
                        <a:pt x="462" y="278"/>
                      </a:lnTo>
                      <a:lnTo>
                        <a:pt x="460" y="233"/>
                      </a:lnTo>
                      <a:lnTo>
                        <a:pt x="491" y="203"/>
                      </a:lnTo>
                      <a:lnTo>
                        <a:pt x="532" y="201"/>
                      </a:lnTo>
                      <a:lnTo>
                        <a:pt x="544" y="196"/>
                      </a:lnTo>
                      <a:lnTo>
                        <a:pt x="585" y="162"/>
                      </a:lnTo>
                      <a:lnTo>
                        <a:pt x="585" y="141"/>
                      </a:lnTo>
                      <a:lnTo>
                        <a:pt x="546" y="139"/>
                      </a:lnTo>
                      <a:lnTo>
                        <a:pt x="544" y="110"/>
                      </a:lnTo>
                      <a:lnTo>
                        <a:pt x="523" y="110"/>
                      </a:lnTo>
                      <a:lnTo>
                        <a:pt x="526" y="149"/>
                      </a:lnTo>
                      <a:lnTo>
                        <a:pt x="511" y="159"/>
                      </a:lnTo>
                      <a:lnTo>
                        <a:pt x="426" y="162"/>
                      </a:lnTo>
                      <a:lnTo>
                        <a:pt x="334" y="83"/>
                      </a:lnTo>
                      <a:lnTo>
                        <a:pt x="334" y="65"/>
                      </a:lnTo>
                      <a:lnTo>
                        <a:pt x="272" y="61"/>
                      </a:lnTo>
                      <a:lnTo>
                        <a:pt x="250" y="75"/>
                      </a:lnTo>
                      <a:lnTo>
                        <a:pt x="184" y="16"/>
                      </a:lnTo>
                      <a:lnTo>
                        <a:pt x="172" y="15"/>
                      </a:lnTo>
                      <a:lnTo>
                        <a:pt x="158" y="0"/>
                      </a:lnTo>
                      <a:lnTo>
                        <a:pt x="136" y="0"/>
                      </a:lnTo>
                      <a:lnTo>
                        <a:pt x="117" y="15"/>
                      </a:lnTo>
                      <a:lnTo>
                        <a:pt x="63" y="16"/>
                      </a:lnTo>
                      <a:lnTo>
                        <a:pt x="63" y="51"/>
                      </a:lnTo>
                      <a:lnTo>
                        <a:pt x="8" y="98"/>
                      </a:lnTo>
                      <a:lnTo>
                        <a:pt x="8" y="141"/>
                      </a:lnTo>
                      <a:lnTo>
                        <a:pt x="27" y="159"/>
                      </a:lnTo>
                      <a:lnTo>
                        <a:pt x="0" y="186"/>
                      </a:lnTo>
                      <a:lnTo>
                        <a:pt x="8" y="191"/>
                      </a:lnTo>
                      <a:lnTo>
                        <a:pt x="53" y="153"/>
                      </a:lnTo>
                      <a:lnTo>
                        <a:pt x="127" y="151"/>
                      </a:lnTo>
                      <a:lnTo>
                        <a:pt x="131" y="170"/>
                      </a:lnTo>
                      <a:lnTo>
                        <a:pt x="170" y="170"/>
                      </a:lnTo>
                      <a:lnTo>
                        <a:pt x="170" y="232"/>
                      </a:lnTo>
                      <a:lnTo>
                        <a:pt x="194" y="253"/>
                      </a:lnTo>
                      <a:lnTo>
                        <a:pt x="192" y="339"/>
                      </a:lnTo>
                      <a:lnTo>
                        <a:pt x="158" y="368"/>
                      </a:lnTo>
                      <a:lnTo>
                        <a:pt x="162" y="439"/>
                      </a:lnTo>
                      <a:lnTo>
                        <a:pt x="176" y="454"/>
                      </a:lnTo>
                      <a:lnTo>
                        <a:pt x="176" y="517"/>
                      </a:lnTo>
                      <a:lnTo>
                        <a:pt x="197" y="534"/>
                      </a:lnTo>
                      <a:lnTo>
                        <a:pt x="199" y="493"/>
                      </a:lnTo>
                      <a:lnTo>
                        <a:pt x="223" y="512"/>
                      </a:lnTo>
                      <a:lnTo>
                        <a:pt x="225" y="563"/>
                      </a:lnTo>
                      <a:lnTo>
                        <a:pt x="270" y="608"/>
                      </a:lnTo>
                      <a:lnTo>
                        <a:pt x="278" y="606"/>
                      </a:lnTo>
                      <a:lnTo>
                        <a:pt x="303" y="631"/>
                      </a:lnTo>
                      <a:lnTo>
                        <a:pt x="327" y="634"/>
                      </a:lnTo>
                      <a:lnTo>
                        <a:pt x="337" y="640"/>
                      </a:lnTo>
                      <a:lnTo>
                        <a:pt x="383" y="645"/>
                      </a:lnTo>
                      <a:lnTo>
                        <a:pt x="385" y="677"/>
                      </a:lnTo>
                      <a:lnTo>
                        <a:pt x="407" y="691"/>
                      </a:lnTo>
                      <a:lnTo>
                        <a:pt x="463" y="697"/>
                      </a:lnTo>
                      <a:lnTo>
                        <a:pt x="465" y="738"/>
                      </a:lnTo>
                      <a:lnTo>
                        <a:pt x="450" y="746"/>
                      </a:lnTo>
                      <a:lnTo>
                        <a:pt x="424" y="769"/>
                      </a:lnTo>
                      <a:lnTo>
                        <a:pt x="468" y="806"/>
                      </a:lnTo>
                      <a:lnTo>
                        <a:pt x="482" y="808"/>
                      </a:lnTo>
                      <a:lnTo>
                        <a:pt x="479" y="855"/>
                      </a:lnTo>
                      <a:lnTo>
                        <a:pt x="503" y="873"/>
                      </a:lnTo>
                      <a:lnTo>
                        <a:pt x="524" y="890"/>
                      </a:lnTo>
                      <a:lnTo>
                        <a:pt x="526" y="922"/>
                      </a:lnTo>
                      <a:lnTo>
                        <a:pt x="550" y="943"/>
                      </a:lnTo>
                      <a:lnTo>
                        <a:pt x="552" y="1135"/>
                      </a:lnTo>
                      <a:lnTo>
                        <a:pt x="587" y="1166"/>
                      </a:lnTo>
                      <a:lnTo>
                        <a:pt x="620" y="119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6" name="Freeform 10"/>
                <p:cNvSpPr>
                  <a:spLocks/>
                </p:cNvSpPr>
                <p:nvPr userDrawn="1"/>
              </p:nvSpPr>
              <p:spPr bwMode="auto">
                <a:xfrm>
                  <a:off x="7072313" y="3178176"/>
                  <a:ext cx="2179638" cy="1611313"/>
                </a:xfrm>
                <a:custGeom>
                  <a:avLst/>
                  <a:gdLst/>
                  <a:ahLst/>
                  <a:cxnLst>
                    <a:cxn ang="0">
                      <a:pos x="1125" y="471"/>
                    </a:cxn>
                    <a:cxn ang="0">
                      <a:pos x="1145" y="382"/>
                    </a:cxn>
                    <a:cxn ang="0">
                      <a:pos x="1111" y="261"/>
                    </a:cxn>
                    <a:cxn ang="0">
                      <a:pos x="1191" y="174"/>
                    </a:cxn>
                    <a:cxn ang="0">
                      <a:pos x="1237" y="107"/>
                    </a:cxn>
                    <a:cxn ang="0">
                      <a:pos x="1237" y="220"/>
                    </a:cxn>
                    <a:cxn ang="0">
                      <a:pos x="1266" y="202"/>
                    </a:cxn>
                    <a:cxn ang="0">
                      <a:pos x="1322" y="81"/>
                    </a:cxn>
                    <a:cxn ang="0">
                      <a:pos x="1291" y="47"/>
                    </a:cxn>
                    <a:cxn ang="0">
                      <a:pos x="1341" y="41"/>
                    </a:cxn>
                    <a:cxn ang="0">
                      <a:pos x="1344" y="0"/>
                    </a:cxn>
                    <a:cxn ang="0">
                      <a:pos x="1213" y="35"/>
                    </a:cxn>
                    <a:cxn ang="0">
                      <a:pos x="1109" y="14"/>
                    </a:cxn>
                    <a:cxn ang="0">
                      <a:pos x="910" y="65"/>
                    </a:cxn>
                    <a:cxn ang="0">
                      <a:pos x="864" y="49"/>
                    </a:cxn>
                    <a:cxn ang="0">
                      <a:pos x="733" y="81"/>
                    </a:cxn>
                    <a:cxn ang="0">
                      <a:pos x="749" y="41"/>
                    </a:cxn>
                    <a:cxn ang="0">
                      <a:pos x="632" y="108"/>
                    </a:cxn>
                    <a:cxn ang="0">
                      <a:pos x="566" y="172"/>
                    </a:cxn>
                    <a:cxn ang="0">
                      <a:pos x="455" y="204"/>
                    </a:cxn>
                    <a:cxn ang="0">
                      <a:pos x="375" y="252"/>
                    </a:cxn>
                    <a:cxn ang="0">
                      <a:pos x="377" y="204"/>
                    </a:cxn>
                    <a:cxn ang="0">
                      <a:pos x="230" y="227"/>
                    </a:cxn>
                    <a:cxn ang="0">
                      <a:pos x="184" y="274"/>
                    </a:cxn>
                    <a:cxn ang="0">
                      <a:pos x="234" y="336"/>
                    </a:cxn>
                    <a:cxn ang="0">
                      <a:pos x="299" y="239"/>
                    </a:cxn>
                    <a:cxn ang="0">
                      <a:pos x="258" y="346"/>
                    </a:cxn>
                    <a:cxn ang="0">
                      <a:pos x="219" y="348"/>
                    </a:cxn>
                    <a:cxn ang="0">
                      <a:pos x="119" y="404"/>
                    </a:cxn>
                    <a:cxn ang="0">
                      <a:pos x="82" y="450"/>
                    </a:cxn>
                    <a:cxn ang="0">
                      <a:pos x="138" y="489"/>
                    </a:cxn>
                    <a:cxn ang="0">
                      <a:pos x="217" y="474"/>
                    </a:cxn>
                    <a:cxn ang="0">
                      <a:pos x="261" y="491"/>
                    </a:cxn>
                    <a:cxn ang="0">
                      <a:pos x="227" y="442"/>
                    </a:cxn>
                    <a:cxn ang="0">
                      <a:pos x="346" y="458"/>
                    </a:cxn>
                    <a:cxn ang="0">
                      <a:pos x="432" y="438"/>
                    </a:cxn>
                    <a:cxn ang="0">
                      <a:pos x="356" y="481"/>
                    </a:cxn>
                    <a:cxn ang="0">
                      <a:pos x="432" y="522"/>
                    </a:cxn>
                    <a:cxn ang="0">
                      <a:pos x="299" y="534"/>
                    </a:cxn>
                    <a:cxn ang="0">
                      <a:pos x="82" y="520"/>
                    </a:cxn>
                    <a:cxn ang="0">
                      <a:pos x="21" y="597"/>
                    </a:cxn>
                    <a:cxn ang="0">
                      <a:pos x="109" y="739"/>
                    </a:cxn>
                    <a:cxn ang="0">
                      <a:pos x="217" y="756"/>
                    </a:cxn>
                    <a:cxn ang="0">
                      <a:pos x="276" y="998"/>
                    </a:cxn>
                    <a:cxn ang="0">
                      <a:pos x="379" y="974"/>
                    </a:cxn>
                    <a:cxn ang="0">
                      <a:pos x="426" y="904"/>
                    </a:cxn>
                    <a:cxn ang="0">
                      <a:pos x="446" y="828"/>
                    </a:cxn>
                    <a:cxn ang="0">
                      <a:pos x="477" y="638"/>
                    </a:cxn>
                    <a:cxn ang="0">
                      <a:pos x="423" y="563"/>
                    </a:cxn>
                    <a:cxn ang="0">
                      <a:pos x="571" y="657"/>
                    </a:cxn>
                    <a:cxn ang="0">
                      <a:pos x="563" y="587"/>
                    </a:cxn>
                    <a:cxn ang="0">
                      <a:pos x="554" y="539"/>
                    </a:cxn>
                    <a:cxn ang="0">
                      <a:pos x="722" y="652"/>
                    </a:cxn>
                    <a:cxn ang="0">
                      <a:pos x="841" y="601"/>
                    </a:cxn>
                    <a:cxn ang="0">
                      <a:pos x="941" y="703"/>
                    </a:cxn>
                    <a:cxn ang="0">
                      <a:pos x="998" y="730"/>
                    </a:cxn>
                    <a:cxn ang="0">
                      <a:pos x="995" y="695"/>
                    </a:cxn>
                    <a:cxn ang="0">
                      <a:pos x="1027" y="650"/>
                    </a:cxn>
                    <a:cxn ang="0">
                      <a:pos x="980" y="602"/>
                    </a:cxn>
                    <a:cxn ang="0">
                      <a:pos x="1099" y="495"/>
                    </a:cxn>
                    <a:cxn ang="0">
                      <a:pos x="1062" y="444"/>
                    </a:cxn>
                    <a:cxn ang="0">
                      <a:pos x="1029" y="423"/>
                    </a:cxn>
                  </a:cxnLst>
                  <a:rect l="0" t="0" r="r" b="b"/>
                  <a:pathLst>
                    <a:path w="1373" h="1015">
                      <a:moveTo>
                        <a:pt x="1066" y="397"/>
                      </a:moveTo>
                      <a:lnTo>
                        <a:pt x="1125" y="450"/>
                      </a:lnTo>
                      <a:lnTo>
                        <a:pt x="1113" y="466"/>
                      </a:lnTo>
                      <a:lnTo>
                        <a:pt x="1125" y="471"/>
                      </a:lnTo>
                      <a:lnTo>
                        <a:pt x="1147" y="450"/>
                      </a:lnTo>
                      <a:lnTo>
                        <a:pt x="1119" y="425"/>
                      </a:lnTo>
                      <a:lnTo>
                        <a:pt x="1117" y="384"/>
                      </a:lnTo>
                      <a:lnTo>
                        <a:pt x="1145" y="382"/>
                      </a:lnTo>
                      <a:lnTo>
                        <a:pt x="1147" y="348"/>
                      </a:lnTo>
                      <a:lnTo>
                        <a:pt x="1129" y="334"/>
                      </a:lnTo>
                      <a:lnTo>
                        <a:pt x="1129" y="276"/>
                      </a:lnTo>
                      <a:lnTo>
                        <a:pt x="1111" y="261"/>
                      </a:lnTo>
                      <a:lnTo>
                        <a:pt x="1111" y="201"/>
                      </a:lnTo>
                      <a:lnTo>
                        <a:pt x="1145" y="180"/>
                      </a:lnTo>
                      <a:lnTo>
                        <a:pt x="1168" y="189"/>
                      </a:lnTo>
                      <a:lnTo>
                        <a:pt x="1191" y="174"/>
                      </a:lnTo>
                      <a:lnTo>
                        <a:pt x="1189" y="151"/>
                      </a:lnTo>
                      <a:lnTo>
                        <a:pt x="1205" y="148"/>
                      </a:lnTo>
                      <a:lnTo>
                        <a:pt x="1209" y="108"/>
                      </a:lnTo>
                      <a:lnTo>
                        <a:pt x="1237" y="107"/>
                      </a:lnTo>
                      <a:lnTo>
                        <a:pt x="1237" y="168"/>
                      </a:lnTo>
                      <a:lnTo>
                        <a:pt x="1223" y="172"/>
                      </a:lnTo>
                      <a:lnTo>
                        <a:pt x="1221" y="202"/>
                      </a:lnTo>
                      <a:lnTo>
                        <a:pt x="1237" y="220"/>
                      </a:lnTo>
                      <a:lnTo>
                        <a:pt x="1250" y="220"/>
                      </a:lnTo>
                      <a:lnTo>
                        <a:pt x="1250" y="247"/>
                      </a:lnTo>
                      <a:lnTo>
                        <a:pt x="1266" y="256"/>
                      </a:lnTo>
                      <a:lnTo>
                        <a:pt x="1266" y="202"/>
                      </a:lnTo>
                      <a:lnTo>
                        <a:pt x="1250" y="190"/>
                      </a:lnTo>
                      <a:lnTo>
                        <a:pt x="1249" y="141"/>
                      </a:lnTo>
                      <a:lnTo>
                        <a:pt x="1266" y="127"/>
                      </a:lnTo>
                      <a:lnTo>
                        <a:pt x="1322" y="81"/>
                      </a:lnTo>
                      <a:lnTo>
                        <a:pt x="1295" y="78"/>
                      </a:lnTo>
                      <a:lnTo>
                        <a:pt x="1291" y="66"/>
                      </a:lnTo>
                      <a:lnTo>
                        <a:pt x="1305" y="59"/>
                      </a:lnTo>
                      <a:lnTo>
                        <a:pt x="1291" y="47"/>
                      </a:lnTo>
                      <a:lnTo>
                        <a:pt x="1295" y="39"/>
                      </a:lnTo>
                      <a:lnTo>
                        <a:pt x="1307" y="25"/>
                      </a:lnTo>
                      <a:lnTo>
                        <a:pt x="1322" y="23"/>
                      </a:lnTo>
                      <a:lnTo>
                        <a:pt x="1341" y="41"/>
                      </a:lnTo>
                      <a:lnTo>
                        <a:pt x="1352" y="34"/>
                      </a:lnTo>
                      <a:lnTo>
                        <a:pt x="1360" y="37"/>
                      </a:lnTo>
                      <a:lnTo>
                        <a:pt x="1373" y="23"/>
                      </a:lnTo>
                      <a:lnTo>
                        <a:pt x="1344" y="0"/>
                      </a:lnTo>
                      <a:lnTo>
                        <a:pt x="1215" y="0"/>
                      </a:lnTo>
                      <a:lnTo>
                        <a:pt x="1205" y="13"/>
                      </a:lnTo>
                      <a:lnTo>
                        <a:pt x="1217" y="28"/>
                      </a:lnTo>
                      <a:lnTo>
                        <a:pt x="1213" y="35"/>
                      </a:lnTo>
                      <a:lnTo>
                        <a:pt x="1147" y="37"/>
                      </a:lnTo>
                      <a:lnTo>
                        <a:pt x="1129" y="22"/>
                      </a:lnTo>
                      <a:lnTo>
                        <a:pt x="1119" y="22"/>
                      </a:lnTo>
                      <a:lnTo>
                        <a:pt x="1109" y="14"/>
                      </a:lnTo>
                      <a:lnTo>
                        <a:pt x="1096" y="30"/>
                      </a:lnTo>
                      <a:lnTo>
                        <a:pt x="995" y="32"/>
                      </a:lnTo>
                      <a:lnTo>
                        <a:pt x="956" y="67"/>
                      </a:lnTo>
                      <a:lnTo>
                        <a:pt x="910" y="65"/>
                      </a:lnTo>
                      <a:lnTo>
                        <a:pt x="908" y="44"/>
                      </a:lnTo>
                      <a:lnTo>
                        <a:pt x="882" y="42"/>
                      </a:lnTo>
                      <a:lnTo>
                        <a:pt x="874" y="51"/>
                      </a:lnTo>
                      <a:lnTo>
                        <a:pt x="864" y="49"/>
                      </a:lnTo>
                      <a:lnTo>
                        <a:pt x="862" y="55"/>
                      </a:lnTo>
                      <a:lnTo>
                        <a:pt x="818" y="55"/>
                      </a:lnTo>
                      <a:lnTo>
                        <a:pt x="765" y="104"/>
                      </a:lnTo>
                      <a:lnTo>
                        <a:pt x="733" y="81"/>
                      </a:lnTo>
                      <a:lnTo>
                        <a:pt x="751" y="66"/>
                      </a:lnTo>
                      <a:lnTo>
                        <a:pt x="759" y="66"/>
                      </a:lnTo>
                      <a:lnTo>
                        <a:pt x="784" y="41"/>
                      </a:lnTo>
                      <a:lnTo>
                        <a:pt x="749" y="41"/>
                      </a:lnTo>
                      <a:lnTo>
                        <a:pt x="729" y="30"/>
                      </a:lnTo>
                      <a:lnTo>
                        <a:pt x="665" y="86"/>
                      </a:lnTo>
                      <a:lnTo>
                        <a:pt x="655" y="83"/>
                      </a:lnTo>
                      <a:lnTo>
                        <a:pt x="632" y="108"/>
                      </a:lnTo>
                      <a:lnTo>
                        <a:pt x="630" y="143"/>
                      </a:lnTo>
                      <a:lnTo>
                        <a:pt x="569" y="145"/>
                      </a:lnTo>
                      <a:lnTo>
                        <a:pt x="554" y="160"/>
                      </a:lnTo>
                      <a:lnTo>
                        <a:pt x="566" y="172"/>
                      </a:lnTo>
                      <a:lnTo>
                        <a:pt x="563" y="178"/>
                      </a:lnTo>
                      <a:lnTo>
                        <a:pt x="528" y="180"/>
                      </a:lnTo>
                      <a:lnTo>
                        <a:pt x="501" y="199"/>
                      </a:lnTo>
                      <a:lnTo>
                        <a:pt x="455" y="204"/>
                      </a:lnTo>
                      <a:lnTo>
                        <a:pt x="452" y="227"/>
                      </a:lnTo>
                      <a:lnTo>
                        <a:pt x="421" y="227"/>
                      </a:lnTo>
                      <a:lnTo>
                        <a:pt x="389" y="254"/>
                      </a:lnTo>
                      <a:lnTo>
                        <a:pt x="375" y="252"/>
                      </a:lnTo>
                      <a:lnTo>
                        <a:pt x="348" y="229"/>
                      </a:lnTo>
                      <a:lnTo>
                        <a:pt x="372" y="225"/>
                      </a:lnTo>
                      <a:lnTo>
                        <a:pt x="385" y="215"/>
                      </a:lnTo>
                      <a:lnTo>
                        <a:pt x="377" y="204"/>
                      </a:lnTo>
                      <a:lnTo>
                        <a:pt x="342" y="208"/>
                      </a:lnTo>
                      <a:lnTo>
                        <a:pt x="326" y="190"/>
                      </a:lnTo>
                      <a:lnTo>
                        <a:pt x="270" y="190"/>
                      </a:lnTo>
                      <a:lnTo>
                        <a:pt x="230" y="227"/>
                      </a:lnTo>
                      <a:lnTo>
                        <a:pt x="229" y="230"/>
                      </a:lnTo>
                      <a:lnTo>
                        <a:pt x="203" y="252"/>
                      </a:lnTo>
                      <a:lnTo>
                        <a:pt x="203" y="272"/>
                      </a:lnTo>
                      <a:lnTo>
                        <a:pt x="184" y="274"/>
                      </a:lnTo>
                      <a:lnTo>
                        <a:pt x="179" y="313"/>
                      </a:lnTo>
                      <a:lnTo>
                        <a:pt x="207" y="317"/>
                      </a:lnTo>
                      <a:lnTo>
                        <a:pt x="217" y="319"/>
                      </a:lnTo>
                      <a:lnTo>
                        <a:pt x="234" y="336"/>
                      </a:lnTo>
                      <a:lnTo>
                        <a:pt x="250" y="323"/>
                      </a:lnTo>
                      <a:lnTo>
                        <a:pt x="248" y="271"/>
                      </a:lnTo>
                      <a:lnTo>
                        <a:pt x="291" y="239"/>
                      </a:lnTo>
                      <a:lnTo>
                        <a:pt x="299" y="239"/>
                      </a:lnTo>
                      <a:lnTo>
                        <a:pt x="317" y="251"/>
                      </a:lnTo>
                      <a:lnTo>
                        <a:pt x="293" y="272"/>
                      </a:lnTo>
                      <a:lnTo>
                        <a:pt x="293" y="346"/>
                      </a:lnTo>
                      <a:lnTo>
                        <a:pt x="258" y="346"/>
                      </a:lnTo>
                      <a:lnTo>
                        <a:pt x="237" y="370"/>
                      </a:lnTo>
                      <a:lnTo>
                        <a:pt x="226" y="370"/>
                      </a:lnTo>
                      <a:lnTo>
                        <a:pt x="223" y="348"/>
                      </a:lnTo>
                      <a:lnTo>
                        <a:pt x="219" y="348"/>
                      </a:lnTo>
                      <a:lnTo>
                        <a:pt x="216" y="371"/>
                      </a:lnTo>
                      <a:lnTo>
                        <a:pt x="186" y="372"/>
                      </a:lnTo>
                      <a:lnTo>
                        <a:pt x="152" y="401"/>
                      </a:lnTo>
                      <a:lnTo>
                        <a:pt x="119" y="404"/>
                      </a:lnTo>
                      <a:lnTo>
                        <a:pt x="135" y="417"/>
                      </a:lnTo>
                      <a:lnTo>
                        <a:pt x="128" y="430"/>
                      </a:lnTo>
                      <a:lnTo>
                        <a:pt x="133" y="448"/>
                      </a:lnTo>
                      <a:lnTo>
                        <a:pt x="82" y="450"/>
                      </a:lnTo>
                      <a:lnTo>
                        <a:pt x="77" y="483"/>
                      </a:lnTo>
                      <a:lnTo>
                        <a:pt x="92" y="493"/>
                      </a:lnTo>
                      <a:lnTo>
                        <a:pt x="107" y="495"/>
                      </a:lnTo>
                      <a:lnTo>
                        <a:pt x="138" y="489"/>
                      </a:lnTo>
                      <a:lnTo>
                        <a:pt x="137" y="474"/>
                      </a:lnTo>
                      <a:lnTo>
                        <a:pt x="164" y="452"/>
                      </a:lnTo>
                      <a:lnTo>
                        <a:pt x="201" y="452"/>
                      </a:lnTo>
                      <a:lnTo>
                        <a:pt x="217" y="474"/>
                      </a:lnTo>
                      <a:lnTo>
                        <a:pt x="237" y="474"/>
                      </a:lnTo>
                      <a:lnTo>
                        <a:pt x="250" y="488"/>
                      </a:lnTo>
                      <a:lnTo>
                        <a:pt x="246" y="501"/>
                      </a:lnTo>
                      <a:lnTo>
                        <a:pt x="261" y="491"/>
                      </a:lnTo>
                      <a:lnTo>
                        <a:pt x="259" y="480"/>
                      </a:lnTo>
                      <a:lnTo>
                        <a:pt x="269" y="481"/>
                      </a:lnTo>
                      <a:lnTo>
                        <a:pt x="239" y="454"/>
                      </a:lnTo>
                      <a:lnTo>
                        <a:pt x="227" y="442"/>
                      </a:lnTo>
                      <a:lnTo>
                        <a:pt x="230" y="430"/>
                      </a:lnTo>
                      <a:lnTo>
                        <a:pt x="240" y="430"/>
                      </a:lnTo>
                      <a:lnTo>
                        <a:pt x="309" y="486"/>
                      </a:lnTo>
                      <a:lnTo>
                        <a:pt x="346" y="458"/>
                      </a:lnTo>
                      <a:lnTo>
                        <a:pt x="344" y="444"/>
                      </a:lnTo>
                      <a:lnTo>
                        <a:pt x="382" y="411"/>
                      </a:lnTo>
                      <a:lnTo>
                        <a:pt x="387" y="437"/>
                      </a:lnTo>
                      <a:lnTo>
                        <a:pt x="432" y="438"/>
                      </a:lnTo>
                      <a:lnTo>
                        <a:pt x="453" y="457"/>
                      </a:lnTo>
                      <a:lnTo>
                        <a:pt x="453" y="466"/>
                      </a:lnTo>
                      <a:lnTo>
                        <a:pt x="372" y="469"/>
                      </a:lnTo>
                      <a:lnTo>
                        <a:pt x="356" y="481"/>
                      </a:lnTo>
                      <a:lnTo>
                        <a:pt x="370" y="498"/>
                      </a:lnTo>
                      <a:lnTo>
                        <a:pt x="421" y="497"/>
                      </a:lnTo>
                      <a:lnTo>
                        <a:pt x="442" y="517"/>
                      </a:lnTo>
                      <a:lnTo>
                        <a:pt x="432" y="522"/>
                      </a:lnTo>
                      <a:lnTo>
                        <a:pt x="411" y="546"/>
                      </a:lnTo>
                      <a:lnTo>
                        <a:pt x="346" y="544"/>
                      </a:lnTo>
                      <a:lnTo>
                        <a:pt x="338" y="534"/>
                      </a:lnTo>
                      <a:lnTo>
                        <a:pt x="299" y="534"/>
                      </a:lnTo>
                      <a:lnTo>
                        <a:pt x="293" y="544"/>
                      </a:lnTo>
                      <a:lnTo>
                        <a:pt x="240" y="546"/>
                      </a:lnTo>
                      <a:lnTo>
                        <a:pt x="211" y="519"/>
                      </a:lnTo>
                      <a:lnTo>
                        <a:pt x="82" y="520"/>
                      </a:lnTo>
                      <a:lnTo>
                        <a:pt x="55" y="544"/>
                      </a:lnTo>
                      <a:lnTo>
                        <a:pt x="55" y="585"/>
                      </a:lnTo>
                      <a:lnTo>
                        <a:pt x="27" y="604"/>
                      </a:lnTo>
                      <a:lnTo>
                        <a:pt x="21" y="597"/>
                      </a:lnTo>
                      <a:lnTo>
                        <a:pt x="7" y="619"/>
                      </a:lnTo>
                      <a:lnTo>
                        <a:pt x="0" y="673"/>
                      </a:lnTo>
                      <a:lnTo>
                        <a:pt x="82" y="737"/>
                      </a:lnTo>
                      <a:lnTo>
                        <a:pt x="109" y="739"/>
                      </a:lnTo>
                      <a:lnTo>
                        <a:pt x="131" y="726"/>
                      </a:lnTo>
                      <a:lnTo>
                        <a:pt x="207" y="726"/>
                      </a:lnTo>
                      <a:lnTo>
                        <a:pt x="219" y="732"/>
                      </a:lnTo>
                      <a:lnTo>
                        <a:pt x="217" y="756"/>
                      </a:lnTo>
                      <a:lnTo>
                        <a:pt x="244" y="787"/>
                      </a:lnTo>
                      <a:lnTo>
                        <a:pt x="246" y="889"/>
                      </a:lnTo>
                      <a:lnTo>
                        <a:pt x="276" y="916"/>
                      </a:lnTo>
                      <a:lnTo>
                        <a:pt x="276" y="998"/>
                      </a:lnTo>
                      <a:lnTo>
                        <a:pt x="299" y="1015"/>
                      </a:lnTo>
                      <a:lnTo>
                        <a:pt x="312" y="1005"/>
                      </a:lnTo>
                      <a:lnTo>
                        <a:pt x="344" y="1005"/>
                      </a:lnTo>
                      <a:lnTo>
                        <a:pt x="379" y="974"/>
                      </a:lnTo>
                      <a:lnTo>
                        <a:pt x="397" y="973"/>
                      </a:lnTo>
                      <a:lnTo>
                        <a:pt x="399" y="943"/>
                      </a:lnTo>
                      <a:lnTo>
                        <a:pt x="428" y="941"/>
                      </a:lnTo>
                      <a:lnTo>
                        <a:pt x="426" y="904"/>
                      </a:lnTo>
                      <a:lnTo>
                        <a:pt x="438" y="906"/>
                      </a:lnTo>
                      <a:lnTo>
                        <a:pt x="463" y="882"/>
                      </a:lnTo>
                      <a:lnTo>
                        <a:pt x="465" y="843"/>
                      </a:lnTo>
                      <a:lnTo>
                        <a:pt x="446" y="828"/>
                      </a:lnTo>
                      <a:lnTo>
                        <a:pt x="448" y="790"/>
                      </a:lnTo>
                      <a:lnTo>
                        <a:pt x="557" y="689"/>
                      </a:lnTo>
                      <a:lnTo>
                        <a:pt x="481" y="689"/>
                      </a:lnTo>
                      <a:lnTo>
                        <a:pt x="477" y="638"/>
                      </a:lnTo>
                      <a:lnTo>
                        <a:pt x="467" y="626"/>
                      </a:lnTo>
                      <a:lnTo>
                        <a:pt x="457" y="630"/>
                      </a:lnTo>
                      <a:lnTo>
                        <a:pt x="391" y="566"/>
                      </a:lnTo>
                      <a:lnTo>
                        <a:pt x="423" y="563"/>
                      </a:lnTo>
                      <a:lnTo>
                        <a:pt x="463" y="599"/>
                      </a:lnTo>
                      <a:lnTo>
                        <a:pt x="513" y="638"/>
                      </a:lnTo>
                      <a:lnTo>
                        <a:pt x="515" y="657"/>
                      </a:lnTo>
                      <a:lnTo>
                        <a:pt x="571" y="657"/>
                      </a:lnTo>
                      <a:lnTo>
                        <a:pt x="569" y="642"/>
                      </a:lnTo>
                      <a:lnTo>
                        <a:pt x="620" y="597"/>
                      </a:lnTo>
                      <a:lnTo>
                        <a:pt x="575" y="593"/>
                      </a:lnTo>
                      <a:lnTo>
                        <a:pt x="563" y="587"/>
                      </a:lnTo>
                      <a:lnTo>
                        <a:pt x="554" y="587"/>
                      </a:lnTo>
                      <a:lnTo>
                        <a:pt x="515" y="551"/>
                      </a:lnTo>
                      <a:lnTo>
                        <a:pt x="532" y="532"/>
                      </a:lnTo>
                      <a:lnTo>
                        <a:pt x="554" y="539"/>
                      </a:lnTo>
                      <a:lnTo>
                        <a:pt x="585" y="568"/>
                      </a:lnTo>
                      <a:lnTo>
                        <a:pt x="688" y="568"/>
                      </a:lnTo>
                      <a:lnTo>
                        <a:pt x="718" y="595"/>
                      </a:lnTo>
                      <a:lnTo>
                        <a:pt x="722" y="652"/>
                      </a:lnTo>
                      <a:lnTo>
                        <a:pt x="769" y="687"/>
                      </a:lnTo>
                      <a:lnTo>
                        <a:pt x="804" y="662"/>
                      </a:lnTo>
                      <a:lnTo>
                        <a:pt x="802" y="634"/>
                      </a:lnTo>
                      <a:lnTo>
                        <a:pt x="841" y="601"/>
                      </a:lnTo>
                      <a:lnTo>
                        <a:pt x="872" y="601"/>
                      </a:lnTo>
                      <a:lnTo>
                        <a:pt x="908" y="630"/>
                      </a:lnTo>
                      <a:lnTo>
                        <a:pt x="941" y="632"/>
                      </a:lnTo>
                      <a:lnTo>
                        <a:pt x="941" y="703"/>
                      </a:lnTo>
                      <a:lnTo>
                        <a:pt x="973" y="728"/>
                      </a:lnTo>
                      <a:lnTo>
                        <a:pt x="980" y="726"/>
                      </a:lnTo>
                      <a:lnTo>
                        <a:pt x="992" y="736"/>
                      </a:lnTo>
                      <a:lnTo>
                        <a:pt x="998" y="730"/>
                      </a:lnTo>
                      <a:lnTo>
                        <a:pt x="954" y="693"/>
                      </a:lnTo>
                      <a:lnTo>
                        <a:pt x="954" y="664"/>
                      </a:lnTo>
                      <a:lnTo>
                        <a:pt x="961" y="664"/>
                      </a:lnTo>
                      <a:lnTo>
                        <a:pt x="995" y="695"/>
                      </a:lnTo>
                      <a:lnTo>
                        <a:pt x="1005" y="693"/>
                      </a:lnTo>
                      <a:lnTo>
                        <a:pt x="1017" y="685"/>
                      </a:lnTo>
                      <a:lnTo>
                        <a:pt x="1029" y="685"/>
                      </a:lnTo>
                      <a:lnTo>
                        <a:pt x="1027" y="650"/>
                      </a:lnTo>
                      <a:lnTo>
                        <a:pt x="1004" y="626"/>
                      </a:lnTo>
                      <a:lnTo>
                        <a:pt x="998" y="626"/>
                      </a:lnTo>
                      <a:lnTo>
                        <a:pt x="984" y="612"/>
                      </a:lnTo>
                      <a:lnTo>
                        <a:pt x="980" y="602"/>
                      </a:lnTo>
                      <a:lnTo>
                        <a:pt x="1007" y="580"/>
                      </a:lnTo>
                      <a:lnTo>
                        <a:pt x="1053" y="579"/>
                      </a:lnTo>
                      <a:lnTo>
                        <a:pt x="1099" y="530"/>
                      </a:lnTo>
                      <a:lnTo>
                        <a:pt x="1099" y="495"/>
                      </a:lnTo>
                      <a:lnTo>
                        <a:pt x="1086" y="481"/>
                      </a:lnTo>
                      <a:lnTo>
                        <a:pt x="1058" y="460"/>
                      </a:lnTo>
                      <a:lnTo>
                        <a:pt x="1068" y="448"/>
                      </a:lnTo>
                      <a:lnTo>
                        <a:pt x="1062" y="444"/>
                      </a:lnTo>
                      <a:lnTo>
                        <a:pt x="1055" y="450"/>
                      </a:lnTo>
                      <a:lnTo>
                        <a:pt x="1037" y="435"/>
                      </a:lnTo>
                      <a:lnTo>
                        <a:pt x="1031" y="435"/>
                      </a:lnTo>
                      <a:lnTo>
                        <a:pt x="1029" y="423"/>
                      </a:lnTo>
                      <a:lnTo>
                        <a:pt x="1066" y="397"/>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7" name="Freeform 12"/>
                <p:cNvSpPr>
                  <a:spLocks/>
                </p:cNvSpPr>
                <p:nvPr userDrawn="1"/>
              </p:nvSpPr>
              <p:spPr bwMode="auto">
                <a:xfrm>
                  <a:off x="8747126" y="4297363"/>
                  <a:ext cx="101600" cy="130175"/>
                </a:xfrm>
                <a:custGeom>
                  <a:avLst/>
                  <a:gdLst/>
                  <a:ahLst/>
                  <a:cxnLst>
                    <a:cxn ang="0">
                      <a:pos x="0" y="45"/>
                    </a:cxn>
                    <a:cxn ang="0">
                      <a:pos x="27" y="44"/>
                    </a:cxn>
                    <a:cxn ang="0">
                      <a:pos x="31" y="0"/>
                    </a:cxn>
                    <a:cxn ang="0">
                      <a:pos x="62" y="0"/>
                    </a:cxn>
                    <a:cxn ang="0">
                      <a:pos x="64" y="28"/>
                    </a:cxn>
                    <a:cxn ang="0">
                      <a:pos x="51" y="38"/>
                    </a:cxn>
                    <a:cxn ang="0">
                      <a:pos x="52" y="47"/>
                    </a:cxn>
                    <a:cxn ang="0">
                      <a:pos x="60" y="47"/>
                    </a:cxn>
                    <a:cxn ang="0">
                      <a:pos x="27" y="80"/>
                    </a:cxn>
                    <a:cxn ang="0">
                      <a:pos x="0" y="82"/>
                    </a:cxn>
                    <a:cxn ang="0">
                      <a:pos x="0" y="45"/>
                    </a:cxn>
                  </a:cxnLst>
                  <a:rect l="0" t="0" r="r" b="b"/>
                  <a:pathLst>
                    <a:path w="64" h="82">
                      <a:moveTo>
                        <a:pt x="0" y="45"/>
                      </a:moveTo>
                      <a:lnTo>
                        <a:pt x="27" y="44"/>
                      </a:lnTo>
                      <a:lnTo>
                        <a:pt x="31" y="0"/>
                      </a:lnTo>
                      <a:lnTo>
                        <a:pt x="62" y="0"/>
                      </a:lnTo>
                      <a:lnTo>
                        <a:pt x="64" y="28"/>
                      </a:lnTo>
                      <a:lnTo>
                        <a:pt x="51" y="38"/>
                      </a:lnTo>
                      <a:lnTo>
                        <a:pt x="52" y="47"/>
                      </a:lnTo>
                      <a:lnTo>
                        <a:pt x="60" y="47"/>
                      </a:lnTo>
                      <a:lnTo>
                        <a:pt x="27" y="80"/>
                      </a:lnTo>
                      <a:lnTo>
                        <a:pt x="0" y="82"/>
                      </a:lnTo>
                      <a:lnTo>
                        <a:pt x="0" y="45"/>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Freeform 13"/>
                <p:cNvSpPr>
                  <a:spLocks/>
                </p:cNvSpPr>
                <p:nvPr userDrawn="1"/>
              </p:nvSpPr>
              <p:spPr bwMode="auto">
                <a:xfrm>
                  <a:off x="8537576" y="4337051"/>
                  <a:ext cx="220663" cy="206375"/>
                </a:xfrm>
                <a:custGeom>
                  <a:avLst/>
                  <a:gdLst/>
                  <a:ahLst/>
                  <a:cxnLst>
                    <a:cxn ang="0">
                      <a:pos x="0" y="0"/>
                    </a:cxn>
                    <a:cxn ang="0">
                      <a:pos x="70" y="63"/>
                    </a:cxn>
                    <a:cxn ang="0">
                      <a:pos x="69" y="90"/>
                    </a:cxn>
                    <a:cxn ang="0">
                      <a:pos x="111" y="92"/>
                    </a:cxn>
                    <a:cxn ang="0">
                      <a:pos x="139" y="119"/>
                    </a:cxn>
                    <a:cxn ang="0">
                      <a:pos x="134" y="130"/>
                    </a:cxn>
                    <a:cxn ang="0">
                      <a:pos x="111" y="110"/>
                    </a:cxn>
                    <a:cxn ang="0">
                      <a:pos x="69" y="109"/>
                    </a:cxn>
                    <a:cxn ang="0">
                      <a:pos x="26" y="69"/>
                    </a:cxn>
                    <a:cxn ang="0">
                      <a:pos x="24" y="48"/>
                    </a:cxn>
                    <a:cxn ang="0">
                      <a:pos x="0" y="24"/>
                    </a:cxn>
                    <a:cxn ang="0">
                      <a:pos x="0" y="0"/>
                    </a:cxn>
                  </a:cxnLst>
                  <a:rect l="0" t="0" r="r" b="b"/>
                  <a:pathLst>
                    <a:path w="139" h="130">
                      <a:moveTo>
                        <a:pt x="0" y="0"/>
                      </a:moveTo>
                      <a:lnTo>
                        <a:pt x="70" y="63"/>
                      </a:lnTo>
                      <a:lnTo>
                        <a:pt x="69" y="90"/>
                      </a:lnTo>
                      <a:lnTo>
                        <a:pt x="111" y="92"/>
                      </a:lnTo>
                      <a:lnTo>
                        <a:pt x="139" y="119"/>
                      </a:lnTo>
                      <a:lnTo>
                        <a:pt x="134" y="130"/>
                      </a:lnTo>
                      <a:lnTo>
                        <a:pt x="111" y="110"/>
                      </a:lnTo>
                      <a:lnTo>
                        <a:pt x="69" y="109"/>
                      </a:lnTo>
                      <a:lnTo>
                        <a:pt x="26" y="69"/>
                      </a:lnTo>
                      <a:lnTo>
                        <a:pt x="24" y="48"/>
                      </a:lnTo>
                      <a:lnTo>
                        <a:pt x="0" y="24"/>
                      </a:lnTo>
                      <a:lnTo>
                        <a:pt x="0" y="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Freeform 14"/>
                <p:cNvSpPr>
                  <a:spLocks/>
                </p:cNvSpPr>
                <p:nvPr userDrawn="1"/>
              </p:nvSpPr>
              <p:spPr bwMode="auto">
                <a:xfrm>
                  <a:off x="9028113" y="4403726"/>
                  <a:ext cx="198438" cy="130175"/>
                </a:xfrm>
                <a:custGeom>
                  <a:avLst/>
                  <a:gdLst/>
                  <a:ahLst/>
                  <a:cxnLst>
                    <a:cxn ang="0">
                      <a:pos x="2" y="2"/>
                    </a:cxn>
                    <a:cxn ang="0">
                      <a:pos x="21" y="0"/>
                    </a:cxn>
                    <a:cxn ang="0">
                      <a:pos x="22" y="19"/>
                    </a:cxn>
                    <a:cxn ang="0">
                      <a:pos x="58" y="19"/>
                    </a:cxn>
                    <a:cxn ang="0">
                      <a:pos x="69" y="12"/>
                    </a:cxn>
                    <a:cxn ang="0">
                      <a:pos x="125" y="60"/>
                    </a:cxn>
                    <a:cxn ang="0">
                      <a:pos x="118" y="82"/>
                    </a:cxn>
                    <a:cxn ang="0">
                      <a:pos x="92" y="57"/>
                    </a:cxn>
                    <a:cxn ang="0">
                      <a:pos x="75" y="72"/>
                    </a:cxn>
                    <a:cxn ang="0">
                      <a:pos x="50" y="48"/>
                    </a:cxn>
                    <a:cxn ang="0">
                      <a:pos x="51" y="35"/>
                    </a:cxn>
                    <a:cxn ang="0">
                      <a:pos x="37" y="37"/>
                    </a:cxn>
                    <a:cxn ang="0">
                      <a:pos x="0" y="13"/>
                    </a:cxn>
                    <a:cxn ang="0">
                      <a:pos x="2" y="2"/>
                    </a:cxn>
                  </a:cxnLst>
                  <a:rect l="0" t="0" r="r" b="b"/>
                  <a:pathLst>
                    <a:path w="125" h="82">
                      <a:moveTo>
                        <a:pt x="2" y="2"/>
                      </a:moveTo>
                      <a:lnTo>
                        <a:pt x="21" y="0"/>
                      </a:lnTo>
                      <a:lnTo>
                        <a:pt x="22" y="19"/>
                      </a:lnTo>
                      <a:lnTo>
                        <a:pt x="58" y="19"/>
                      </a:lnTo>
                      <a:lnTo>
                        <a:pt x="69" y="12"/>
                      </a:lnTo>
                      <a:lnTo>
                        <a:pt x="125" y="60"/>
                      </a:lnTo>
                      <a:lnTo>
                        <a:pt x="118" y="82"/>
                      </a:lnTo>
                      <a:lnTo>
                        <a:pt x="92" y="57"/>
                      </a:lnTo>
                      <a:lnTo>
                        <a:pt x="75" y="72"/>
                      </a:lnTo>
                      <a:lnTo>
                        <a:pt x="50" y="48"/>
                      </a:lnTo>
                      <a:lnTo>
                        <a:pt x="51" y="35"/>
                      </a:lnTo>
                      <a:lnTo>
                        <a:pt x="37" y="37"/>
                      </a:lnTo>
                      <a:lnTo>
                        <a:pt x="0" y="13"/>
                      </a:lnTo>
                      <a:lnTo>
                        <a:pt x="2" y="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Freeform 15"/>
                <p:cNvSpPr>
                  <a:spLocks/>
                </p:cNvSpPr>
                <p:nvPr userDrawn="1"/>
              </p:nvSpPr>
              <p:spPr bwMode="auto">
                <a:xfrm>
                  <a:off x="8688388" y="4570413"/>
                  <a:ext cx="557213" cy="382588"/>
                </a:xfrm>
                <a:custGeom>
                  <a:avLst/>
                  <a:gdLst/>
                  <a:ahLst/>
                  <a:cxnLst>
                    <a:cxn ang="0">
                      <a:pos x="49" y="60"/>
                    </a:cxn>
                    <a:cxn ang="0">
                      <a:pos x="94" y="60"/>
                    </a:cxn>
                    <a:cxn ang="0">
                      <a:pos x="151" y="12"/>
                    </a:cxn>
                    <a:cxn ang="0">
                      <a:pos x="174" y="30"/>
                    </a:cxn>
                    <a:cxn ang="0">
                      <a:pos x="211" y="0"/>
                    </a:cxn>
                    <a:cxn ang="0">
                      <a:pos x="236" y="0"/>
                    </a:cxn>
                    <a:cxn ang="0">
                      <a:pos x="223" y="17"/>
                    </a:cxn>
                    <a:cxn ang="0">
                      <a:pos x="264" y="45"/>
                    </a:cxn>
                    <a:cxn ang="0">
                      <a:pos x="301" y="21"/>
                    </a:cxn>
                    <a:cxn ang="0">
                      <a:pos x="303" y="65"/>
                    </a:cxn>
                    <a:cxn ang="0">
                      <a:pos x="325" y="85"/>
                    </a:cxn>
                    <a:cxn ang="0">
                      <a:pos x="325" y="103"/>
                    </a:cxn>
                    <a:cxn ang="0">
                      <a:pos x="349" y="119"/>
                    </a:cxn>
                    <a:cxn ang="0">
                      <a:pos x="351" y="167"/>
                    </a:cxn>
                    <a:cxn ang="0">
                      <a:pos x="284" y="224"/>
                    </a:cxn>
                    <a:cxn ang="0">
                      <a:pos x="272" y="226"/>
                    </a:cxn>
                    <a:cxn ang="0">
                      <a:pos x="258" y="240"/>
                    </a:cxn>
                    <a:cxn ang="0">
                      <a:pos x="233" y="241"/>
                    </a:cxn>
                    <a:cxn ang="0">
                      <a:pos x="231" y="236"/>
                    </a:cxn>
                    <a:cxn ang="0">
                      <a:pos x="179" y="234"/>
                    </a:cxn>
                    <a:cxn ang="0">
                      <a:pos x="180" y="221"/>
                    </a:cxn>
                    <a:cxn ang="0">
                      <a:pos x="144" y="195"/>
                    </a:cxn>
                    <a:cxn ang="0">
                      <a:pos x="152" y="180"/>
                    </a:cxn>
                    <a:cxn ang="0">
                      <a:pos x="152" y="172"/>
                    </a:cxn>
                    <a:cxn ang="0">
                      <a:pos x="138" y="164"/>
                    </a:cxn>
                    <a:cxn ang="0">
                      <a:pos x="125" y="164"/>
                    </a:cxn>
                    <a:cxn ang="0">
                      <a:pos x="106" y="183"/>
                    </a:cxn>
                    <a:cxn ang="0">
                      <a:pos x="17" y="186"/>
                    </a:cxn>
                    <a:cxn ang="0">
                      <a:pos x="0" y="166"/>
                    </a:cxn>
                    <a:cxn ang="0">
                      <a:pos x="8" y="154"/>
                    </a:cxn>
                    <a:cxn ang="0">
                      <a:pos x="13" y="94"/>
                    </a:cxn>
                    <a:cxn ang="0">
                      <a:pos x="49" y="60"/>
                    </a:cxn>
                  </a:cxnLst>
                  <a:rect l="0" t="0" r="r" b="b"/>
                  <a:pathLst>
                    <a:path w="351" h="241">
                      <a:moveTo>
                        <a:pt x="49" y="60"/>
                      </a:moveTo>
                      <a:lnTo>
                        <a:pt x="94" y="60"/>
                      </a:lnTo>
                      <a:lnTo>
                        <a:pt x="151" y="12"/>
                      </a:lnTo>
                      <a:lnTo>
                        <a:pt x="174" y="30"/>
                      </a:lnTo>
                      <a:lnTo>
                        <a:pt x="211" y="0"/>
                      </a:lnTo>
                      <a:lnTo>
                        <a:pt x="236" y="0"/>
                      </a:lnTo>
                      <a:lnTo>
                        <a:pt x="223" y="17"/>
                      </a:lnTo>
                      <a:lnTo>
                        <a:pt x="264" y="45"/>
                      </a:lnTo>
                      <a:lnTo>
                        <a:pt x="301" y="21"/>
                      </a:lnTo>
                      <a:lnTo>
                        <a:pt x="303" y="65"/>
                      </a:lnTo>
                      <a:lnTo>
                        <a:pt x="325" y="85"/>
                      </a:lnTo>
                      <a:lnTo>
                        <a:pt x="325" y="103"/>
                      </a:lnTo>
                      <a:lnTo>
                        <a:pt x="349" y="119"/>
                      </a:lnTo>
                      <a:lnTo>
                        <a:pt x="351" y="167"/>
                      </a:lnTo>
                      <a:lnTo>
                        <a:pt x="284" y="224"/>
                      </a:lnTo>
                      <a:lnTo>
                        <a:pt x="272" y="226"/>
                      </a:lnTo>
                      <a:lnTo>
                        <a:pt x="258" y="240"/>
                      </a:lnTo>
                      <a:lnTo>
                        <a:pt x="233" y="241"/>
                      </a:lnTo>
                      <a:lnTo>
                        <a:pt x="231" y="236"/>
                      </a:lnTo>
                      <a:lnTo>
                        <a:pt x="179" y="234"/>
                      </a:lnTo>
                      <a:lnTo>
                        <a:pt x="180" y="221"/>
                      </a:lnTo>
                      <a:lnTo>
                        <a:pt x="144" y="195"/>
                      </a:lnTo>
                      <a:lnTo>
                        <a:pt x="152" y="180"/>
                      </a:lnTo>
                      <a:lnTo>
                        <a:pt x="152" y="172"/>
                      </a:lnTo>
                      <a:lnTo>
                        <a:pt x="138" y="164"/>
                      </a:lnTo>
                      <a:lnTo>
                        <a:pt x="125" y="164"/>
                      </a:lnTo>
                      <a:lnTo>
                        <a:pt x="106" y="183"/>
                      </a:lnTo>
                      <a:lnTo>
                        <a:pt x="17" y="186"/>
                      </a:lnTo>
                      <a:lnTo>
                        <a:pt x="0" y="166"/>
                      </a:lnTo>
                      <a:lnTo>
                        <a:pt x="8" y="154"/>
                      </a:lnTo>
                      <a:lnTo>
                        <a:pt x="13" y="94"/>
                      </a:lnTo>
                      <a:lnTo>
                        <a:pt x="49" y="6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Freeform 20"/>
                <p:cNvSpPr>
                  <a:spLocks/>
                </p:cNvSpPr>
                <p:nvPr userDrawn="1"/>
              </p:nvSpPr>
              <p:spPr bwMode="auto">
                <a:xfrm>
                  <a:off x="8956676" y="3713163"/>
                  <a:ext cx="122238" cy="157163"/>
                </a:xfrm>
                <a:custGeom>
                  <a:avLst/>
                  <a:gdLst/>
                  <a:ahLst/>
                  <a:cxnLst>
                    <a:cxn ang="0">
                      <a:pos x="0" y="91"/>
                    </a:cxn>
                    <a:cxn ang="0">
                      <a:pos x="3" y="99"/>
                    </a:cxn>
                    <a:cxn ang="0">
                      <a:pos x="28" y="84"/>
                    </a:cxn>
                    <a:cxn ang="0">
                      <a:pos x="31" y="96"/>
                    </a:cxn>
                    <a:cxn ang="0">
                      <a:pos x="69" y="68"/>
                    </a:cxn>
                    <a:cxn ang="0">
                      <a:pos x="70" y="40"/>
                    </a:cxn>
                    <a:cxn ang="0">
                      <a:pos x="77" y="19"/>
                    </a:cxn>
                    <a:cxn ang="0">
                      <a:pos x="67" y="0"/>
                    </a:cxn>
                    <a:cxn ang="0">
                      <a:pos x="59" y="1"/>
                    </a:cxn>
                    <a:cxn ang="0">
                      <a:pos x="55" y="37"/>
                    </a:cxn>
                    <a:cxn ang="0">
                      <a:pos x="40" y="48"/>
                    </a:cxn>
                    <a:cxn ang="0">
                      <a:pos x="32" y="68"/>
                    </a:cxn>
                    <a:cxn ang="0">
                      <a:pos x="11" y="75"/>
                    </a:cxn>
                    <a:cxn ang="0">
                      <a:pos x="1" y="87"/>
                    </a:cxn>
                  </a:cxnLst>
                  <a:rect l="0" t="0" r="r" b="b"/>
                  <a:pathLst>
                    <a:path w="77" h="99">
                      <a:moveTo>
                        <a:pt x="0" y="91"/>
                      </a:moveTo>
                      <a:lnTo>
                        <a:pt x="3" y="99"/>
                      </a:lnTo>
                      <a:lnTo>
                        <a:pt x="28" y="84"/>
                      </a:lnTo>
                      <a:lnTo>
                        <a:pt x="31" y="96"/>
                      </a:lnTo>
                      <a:lnTo>
                        <a:pt x="69" y="68"/>
                      </a:lnTo>
                      <a:lnTo>
                        <a:pt x="70" y="40"/>
                      </a:lnTo>
                      <a:lnTo>
                        <a:pt x="77" y="19"/>
                      </a:lnTo>
                      <a:lnTo>
                        <a:pt x="67" y="0"/>
                      </a:lnTo>
                      <a:lnTo>
                        <a:pt x="59" y="1"/>
                      </a:lnTo>
                      <a:lnTo>
                        <a:pt x="55" y="37"/>
                      </a:lnTo>
                      <a:lnTo>
                        <a:pt x="40" y="48"/>
                      </a:lnTo>
                      <a:lnTo>
                        <a:pt x="32" y="68"/>
                      </a:lnTo>
                      <a:lnTo>
                        <a:pt x="11" y="75"/>
                      </a:lnTo>
                      <a:lnTo>
                        <a:pt x="1" y="87"/>
                      </a:lnTo>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Freeform 22"/>
                <p:cNvSpPr>
                  <a:spLocks/>
                </p:cNvSpPr>
                <p:nvPr userDrawn="1"/>
              </p:nvSpPr>
              <p:spPr bwMode="auto">
                <a:xfrm>
                  <a:off x="9040813" y="3621088"/>
                  <a:ext cx="73025" cy="79375"/>
                </a:xfrm>
                <a:custGeom>
                  <a:avLst/>
                  <a:gdLst/>
                  <a:ahLst/>
                  <a:cxnLst>
                    <a:cxn ang="0">
                      <a:pos x="5" y="50"/>
                    </a:cxn>
                    <a:cxn ang="0">
                      <a:pos x="12" y="47"/>
                    </a:cxn>
                    <a:cxn ang="0">
                      <a:pos x="17" y="36"/>
                    </a:cxn>
                    <a:cxn ang="0">
                      <a:pos x="29" y="45"/>
                    </a:cxn>
                    <a:cxn ang="0">
                      <a:pos x="33" y="34"/>
                    </a:cxn>
                    <a:cxn ang="0">
                      <a:pos x="46" y="30"/>
                    </a:cxn>
                    <a:cxn ang="0">
                      <a:pos x="42" y="15"/>
                    </a:cxn>
                    <a:cxn ang="0">
                      <a:pos x="33" y="16"/>
                    </a:cxn>
                    <a:cxn ang="0">
                      <a:pos x="13" y="0"/>
                    </a:cxn>
                    <a:cxn ang="0">
                      <a:pos x="13" y="26"/>
                    </a:cxn>
                    <a:cxn ang="0">
                      <a:pos x="7" y="34"/>
                    </a:cxn>
                    <a:cxn ang="0">
                      <a:pos x="0" y="43"/>
                    </a:cxn>
                    <a:cxn ang="0">
                      <a:pos x="5" y="50"/>
                    </a:cxn>
                  </a:cxnLst>
                  <a:rect l="0" t="0" r="r" b="b"/>
                  <a:pathLst>
                    <a:path w="46" h="50">
                      <a:moveTo>
                        <a:pt x="5" y="50"/>
                      </a:moveTo>
                      <a:lnTo>
                        <a:pt x="12" y="47"/>
                      </a:lnTo>
                      <a:lnTo>
                        <a:pt x="17" y="36"/>
                      </a:lnTo>
                      <a:lnTo>
                        <a:pt x="29" y="45"/>
                      </a:lnTo>
                      <a:lnTo>
                        <a:pt x="33" y="34"/>
                      </a:lnTo>
                      <a:lnTo>
                        <a:pt x="46" y="30"/>
                      </a:lnTo>
                      <a:lnTo>
                        <a:pt x="42" y="15"/>
                      </a:lnTo>
                      <a:lnTo>
                        <a:pt x="33" y="16"/>
                      </a:lnTo>
                      <a:lnTo>
                        <a:pt x="13" y="0"/>
                      </a:lnTo>
                      <a:lnTo>
                        <a:pt x="13" y="26"/>
                      </a:lnTo>
                      <a:lnTo>
                        <a:pt x="7" y="34"/>
                      </a:lnTo>
                      <a:lnTo>
                        <a:pt x="0" y="43"/>
                      </a:lnTo>
                      <a:lnTo>
                        <a:pt x="5" y="5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24"/>
                <p:cNvSpPr>
                  <a:spLocks/>
                </p:cNvSpPr>
                <p:nvPr userDrawn="1"/>
              </p:nvSpPr>
              <p:spPr bwMode="auto">
                <a:xfrm>
                  <a:off x="9383713" y="4995863"/>
                  <a:ext cx="115888" cy="122238"/>
                </a:xfrm>
                <a:custGeom>
                  <a:avLst/>
                  <a:gdLst/>
                  <a:ahLst/>
                  <a:cxnLst>
                    <a:cxn ang="0">
                      <a:pos x="0" y="74"/>
                    </a:cxn>
                    <a:cxn ang="0">
                      <a:pos x="24" y="77"/>
                    </a:cxn>
                    <a:cxn ang="0">
                      <a:pos x="31" y="70"/>
                    </a:cxn>
                    <a:cxn ang="0">
                      <a:pos x="48" y="41"/>
                    </a:cxn>
                    <a:cxn ang="0">
                      <a:pos x="61" y="41"/>
                    </a:cxn>
                    <a:cxn ang="0">
                      <a:pos x="61" y="34"/>
                    </a:cxn>
                    <a:cxn ang="0">
                      <a:pos x="73" y="20"/>
                    </a:cxn>
                    <a:cxn ang="0">
                      <a:pos x="70" y="8"/>
                    </a:cxn>
                    <a:cxn ang="0">
                      <a:pos x="62" y="7"/>
                    </a:cxn>
                    <a:cxn ang="0">
                      <a:pos x="58" y="0"/>
                    </a:cxn>
                    <a:cxn ang="0">
                      <a:pos x="54" y="2"/>
                    </a:cxn>
                    <a:cxn ang="0">
                      <a:pos x="50" y="16"/>
                    </a:cxn>
                    <a:cxn ang="0">
                      <a:pos x="34" y="35"/>
                    </a:cxn>
                    <a:cxn ang="0">
                      <a:pos x="21" y="39"/>
                    </a:cxn>
                    <a:cxn ang="0">
                      <a:pos x="1" y="57"/>
                    </a:cxn>
                    <a:cxn ang="0">
                      <a:pos x="0" y="74"/>
                    </a:cxn>
                  </a:cxnLst>
                  <a:rect l="0" t="0" r="r" b="b"/>
                  <a:pathLst>
                    <a:path w="73" h="77">
                      <a:moveTo>
                        <a:pt x="0" y="74"/>
                      </a:moveTo>
                      <a:lnTo>
                        <a:pt x="24" y="77"/>
                      </a:lnTo>
                      <a:lnTo>
                        <a:pt x="31" y="70"/>
                      </a:lnTo>
                      <a:lnTo>
                        <a:pt x="48" y="41"/>
                      </a:lnTo>
                      <a:lnTo>
                        <a:pt x="61" y="41"/>
                      </a:lnTo>
                      <a:lnTo>
                        <a:pt x="61" y="34"/>
                      </a:lnTo>
                      <a:lnTo>
                        <a:pt x="73" y="20"/>
                      </a:lnTo>
                      <a:lnTo>
                        <a:pt x="70" y="8"/>
                      </a:lnTo>
                      <a:lnTo>
                        <a:pt x="62" y="7"/>
                      </a:lnTo>
                      <a:lnTo>
                        <a:pt x="58" y="0"/>
                      </a:lnTo>
                      <a:lnTo>
                        <a:pt x="54" y="2"/>
                      </a:lnTo>
                      <a:lnTo>
                        <a:pt x="50" y="16"/>
                      </a:lnTo>
                      <a:lnTo>
                        <a:pt x="34" y="35"/>
                      </a:lnTo>
                      <a:lnTo>
                        <a:pt x="21" y="39"/>
                      </a:lnTo>
                      <a:lnTo>
                        <a:pt x="1" y="57"/>
                      </a:lnTo>
                      <a:lnTo>
                        <a:pt x="0" y="7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Freeform 25"/>
                <p:cNvSpPr>
                  <a:spLocks/>
                </p:cNvSpPr>
                <p:nvPr userDrawn="1"/>
              </p:nvSpPr>
              <p:spPr bwMode="auto">
                <a:xfrm>
                  <a:off x="9490076" y="4900613"/>
                  <a:ext cx="73025" cy="119063"/>
                </a:xfrm>
                <a:custGeom>
                  <a:avLst/>
                  <a:gdLst/>
                  <a:ahLst/>
                  <a:cxnLst>
                    <a:cxn ang="0">
                      <a:pos x="3" y="56"/>
                    </a:cxn>
                    <a:cxn ang="0">
                      <a:pos x="12" y="58"/>
                    </a:cxn>
                    <a:cxn ang="0">
                      <a:pos x="13" y="72"/>
                    </a:cxn>
                    <a:cxn ang="0">
                      <a:pos x="18" y="75"/>
                    </a:cxn>
                    <a:cxn ang="0">
                      <a:pos x="46" y="45"/>
                    </a:cxn>
                    <a:cxn ang="0">
                      <a:pos x="41" y="32"/>
                    </a:cxn>
                    <a:cxn ang="0">
                      <a:pos x="32" y="35"/>
                    </a:cxn>
                    <a:cxn ang="0">
                      <a:pos x="23" y="22"/>
                    </a:cxn>
                    <a:cxn ang="0">
                      <a:pos x="17" y="22"/>
                    </a:cxn>
                    <a:cxn ang="0">
                      <a:pos x="14" y="11"/>
                    </a:cxn>
                    <a:cxn ang="0">
                      <a:pos x="2" y="0"/>
                    </a:cxn>
                    <a:cxn ang="0">
                      <a:pos x="0" y="12"/>
                    </a:cxn>
                    <a:cxn ang="0">
                      <a:pos x="9" y="22"/>
                    </a:cxn>
                    <a:cxn ang="0">
                      <a:pos x="14" y="36"/>
                    </a:cxn>
                    <a:cxn ang="0">
                      <a:pos x="12" y="43"/>
                    </a:cxn>
                    <a:cxn ang="0">
                      <a:pos x="3" y="45"/>
                    </a:cxn>
                    <a:cxn ang="0">
                      <a:pos x="3" y="56"/>
                    </a:cxn>
                  </a:cxnLst>
                  <a:rect l="0" t="0" r="r" b="b"/>
                  <a:pathLst>
                    <a:path w="46" h="75">
                      <a:moveTo>
                        <a:pt x="3" y="56"/>
                      </a:moveTo>
                      <a:lnTo>
                        <a:pt x="12" y="58"/>
                      </a:lnTo>
                      <a:lnTo>
                        <a:pt x="13" y="72"/>
                      </a:lnTo>
                      <a:lnTo>
                        <a:pt x="18" y="75"/>
                      </a:lnTo>
                      <a:lnTo>
                        <a:pt x="46" y="45"/>
                      </a:lnTo>
                      <a:lnTo>
                        <a:pt x="41" y="32"/>
                      </a:lnTo>
                      <a:lnTo>
                        <a:pt x="32" y="35"/>
                      </a:lnTo>
                      <a:lnTo>
                        <a:pt x="23" y="22"/>
                      </a:lnTo>
                      <a:lnTo>
                        <a:pt x="17" y="22"/>
                      </a:lnTo>
                      <a:lnTo>
                        <a:pt x="14" y="11"/>
                      </a:lnTo>
                      <a:lnTo>
                        <a:pt x="2" y="0"/>
                      </a:lnTo>
                      <a:lnTo>
                        <a:pt x="0" y="12"/>
                      </a:lnTo>
                      <a:lnTo>
                        <a:pt x="9" y="22"/>
                      </a:lnTo>
                      <a:lnTo>
                        <a:pt x="14" y="36"/>
                      </a:lnTo>
                      <a:lnTo>
                        <a:pt x="12" y="43"/>
                      </a:lnTo>
                      <a:lnTo>
                        <a:pt x="3" y="45"/>
                      </a:lnTo>
                      <a:lnTo>
                        <a:pt x="3" y="56"/>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11"/>
                <p:cNvSpPr>
                  <a:spLocks/>
                </p:cNvSpPr>
                <p:nvPr userDrawn="1"/>
              </p:nvSpPr>
              <p:spPr bwMode="auto">
                <a:xfrm>
                  <a:off x="7856538" y="4543426"/>
                  <a:ext cx="95250" cy="146050"/>
                </a:xfrm>
                <a:custGeom>
                  <a:avLst/>
                  <a:gdLst/>
                  <a:ahLst/>
                  <a:cxnLst>
                    <a:cxn ang="0">
                      <a:pos x="1" y="92"/>
                    </a:cxn>
                    <a:cxn ang="0">
                      <a:pos x="0" y="70"/>
                    </a:cxn>
                    <a:cxn ang="0">
                      <a:pos x="11" y="61"/>
                    </a:cxn>
                    <a:cxn ang="0">
                      <a:pos x="13" y="21"/>
                    </a:cxn>
                    <a:cxn ang="0">
                      <a:pos x="29" y="22"/>
                    </a:cxn>
                    <a:cxn ang="0">
                      <a:pos x="57" y="0"/>
                    </a:cxn>
                    <a:cxn ang="0">
                      <a:pos x="60" y="17"/>
                    </a:cxn>
                    <a:cxn ang="0">
                      <a:pos x="40" y="39"/>
                    </a:cxn>
                    <a:cxn ang="0">
                      <a:pos x="36" y="63"/>
                    </a:cxn>
                    <a:cxn ang="0">
                      <a:pos x="26" y="66"/>
                    </a:cxn>
                    <a:cxn ang="0">
                      <a:pos x="17" y="73"/>
                    </a:cxn>
                    <a:cxn ang="0">
                      <a:pos x="16" y="90"/>
                    </a:cxn>
                    <a:cxn ang="0">
                      <a:pos x="1" y="92"/>
                    </a:cxn>
                  </a:cxnLst>
                  <a:rect l="0" t="0" r="r" b="b"/>
                  <a:pathLst>
                    <a:path w="60" h="92">
                      <a:moveTo>
                        <a:pt x="1" y="92"/>
                      </a:moveTo>
                      <a:lnTo>
                        <a:pt x="0" y="70"/>
                      </a:lnTo>
                      <a:lnTo>
                        <a:pt x="11" y="61"/>
                      </a:lnTo>
                      <a:lnTo>
                        <a:pt x="13" y="21"/>
                      </a:lnTo>
                      <a:lnTo>
                        <a:pt x="29" y="22"/>
                      </a:lnTo>
                      <a:lnTo>
                        <a:pt x="57" y="0"/>
                      </a:lnTo>
                      <a:lnTo>
                        <a:pt x="60" y="17"/>
                      </a:lnTo>
                      <a:lnTo>
                        <a:pt x="40" y="39"/>
                      </a:lnTo>
                      <a:lnTo>
                        <a:pt x="36" y="63"/>
                      </a:lnTo>
                      <a:lnTo>
                        <a:pt x="26" y="66"/>
                      </a:lnTo>
                      <a:lnTo>
                        <a:pt x="17" y="73"/>
                      </a:lnTo>
                      <a:lnTo>
                        <a:pt x="16" y="90"/>
                      </a:lnTo>
                      <a:lnTo>
                        <a:pt x="1" y="9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Freeform 16"/>
                <p:cNvSpPr>
                  <a:spLocks/>
                </p:cNvSpPr>
                <p:nvPr userDrawn="1"/>
              </p:nvSpPr>
              <p:spPr bwMode="auto">
                <a:xfrm>
                  <a:off x="7258051" y="3683001"/>
                  <a:ext cx="60325" cy="114300"/>
                </a:xfrm>
                <a:custGeom>
                  <a:avLst/>
                  <a:gdLst/>
                  <a:ahLst/>
                  <a:cxnLst>
                    <a:cxn ang="0">
                      <a:pos x="14" y="72"/>
                    </a:cxn>
                    <a:cxn ang="0">
                      <a:pos x="38" y="65"/>
                    </a:cxn>
                    <a:cxn ang="0">
                      <a:pos x="22" y="21"/>
                    </a:cxn>
                    <a:cxn ang="0">
                      <a:pos x="30" y="7"/>
                    </a:cxn>
                    <a:cxn ang="0">
                      <a:pos x="19" y="10"/>
                    </a:cxn>
                    <a:cxn ang="0">
                      <a:pos x="22" y="1"/>
                    </a:cxn>
                    <a:cxn ang="0">
                      <a:pos x="9" y="0"/>
                    </a:cxn>
                    <a:cxn ang="0">
                      <a:pos x="9" y="25"/>
                    </a:cxn>
                    <a:cxn ang="0">
                      <a:pos x="14" y="36"/>
                    </a:cxn>
                    <a:cxn ang="0">
                      <a:pos x="4" y="54"/>
                    </a:cxn>
                    <a:cxn ang="0">
                      <a:pos x="12" y="57"/>
                    </a:cxn>
                    <a:cxn ang="0">
                      <a:pos x="0" y="72"/>
                    </a:cxn>
                    <a:cxn ang="0">
                      <a:pos x="14" y="72"/>
                    </a:cxn>
                  </a:cxnLst>
                  <a:rect l="0" t="0" r="r" b="b"/>
                  <a:pathLst>
                    <a:path w="38" h="72">
                      <a:moveTo>
                        <a:pt x="14" y="72"/>
                      </a:moveTo>
                      <a:lnTo>
                        <a:pt x="38" y="65"/>
                      </a:lnTo>
                      <a:lnTo>
                        <a:pt x="22" y="21"/>
                      </a:lnTo>
                      <a:lnTo>
                        <a:pt x="30" y="7"/>
                      </a:lnTo>
                      <a:lnTo>
                        <a:pt x="19" y="10"/>
                      </a:lnTo>
                      <a:lnTo>
                        <a:pt x="22" y="1"/>
                      </a:lnTo>
                      <a:lnTo>
                        <a:pt x="9" y="0"/>
                      </a:lnTo>
                      <a:lnTo>
                        <a:pt x="9" y="25"/>
                      </a:lnTo>
                      <a:lnTo>
                        <a:pt x="14" y="36"/>
                      </a:lnTo>
                      <a:lnTo>
                        <a:pt x="4" y="54"/>
                      </a:lnTo>
                      <a:lnTo>
                        <a:pt x="12" y="57"/>
                      </a:lnTo>
                      <a:lnTo>
                        <a:pt x="0" y="72"/>
                      </a:lnTo>
                      <a:lnTo>
                        <a:pt x="14"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Freeform 23"/>
                <p:cNvSpPr>
                  <a:spLocks/>
                </p:cNvSpPr>
                <p:nvPr userDrawn="1"/>
              </p:nvSpPr>
              <p:spPr bwMode="auto">
                <a:xfrm>
                  <a:off x="9393238" y="5130801"/>
                  <a:ext cx="20638" cy="22225"/>
                </a:xfrm>
                <a:custGeom>
                  <a:avLst/>
                  <a:gdLst/>
                  <a:ahLst/>
                  <a:cxnLst>
                    <a:cxn ang="0">
                      <a:pos x="7" y="14"/>
                    </a:cxn>
                    <a:cxn ang="0">
                      <a:pos x="13" y="10"/>
                    </a:cxn>
                    <a:cxn ang="0">
                      <a:pos x="10" y="1"/>
                    </a:cxn>
                    <a:cxn ang="0">
                      <a:pos x="0" y="0"/>
                    </a:cxn>
                    <a:cxn ang="0">
                      <a:pos x="2" y="9"/>
                    </a:cxn>
                    <a:cxn ang="0">
                      <a:pos x="1" y="13"/>
                    </a:cxn>
                    <a:cxn ang="0">
                      <a:pos x="7" y="14"/>
                    </a:cxn>
                  </a:cxnLst>
                  <a:rect l="0" t="0" r="r" b="b"/>
                  <a:pathLst>
                    <a:path w="13" h="14">
                      <a:moveTo>
                        <a:pt x="7" y="14"/>
                      </a:moveTo>
                      <a:lnTo>
                        <a:pt x="13" y="10"/>
                      </a:lnTo>
                      <a:lnTo>
                        <a:pt x="10" y="1"/>
                      </a:lnTo>
                      <a:lnTo>
                        <a:pt x="0" y="0"/>
                      </a:lnTo>
                      <a:lnTo>
                        <a:pt x="2" y="9"/>
                      </a:lnTo>
                      <a:lnTo>
                        <a:pt x="1" y="13"/>
                      </a:lnTo>
                      <a:lnTo>
                        <a:pt x="7" y="1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noFill/>
                  </a:endParaRPr>
                </a:p>
              </p:txBody>
            </p:sp>
            <p:sp>
              <p:nvSpPr>
                <p:cNvPr id="209" name="Freeform 17"/>
                <p:cNvSpPr>
                  <a:spLocks/>
                </p:cNvSpPr>
                <p:nvPr userDrawn="1"/>
              </p:nvSpPr>
              <p:spPr bwMode="auto">
                <a:xfrm>
                  <a:off x="7213601" y="3740151"/>
                  <a:ext cx="44450" cy="41275"/>
                </a:xfrm>
                <a:custGeom>
                  <a:avLst/>
                  <a:gdLst/>
                  <a:ahLst/>
                  <a:cxnLst>
                    <a:cxn ang="0">
                      <a:pos x="20" y="3"/>
                    </a:cxn>
                    <a:cxn ang="0">
                      <a:pos x="28" y="9"/>
                    </a:cxn>
                    <a:cxn ang="0">
                      <a:pos x="22" y="23"/>
                    </a:cxn>
                    <a:cxn ang="0">
                      <a:pos x="3" y="26"/>
                    </a:cxn>
                    <a:cxn ang="0">
                      <a:pos x="1" y="19"/>
                    </a:cxn>
                    <a:cxn ang="0">
                      <a:pos x="5" y="16"/>
                    </a:cxn>
                    <a:cxn ang="0">
                      <a:pos x="0" y="13"/>
                    </a:cxn>
                    <a:cxn ang="0">
                      <a:pos x="1" y="6"/>
                    </a:cxn>
                    <a:cxn ang="0">
                      <a:pos x="7" y="6"/>
                    </a:cxn>
                    <a:cxn ang="0">
                      <a:pos x="11" y="0"/>
                    </a:cxn>
                    <a:cxn ang="0">
                      <a:pos x="17" y="0"/>
                    </a:cxn>
                    <a:cxn ang="0">
                      <a:pos x="20" y="3"/>
                    </a:cxn>
                  </a:cxnLst>
                  <a:rect l="0" t="0" r="r" b="b"/>
                  <a:pathLst>
                    <a:path w="28" h="26">
                      <a:moveTo>
                        <a:pt x="20" y="3"/>
                      </a:moveTo>
                      <a:lnTo>
                        <a:pt x="28" y="9"/>
                      </a:lnTo>
                      <a:lnTo>
                        <a:pt x="22" y="23"/>
                      </a:lnTo>
                      <a:lnTo>
                        <a:pt x="3" y="26"/>
                      </a:lnTo>
                      <a:lnTo>
                        <a:pt x="1" y="19"/>
                      </a:lnTo>
                      <a:lnTo>
                        <a:pt x="5" y="16"/>
                      </a:lnTo>
                      <a:lnTo>
                        <a:pt x="0" y="13"/>
                      </a:lnTo>
                      <a:lnTo>
                        <a:pt x="1" y="6"/>
                      </a:lnTo>
                      <a:lnTo>
                        <a:pt x="7" y="6"/>
                      </a:lnTo>
                      <a:lnTo>
                        <a:pt x="11" y="0"/>
                      </a:lnTo>
                      <a:lnTo>
                        <a:pt x="17" y="0"/>
                      </a:lnTo>
                      <a:lnTo>
                        <a:pt x="20" y="3"/>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88" name="Freeform 19"/>
              <p:cNvSpPr>
                <a:spLocks/>
              </p:cNvSpPr>
              <p:nvPr userDrawn="1"/>
            </p:nvSpPr>
            <p:spPr bwMode="auto">
              <a:xfrm>
                <a:off x="8873856" y="4479060"/>
                <a:ext cx="51328" cy="74792"/>
              </a:xfrm>
              <a:custGeom>
                <a:avLst/>
                <a:gdLst/>
                <a:ahLst/>
                <a:cxnLst>
                  <a:cxn ang="0">
                    <a:pos x="0" y="0"/>
                  </a:cxn>
                  <a:cxn ang="0">
                    <a:pos x="17" y="0"/>
                  </a:cxn>
                  <a:cxn ang="0">
                    <a:pos x="18" y="14"/>
                  </a:cxn>
                  <a:cxn ang="0">
                    <a:pos x="18" y="25"/>
                  </a:cxn>
                  <a:cxn ang="0">
                    <a:pos x="30" y="31"/>
                  </a:cxn>
                  <a:cxn ang="0">
                    <a:pos x="35" y="40"/>
                  </a:cxn>
                  <a:cxn ang="0">
                    <a:pos x="29" y="51"/>
                  </a:cxn>
                  <a:cxn ang="0">
                    <a:pos x="15" y="50"/>
                  </a:cxn>
                  <a:cxn ang="0">
                    <a:pos x="6" y="40"/>
                  </a:cxn>
                  <a:cxn ang="0">
                    <a:pos x="15" y="37"/>
                  </a:cxn>
                  <a:cxn ang="0">
                    <a:pos x="14" y="27"/>
                  </a:cxn>
                  <a:cxn ang="0">
                    <a:pos x="5" y="20"/>
                  </a:cxn>
                  <a:cxn ang="0">
                    <a:pos x="0" y="0"/>
                  </a:cxn>
                </a:cxnLst>
                <a:rect l="0" t="0" r="r" b="b"/>
                <a:pathLst>
                  <a:path w="35" h="51">
                    <a:moveTo>
                      <a:pt x="0" y="0"/>
                    </a:moveTo>
                    <a:lnTo>
                      <a:pt x="17" y="0"/>
                    </a:lnTo>
                    <a:lnTo>
                      <a:pt x="18" y="14"/>
                    </a:lnTo>
                    <a:lnTo>
                      <a:pt x="18" y="25"/>
                    </a:lnTo>
                    <a:lnTo>
                      <a:pt x="30" y="31"/>
                    </a:lnTo>
                    <a:lnTo>
                      <a:pt x="35" y="40"/>
                    </a:lnTo>
                    <a:lnTo>
                      <a:pt x="29" y="51"/>
                    </a:lnTo>
                    <a:lnTo>
                      <a:pt x="15" y="50"/>
                    </a:lnTo>
                    <a:lnTo>
                      <a:pt x="6" y="40"/>
                    </a:lnTo>
                    <a:lnTo>
                      <a:pt x="15" y="37"/>
                    </a:lnTo>
                    <a:lnTo>
                      <a:pt x="14" y="27"/>
                    </a:lnTo>
                    <a:lnTo>
                      <a:pt x="5" y="20"/>
                    </a:lnTo>
                    <a:lnTo>
                      <a:pt x="0"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9" name="Freeform 21"/>
              <p:cNvSpPr>
                <a:spLocks/>
              </p:cNvSpPr>
              <p:nvPr userDrawn="1"/>
            </p:nvSpPr>
            <p:spPr bwMode="auto">
              <a:xfrm>
                <a:off x="8966245" y="4218023"/>
                <a:ext cx="24931" cy="43995"/>
              </a:xfrm>
              <a:custGeom>
                <a:avLst/>
                <a:gdLst/>
                <a:ahLst/>
                <a:cxnLst>
                  <a:cxn ang="0">
                    <a:pos x="15" y="30"/>
                  </a:cxn>
                  <a:cxn ang="0">
                    <a:pos x="6" y="16"/>
                  </a:cxn>
                  <a:cxn ang="0">
                    <a:pos x="0" y="7"/>
                  </a:cxn>
                  <a:cxn ang="0">
                    <a:pos x="7" y="0"/>
                  </a:cxn>
                  <a:cxn ang="0">
                    <a:pos x="17" y="8"/>
                  </a:cxn>
                  <a:cxn ang="0">
                    <a:pos x="15" y="30"/>
                  </a:cxn>
                </a:cxnLst>
                <a:rect l="0" t="0" r="r" b="b"/>
                <a:pathLst>
                  <a:path w="17" h="30">
                    <a:moveTo>
                      <a:pt x="15" y="30"/>
                    </a:moveTo>
                    <a:lnTo>
                      <a:pt x="6" y="16"/>
                    </a:lnTo>
                    <a:lnTo>
                      <a:pt x="0" y="7"/>
                    </a:lnTo>
                    <a:lnTo>
                      <a:pt x="7" y="0"/>
                    </a:lnTo>
                    <a:lnTo>
                      <a:pt x="17" y="8"/>
                    </a:lnTo>
                    <a:lnTo>
                      <a:pt x="15" y="3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0" name="Oval 68"/>
              <p:cNvSpPr>
                <a:spLocks noChangeArrowheads="1"/>
              </p:cNvSpPr>
              <p:nvPr userDrawn="1"/>
            </p:nvSpPr>
            <p:spPr bwMode="auto">
              <a:xfrm>
                <a:off x="8848925" y="4398402"/>
                <a:ext cx="29330" cy="30797"/>
              </a:xfrm>
              <a:prstGeom prst="ellipse">
                <a:avLst/>
              </a:prstGeom>
              <a:noFill/>
              <a:ln w="9525">
                <a:solidFill>
                  <a:schemeClr val="bg1">
                    <a:lumMod val="85000"/>
                  </a:schemeClr>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1" name="Freeform 18"/>
              <p:cNvSpPr>
                <a:spLocks/>
              </p:cNvSpPr>
              <p:nvPr userDrawn="1"/>
            </p:nvSpPr>
            <p:spPr bwMode="auto">
              <a:xfrm>
                <a:off x="8841593" y="4394003"/>
                <a:ext cx="32263" cy="27864"/>
              </a:xfrm>
              <a:custGeom>
                <a:avLst/>
                <a:gdLst/>
                <a:ahLst/>
                <a:cxnLst>
                  <a:cxn ang="0">
                    <a:pos x="9" y="0"/>
                  </a:cxn>
                  <a:cxn ang="0">
                    <a:pos x="0" y="15"/>
                  </a:cxn>
                  <a:cxn ang="0">
                    <a:pos x="11" y="19"/>
                  </a:cxn>
                  <a:cxn ang="0">
                    <a:pos x="22" y="17"/>
                  </a:cxn>
                  <a:cxn ang="0">
                    <a:pos x="9" y="0"/>
                  </a:cxn>
                </a:cxnLst>
                <a:rect l="0" t="0" r="r" b="b"/>
                <a:pathLst>
                  <a:path w="22" h="19">
                    <a:moveTo>
                      <a:pt x="9" y="0"/>
                    </a:moveTo>
                    <a:lnTo>
                      <a:pt x="0" y="15"/>
                    </a:lnTo>
                    <a:lnTo>
                      <a:pt x="11" y="19"/>
                    </a:lnTo>
                    <a:lnTo>
                      <a:pt x="22" y="17"/>
                    </a:lnTo>
                    <a:lnTo>
                      <a:pt x="9"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8" name="Group 77"/>
            <p:cNvGrpSpPr/>
            <p:nvPr userDrawn="1"/>
          </p:nvGrpSpPr>
          <p:grpSpPr>
            <a:xfrm>
              <a:off x="6087506" y="3983383"/>
              <a:ext cx="3425744" cy="1287587"/>
              <a:chOff x="6087506" y="3983383"/>
              <a:chExt cx="3425744" cy="1287587"/>
            </a:xfrm>
            <a:solidFill>
              <a:schemeClr val="accent6"/>
            </a:solidFill>
          </p:grpSpPr>
          <p:sp>
            <p:nvSpPr>
              <p:cNvPr id="79" name="Oval 26"/>
              <p:cNvSpPr>
                <a:spLocks noChangeArrowheads="1"/>
              </p:cNvSpPr>
              <p:nvPr userDrawn="1"/>
            </p:nvSpPr>
            <p:spPr bwMode="auto">
              <a:xfrm>
                <a:off x="6496659" y="4839819"/>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Oval 27"/>
              <p:cNvSpPr>
                <a:spLocks noChangeArrowheads="1"/>
              </p:cNvSpPr>
              <p:nvPr userDrawn="1"/>
            </p:nvSpPr>
            <p:spPr bwMode="auto">
              <a:xfrm>
                <a:off x="6437999" y="460224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 name="Oval 28"/>
              <p:cNvSpPr>
                <a:spLocks noChangeArrowheads="1"/>
              </p:cNvSpPr>
              <p:nvPr userDrawn="1"/>
            </p:nvSpPr>
            <p:spPr bwMode="auto">
              <a:xfrm>
                <a:off x="9114362" y="503779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 name="Oval 29"/>
              <p:cNvSpPr>
                <a:spLocks noChangeArrowheads="1"/>
              </p:cNvSpPr>
              <p:nvPr userDrawn="1"/>
            </p:nvSpPr>
            <p:spPr bwMode="auto">
              <a:xfrm>
                <a:off x="9483920" y="524017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 name="Oval 30"/>
              <p:cNvSpPr>
                <a:spLocks noChangeArrowheads="1"/>
              </p:cNvSpPr>
              <p:nvPr userDrawn="1"/>
            </p:nvSpPr>
            <p:spPr bwMode="auto">
              <a:xfrm>
                <a:off x="8816662" y="466090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 name="Oval 31"/>
              <p:cNvSpPr>
                <a:spLocks noChangeArrowheads="1"/>
              </p:cNvSpPr>
              <p:nvPr userDrawn="1"/>
            </p:nvSpPr>
            <p:spPr bwMode="auto">
              <a:xfrm>
                <a:off x="8643615" y="425028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 name="Oval 32"/>
              <p:cNvSpPr>
                <a:spLocks noChangeArrowheads="1"/>
              </p:cNvSpPr>
              <p:nvPr userDrawn="1"/>
            </p:nvSpPr>
            <p:spPr bwMode="auto">
              <a:xfrm>
                <a:off x="8894387" y="4499591"/>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 name="Oval 33"/>
              <p:cNvSpPr>
                <a:spLocks noChangeArrowheads="1"/>
              </p:cNvSpPr>
              <p:nvPr userDrawn="1"/>
            </p:nvSpPr>
            <p:spPr bwMode="auto">
              <a:xfrm>
                <a:off x="9061568" y="41564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 name="Oval 34"/>
              <p:cNvSpPr>
                <a:spLocks noChangeArrowheads="1"/>
              </p:cNvSpPr>
              <p:nvPr userDrawn="1"/>
            </p:nvSpPr>
            <p:spPr bwMode="auto">
              <a:xfrm>
                <a:off x="8351782" y="4437998"/>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Oval 35"/>
              <p:cNvSpPr>
                <a:spLocks noChangeArrowheads="1"/>
              </p:cNvSpPr>
              <p:nvPr userDrawn="1"/>
            </p:nvSpPr>
            <p:spPr bwMode="auto">
              <a:xfrm>
                <a:off x="8086345" y="445119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9" name="Oval 36"/>
              <p:cNvSpPr>
                <a:spLocks noChangeArrowheads="1"/>
              </p:cNvSpPr>
              <p:nvPr userDrawn="1"/>
            </p:nvSpPr>
            <p:spPr bwMode="auto">
              <a:xfrm>
                <a:off x="7666926" y="503339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0" name="Oval 37"/>
              <p:cNvSpPr>
                <a:spLocks noChangeArrowheads="1"/>
              </p:cNvSpPr>
              <p:nvPr userDrawn="1"/>
            </p:nvSpPr>
            <p:spPr bwMode="auto">
              <a:xfrm>
                <a:off x="7436686" y="4118301"/>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1" name="Oval 38"/>
              <p:cNvSpPr>
                <a:spLocks noChangeArrowheads="1"/>
              </p:cNvSpPr>
              <p:nvPr userDrawn="1"/>
            </p:nvSpPr>
            <p:spPr bwMode="auto">
              <a:xfrm>
                <a:off x="7376559" y="410363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Oval 39"/>
              <p:cNvSpPr>
                <a:spLocks noChangeArrowheads="1"/>
              </p:cNvSpPr>
              <p:nvPr userDrawn="1"/>
            </p:nvSpPr>
            <p:spPr bwMode="auto">
              <a:xfrm>
                <a:off x="7556939" y="407723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3" name="Oval 40"/>
              <p:cNvSpPr>
                <a:spLocks noChangeArrowheads="1"/>
              </p:cNvSpPr>
              <p:nvPr userDrawn="1"/>
            </p:nvSpPr>
            <p:spPr bwMode="auto">
              <a:xfrm>
                <a:off x="7457217" y="417549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 name="Oval 41"/>
              <p:cNvSpPr>
                <a:spLocks noChangeArrowheads="1"/>
              </p:cNvSpPr>
              <p:nvPr userDrawn="1"/>
            </p:nvSpPr>
            <p:spPr bwMode="auto">
              <a:xfrm>
                <a:off x="7549606" y="416962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 name="Oval 42"/>
              <p:cNvSpPr>
                <a:spLocks noChangeArrowheads="1"/>
              </p:cNvSpPr>
              <p:nvPr userDrawn="1"/>
            </p:nvSpPr>
            <p:spPr bwMode="auto">
              <a:xfrm>
                <a:off x="7568671" y="413589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Oval 43"/>
              <p:cNvSpPr>
                <a:spLocks noChangeArrowheads="1"/>
              </p:cNvSpPr>
              <p:nvPr userDrawn="1"/>
            </p:nvSpPr>
            <p:spPr bwMode="auto">
              <a:xfrm>
                <a:off x="7405889" y="4247353"/>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Oval 44"/>
              <p:cNvSpPr>
                <a:spLocks noChangeArrowheads="1"/>
              </p:cNvSpPr>
              <p:nvPr userDrawn="1"/>
            </p:nvSpPr>
            <p:spPr bwMode="auto">
              <a:xfrm>
                <a:off x="7351629" y="4357340"/>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 name="Oval 45"/>
              <p:cNvSpPr>
                <a:spLocks noChangeArrowheads="1"/>
              </p:cNvSpPr>
              <p:nvPr userDrawn="1"/>
            </p:nvSpPr>
            <p:spPr bwMode="auto">
              <a:xfrm>
                <a:off x="7561338" y="423415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 name="Oval 46"/>
              <p:cNvSpPr>
                <a:spLocks noChangeArrowheads="1"/>
              </p:cNvSpPr>
              <p:nvPr userDrawn="1"/>
            </p:nvSpPr>
            <p:spPr bwMode="auto">
              <a:xfrm>
                <a:off x="7592135" y="4171095"/>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 name="Oval 47"/>
              <p:cNvSpPr>
                <a:spLocks noChangeArrowheads="1"/>
              </p:cNvSpPr>
              <p:nvPr userDrawn="1"/>
            </p:nvSpPr>
            <p:spPr bwMode="auto">
              <a:xfrm>
                <a:off x="7627331" y="41520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 name="Oval 48"/>
              <p:cNvSpPr>
                <a:spLocks noChangeArrowheads="1"/>
              </p:cNvSpPr>
              <p:nvPr userDrawn="1"/>
            </p:nvSpPr>
            <p:spPr bwMode="auto">
              <a:xfrm>
                <a:off x="7627331" y="4190159"/>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 name="Oval 49"/>
              <p:cNvSpPr>
                <a:spLocks noChangeArrowheads="1"/>
              </p:cNvSpPr>
              <p:nvPr userDrawn="1"/>
            </p:nvSpPr>
            <p:spPr bwMode="auto">
              <a:xfrm>
                <a:off x="7707988" y="423268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 name="Oval 50"/>
              <p:cNvSpPr>
                <a:spLocks noChangeArrowheads="1"/>
              </p:cNvSpPr>
              <p:nvPr userDrawn="1"/>
            </p:nvSpPr>
            <p:spPr bwMode="auto">
              <a:xfrm>
                <a:off x="7669859" y="420922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 name="Oval 51"/>
              <p:cNvSpPr>
                <a:spLocks noChangeArrowheads="1"/>
              </p:cNvSpPr>
              <p:nvPr userDrawn="1"/>
            </p:nvSpPr>
            <p:spPr bwMode="auto">
              <a:xfrm>
                <a:off x="7659594" y="411243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 name="Oval 52"/>
              <p:cNvSpPr>
                <a:spLocks noChangeArrowheads="1"/>
              </p:cNvSpPr>
              <p:nvPr userDrawn="1"/>
            </p:nvSpPr>
            <p:spPr bwMode="auto">
              <a:xfrm>
                <a:off x="7707988" y="419162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 name="Oval 53"/>
              <p:cNvSpPr>
                <a:spLocks noChangeArrowheads="1"/>
              </p:cNvSpPr>
              <p:nvPr userDrawn="1"/>
            </p:nvSpPr>
            <p:spPr bwMode="auto">
              <a:xfrm>
                <a:off x="7665460" y="4157896"/>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 name="Oval 54"/>
              <p:cNvSpPr>
                <a:spLocks noChangeArrowheads="1"/>
              </p:cNvSpPr>
              <p:nvPr userDrawn="1"/>
            </p:nvSpPr>
            <p:spPr bwMode="auto">
              <a:xfrm>
                <a:off x="7360428" y="425321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 name="Oval 55"/>
              <p:cNvSpPr>
                <a:spLocks noChangeArrowheads="1"/>
              </p:cNvSpPr>
              <p:nvPr userDrawn="1"/>
            </p:nvSpPr>
            <p:spPr bwMode="auto">
              <a:xfrm>
                <a:off x="6597848" y="398338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 name="Oval 56"/>
              <p:cNvSpPr>
                <a:spLocks noChangeArrowheads="1"/>
              </p:cNvSpPr>
              <p:nvPr userDrawn="1"/>
            </p:nvSpPr>
            <p:spPr bwMode="auto">
              <a:xfrm>
                <a:off x="6143233" y="4068440"/>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 name="Oval 57"/>
              <p:cNvSpPr>
                <a:spLocks noChangeArrowheads="1"/>
              </p:cNvSpPr>
              <p:nvPr userDrawn="1"/>
            </p:nvSpPr>
            <p:spPr bwMode="auto">
              <a:xfrm>
                <a:off x="6087506" y="435880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 name="Oval 58"/>
              <p:cNvSpPr>
                <a:spLocks noChangeArrowheads="1"/>
              </p:cNvSpPr>
              <p:nvPr userDrawn="1"/>
            </p:nvSpPr>
            <p:spPr bwMode="auto">
              <a:xfrm>
                <a:off x="6251754" y="446732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 name="Oval 59"/>
              <p:cNvSpPr>
                <a:spLocks noChangeArrowheads="1"/>
              </p:cNvSpPr>
              <p:nvPr userDrawn="1"/>
            </p:nvSpPr>
            <p:spPr bwMode="auto">
              <a:xfrm>
                <a:off x="6709302" y="4745963"/>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 name="Oval 60"/>
              <p:cNvSpPr>
                <a:spLocks noChangeArrowheads="1"/>
              </p:cNvSpPr>
              <p:nvPr userDrawn="1"/>
            </p:nvSpPr>
            <p:spPr bwMode="auto">
              <a:xfrm>
                <a:off x="6565585" y="500113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4" name="Oval 61"/>
              <p:cNvSpPr>
                <a:spLocks noChangeArrowheads="1"/>
              </p:cNvSpPr>
              <p:nvPr userDrawn="1"/>
            </p:nvSpPr>
            <p:spPr bwMode="auto">
              <a:xfrm>
                <a:off x="7537874" y="412856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5" name="Oval 62"/>
              <p:cNvSpPr>
                <a:spLocks noChangeArrowheads="1"/>
              </p:cNvSpPr>
              <p:nvPr userDrawn="1"/>
            </p:nvSpPr>
            <p:spPr bwMode="auto">
              <a:xfrm>
                <a:off x="7520276" y="398778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6" name="Oval 63"/>
              <p:cNvSpPr>
                <a:spLocks noChangeArrowheads="1"/>
              </p:cNvSpPr>
              <p:nvPr userDrawn="1"/>
            </p:nvSpPr>
            <p:spPr bwMode="auto">
              <a:xfrm>
                <a:off x="7574537" y="4002447"/>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7" name="Oval 64"/>
              <p:cNvSpPr>
                <a:spLocks noChangeArrowheads="1"/>
              </p:cNvSpPr>
              <p:nvPr userDrawn="1"/>
            </p:nvSpPr>
            <p:spPr bwMode="auto">
              <a:xfrm>
                <a:off x="7688924" y="399071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8" name="Oval 65"/>
              <p:cNvSpPr>
                <a:spLocks noChangeArrowheads="1"/>
              </p:cNvSpPr>
              <p:nvPr userDrawn="1"/>
            </p:nvSpPr>
            <p:spPr bwMode="auto">
              <a:xfrm>
                <a:off x="7595068" y="411830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9" name="Oval 66"/>
              <p:cNvSpPr>
                <a:spLocks noChangeArrowheads="1"/>
              </p:cNvSpPr>
              <p:nvPr userDrawn="1"/>
            </p:nvSpPr>
            <p:spPr bwMode="auto">
              <a:xfrm>
                <a:off x="8692010" y="463744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Oval 67"/>
              <p:cNvSpPr>
                <a:spLocks noChangeArrowheads="1"/>
              </p:cNvSpPr>
              <p:nvPr userDrawn="1"/>
            </p:nvSpPr>
            <p:spPr bwMode="auto">
              <a:xfrm>
                <a:off x="8724273" y="452598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6" name="Oval 69"/>
              <p:cNvSpPr>
                <a:spLocks noChangeArrowheads="1"/>
              </p:cNvSpPr>
              <p:nvPr userDrawn="1"/>
            </p:nvSpPr>
            <p:spPr bwMode="auto">
              <a:xfrm>
                <a:off x="8001288" y="443653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74" name="Rectangle 73">
            <a:hlinkClick r:id="rId8"/>
          </p:cNvPr>
          <p:cNvSpPr/>
          <p:nvPr userDrawn="1"/>
        </p:nvSpPr>
        <p:spPr>
          <a:xfrm>
            <a:off x="1447800" y="51085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a:hlinkClick r:id="rId8"/>
          </p:cNvPr>
          <p:cNvSpPr/>
          <p:nvPr userDrawn="1"/>
        </p:nvSpPr>
        <p:spPr>
          <a:xfrm>
            <a:off x="4962525" y="49815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ectangle 120">
            <a:hlinkClick r:id="rId9"/>
          </p:cNvPr>
          <p:cNvSpPr/>
          <p:nvPr userDrawn="1"/>
        </p:nvSpPr>
        <p:spPr>
          <a:xfrm>
            <a:off x="4419599" y="51339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hlinkClick r:id="rId10"/>
          </p:cNvPr>
          <p:cNvSpPr/>
          <p:nvPr userDrawn="1"/>
        </p:nvSpPr>
        <p:spPr>
          <a:xfrm>
            <a:off x="2800350" y="54991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311882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2860" name="think-cell Slide" r:id="rId5" imgW="360" imgH="360" progId="">
                  <p:embed/>
                </p:oleObj>
              </mc:Choice>
              <mc:Fallback>
                <p:oleObj name="think-cell Slide" r:id="rId5" imgW="360" imgH="36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9"/>
          <p:cNvSpPr>
            <a:spLocks noChangeArrowheads="1"/>
          </p:cNvSpPr>
          <p:nvPr userDrawn="1">
            <p:custDataLst>
              <p:tags r:id="rId3"/>
            </p:custDataLst>
          </p:nvPr>
        </p:nvSpPr>
        <p:spPr bwMode="gray">
          <a:xfrm>
            <a:off x="5309494" y="29124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spcBef>
                <a:spcPts val="600"/>
              </a:spcBef>
            </a:pPr>
            <a:r>
              <a:rPr lang="en-US" sz="1000" dirty="0" smtClean="0">
                <a:solidFill>
                  <a:schemeClr val="bg1"/>
                </a:solidFill>
                <a:latin typeface="Arial" pitchFamily="34" charset="0"/>
                <a:cs typeface="Arial" pitchFamily="34" charset="0"/>
              </a:rPr>
              <a:t>With almost 145,000 people in over 40 countries, </a:t>
            </a:r>
            <a:r>
              <a:rPr lang="en-US" sz="1000" dirty="0" err="1" smtClean="0">
                <a:solidFill>
                  <a:schemeClr val="bg1"/>
                </a:solidFill>
                <a:latin typeface="Arial" pitchFamily="34" charset="0"/>
                <a:cs typeface="Arial" pitchFamily="34" charset="0"/>
              </a:rPr>
              <a:t>Capgemini</a:t>
            </a:r>
            <a:r>
              <a:rPr lang="en-US" sz="1000" dirty="0" smtClean="0">
                <a:solidFill>
                  <a:schemeClr val="bg1"/>
                </a:solidFill>
                <a:latin typeface="Arial" pitchFamily="34" charset="0"/>
                <a:cs typeface="Arial" pitchFamily="34" charset="0"/>
              </a:rPr>
              <a:t> is one of the world's foremost providers of consulting, technology and outsourcing services. The Group reported 2014 global revenues of EUR Analytics.573 billion.</a:t>
            </a:r>
          </a:p>
          <a:p>
            <a:pPr marL="0" indent="0" algn="just">
              <a:spcBef>
                <a:spcPts val="600"/>
              </a:spcBef>
            </a:pPr>
            <a:r>
              <a:rPr lang="en-US" sz="1000" dirty="0" smtClean="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smtClean="0">
                <a:solidFill>
                  <a:schemeClr val="bg1"/>
                </a:solidFill>
                <a:latin typeface="Arial" pitchFamily="34" charset="0"/>
                <a:cs typeface="Arial" pitchFamily="34" charset="0"/>
              </a:rPr>
              <a:t>the Collaborative Business Experience™</a:t>
            </a:r>
            <a:r>
              <a:rPr lang="en-US" sz="1000" dirty="0" smtClean="0">
                <a:solidFill>
                  <a:schemeClr val="bg1"/>
                </a:solidFill>
                <a:latin typeface="Arial" pitchFamily="34" charset="0"/>
                <a:cs typeface="Arial" pitchFamily="34" charset="0"/>
              </a:rPr>
              <a:t>, and draws on </a:t>
            </a:r>
            <a:r>
              <a:rPr lang="en-US" sz="1000" u="sng" dirty="0" err="1" smtClean="0">
                <a:solidFill>
                  <a:schemeClr val="bg1"/>
                </a:solidFill>
                <a:latin typeface="Arial" pitchFamily="34" charset="0"/>
                <a:cs typeface="Arial" pitchFamily="34" charset="0"/>
              </a:rPr>
              <a:t>Rightshore</a:t>
            </a:r>
            <a:r>
              <a:rPr lang="en-US" sz="1000" u="sng"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its worldwide delivery model.</a:t>
            </a:r>
          </a:p>
          <a:p>
            <a:pPr marL="0" indent="0" algn="just">
              <a:spcBef>
                <a:spcPts val="600"/>
              </a:spcBef>
            </a:pPr>
            <a:r>
              <a:rPr lang="en-US" sz="1000" dirty="0" smtClean="0">
                <a:solidFill>
                  <a:schemeClr val="bg1"/>
                </a:solidFill>
                <a:latin typeface="Arial" pitchFamily="34" charset="0"/>
                <a:cs typeface="Arial" pitchFamily="34" charset="0"/>
              </a:rPr>
              <a:t>Learn more about us at </a:t>
            </a:r>
            <a:r>
              <a:rPr lang="en-US" sz="1000" b="1" u="sng" dirty="0" smtClean="0">
                <a:solidFill>
                  <a:schemeClr val="bg1"/>
                </a:solidFill>
                <a:latin typeface="Arial" pitchFamily="34" charset="0"/>
                <a:cs typeface="Arial" pitchFamily="34" charset="0"/>
              </a:rPr>
              <a:t>www.capgemini.com</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p:txBody>
      </p:sp>
      <p:pic>
        <p:nvPicPr>
          <p:cNvPr id="15" name="Image 337" descr="CBE_Label_ppt.png"/>
          <p:cNvPicPr>
            <a:picLocks noChangeAspect="1"/>
          </p:cNvPicPr>
          <p:nvPr userDrawn="1"/>
        </p:nvPicPr>
        <p:blipFill>
          <a:blip r:embed="rId7" cstate="screen"/>
          <a:stretch>
            <a:fillRect/>
          </a:stretch>
        </p:blipFill>
        <p:spPr>
          <a:xfrm>
            <a:off x="5059256" y="2763611"/>
            <a:ext cx="519572" cy="522508"/>
          </a:xfrm>
          <a:prstGeom prst="rect">
            <a:avLst/>
          </a:prstGeom>
        </p:spPr>
      </p:pic>
      <p:sp>
        <p:nvSpPr>
          <p:cNvPr id="16" name="Rectangle 15">
            <a:hlinkClick r:id="rId8"/>
          </p:cNvPr>
          <p:cNvSpPr/>
          <p:nvPr userDrawn="1"/>
        </p:nvSpPr>
        <p:spPr>
          <a:xfrm>
            <a:off x="5639331" y="45883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hlinkClick r:id="rId8"/>
          </p:cNvPr>
          <p:cNvSpPr/>
          <p:nvPr userDrawn="1"/>
        </p:nvSpPr>
        <p:spPr>
          <a:xfrm>
            <a:off x="9154056" y="44613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hlinkClick r:id="rId9"/>
          </p:cNvPr>
          <p:cNvSpPr/>
          <p:nvPr userDrawn="1"/>
        </p:nvSpPr>
        <p:spPr>
          <a:xfrm>
            <a:off x="8611130" y="46137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hlinkClick r:id="rId10"/>
          </p:cNvPr>
          <p:cNvSpPr/>
          <p:nvPr userDrawn="1"/>
        </p:nvSpPr>
        <p:spPr>
          <a:xfrm>
            <a:off x="6991881" y="49789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6636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3884" name="think-cell Slide" r:id="rId4" imgW="360" imgH="360" progId="">
                  <p:embed/>
                </p:oleObj>
              </mc:Choice>
              <mc:Fallback>
                <p:oleObj name="think-cell Slide" r:id="rId4" imgW="360" imgH="360" progId="">
                  <p:embed/>
                  <p:pic>
                    <p:nvPicPr>
                      <p:cNvPr id="0"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5025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6954" name="think-cell Slide" r:id="rId6" imgW="360" imgH="360" progId="">
                  <p:embed/>
                </p:oleObj>
              </mc:Choice>
              <mc:Fallback>
                <p:oleObj name="think-cell Slide" r:id="rId6" imgW="360" imgH="360" progId="">
                  <p:embed/>
                  <p:pic>
                    <p:nvPicPr>
                      <p:cNvPr id="0"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11" name="Rectangle 10"/>
          <p:cNvSpPr/>
          <p:nvPr userDrawn="1"/>
        </p:nvSpPr>
        <p:spPr>
          <a:xfrm>
            <a:off x="1776792" y="4601752"/>
            <a:ext cx="1242328" cy="436017"/>
          </a:xfrm>
          <a:prstGeom prst="rect">
            <a:avLst/>
          </a:prstGeom>
          <a:effectLst>
            <a:outerShdw blurRad="38100" dist="25400" dir="2700000" algn="tl" rotWithShape="0">
              <a:schemeClr val="bg1">
                <a:alpha val="65000"/>
              </a:schemeClr>
            </a:outerShdw>
          </a:effectLst>
        </p:spPr>
        <p:txBody>
          <a:bodyPr wrap="none" lIns="0" tIns="0" rIns="0" bIns="0">
            <a:spAutoFit/>
          </a:bodyPr>
          <a:lstStyle/>
          <a:p>
            <a:pPr algn="l">
              <a:lnSpc>
                <a:spcPts val="1700"/>
              </a:lnSpc>
            </a:pPr>
            <a:r>
              <a:rPr lang="en-US" sz="1800" b="1" kern="1100" spc="0" baseline="0" dirty="0" smtClean="0">
                <a:solidFill>
                  <a:schemeClr val="accent6"/>
                </a:solidFill>
                <a:latin typeface="Arial Narrow" pitchFamily="34" charset="0"/>
                <a:ea typeface="+mn-ea"/>
                <a:cs typeface="+mn-cs"/>
              </a:rPr>
              <a:t>Learning and </a:t>
            </a:r>
            <a:br>
              <a:rPr lang="en-US" sz="1800" b="1" kern="1100" spc="0" baseline="0" dirty="0" smtClean="0">
                <a:solidFill>
                  <a:schemeClr val="accent6"/>
                </a:solidFill>
                <a:latin typeface="Arial Narrow" pitchFamily="34" charset="0"/>
                <a:ea typeface="+mn-ea"/>
                <a:cs typeface="+mn-cs"/>
              </a:rPr>
            </a:br>
            <a:r>
              <a:rPr lang="en-US" sz="1800" b="1" kern="1100" spc="0" baseline="0" dirty="0" smtClean="0">
                <a:solidFill>
                  <a:schemeClr val="accent6"/>
                </a:solidFill>
                <a:latin typeface="Arial Narrow" pitchFamily="34" charset="0"/>
              </a:rPr>
              <a:t>Development</a:t>
            </a:r>
            <a:endParaRPr lang="en-US" sz="1800" b="1" kern="1100" spc="0" baseline="0" dirty="0">
              <a:solidFill>
                <a:schemeClr val="accent6"/>
              </a:solidFill>
              <a:latin typeface="Arial Narrow" pitchFamily="34" charset="0"/>
            </a:endParaRPr>
          </a:p>
        </p:txBody>
      </p:sp>
      <p:sp>
        <p:nvSpPr>
          <p:cNvPr id="13" name="Rectangle 12"/>
          <p:cNvSpPr/>
          <p:nvPr userDrawn="1"/>
        </p:nvSpPr>
        <p:spPr>
          <a:xfrm>
            <a:off x="1776792" y="5023940"/>
            <a:ext cx="1173398" cy="338554"/>
          </a:xfrm>
          <a:prstGeom prst="rect">
            <a:avLst/>
          </a:prstGeom>
          <a:effectLst/>
        </p:spPr>
        <p:txBody>
          <a:bodyPr wrap="none" lIns="0" tIns="0" rIns="0" bIns="0">
            <a:spAutoFit/>
          </a:bodyPr>
          <a:lstStyle/>
          <a:p>
            <a:pPr algn="l"/>
            <a:r>
              <a:rPr lang="en-US" sz="1100" b="0" kern="1100" spc="0" baseline="0" dirty="0" smtClean="0">
                <a:solidFill>
                  <a:schemeClr val="accent1">
                    <a:lumMod val="50000"/>
                  </a:schemeClr>
                </a:solidFill>
                <a:latin typeface="Arial Narrow" pitchFamily="34" charset="0"/>
                <a:ea typeface="+mn-ea"/>
                <a:cs typeface="+mn-cs"/>
              </a:rPr>
              <a:t>Enabling development,</a:t>
            </a:r>
          </a:p>
          <a:p>
            <a:pPr algn="l"/>
            <a:r>
              <a:rPr lang="en-US" sz="1100" b="0" kern="1100" spc="0" baseline="0" dirty="0" smtClean="0">
                <a:solidFill>
                  <a:schemeClr val="accent1">
                    <a:lumMod val="50000"/>
                  </a:schemeClr>
                </a:solidFill>
                <a:latin typeface="Arial Narrow" pitchFamily="34" charset="0"/>
                <a:ea typeface="+mn-ea"/>
                <a:cs typeface="+mn-cs"/>
              </a:rPr>
              <a:t>Impacting growth…</a:t>
            </a:r>
            <a:endParaRPr lang="en-US" sz="1100" b="0" kern="1100" spc="0" baseline="0" dirty="0">
              <a:solidFill>
                <a:schemeClr val="accent1">
                  <a:lumMod val="50000"/>
                </a:schemeClr>
              </a:solidFill>
              <a:latin typeface="Arial Narrow" pitchFamily="34" charset="0"/>
            </a:endParaRPr>
          </a:p>
        </p:txBody>
      </p:sp>
    </p:spTree>
    <p:extLst>
      <p:ext uri="{BB962C8B-B14F-4D97-AF65-F5344CB8AC3E}">
        <p14:creationId xmlns:p14="http://schemas.microsoft.com/office/powerpoint/2010/main" val="2727275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2054" y="237618"/>
            <a:ext cx="9908054" cy="6620382"/>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4698" name="think-cell Slide" r:id="rId6" imgW="360" imgH="360" progId="">
                  <p:embed/>
                </p:oleObj>
              </mc:Choice>
              <mc:Fallback>
                <p:oleObj name="think-cell Slide" r:id="rId6" imgW="360" imgH="360" progId="">
                  <p:embed/>
                  <p:pic>
                    <p:nvPicPr>
                      <p:cNvPr id="0" name="Picture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10" name="Rectangle 9"/>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smtClean="0">
                <a:solidFill>
                  <a:schemeClr val="accent2">
                    <a:lumMod val="60000"/>
                    <a:lumOff val="40000"/>
                  </a:schemeClr>
                </a:solidFill>
                <a:latin typeface="Arial Narrow" pitchFamily="34" charset="0"/>
                <a:ea typeface="+mn-ea"/>
                <a:cs typeface="+mn-cs"/>
              </a:rPr>
              <a:t>Learning and</a:t>
            </a:r>
            <a:br>
              <a:rPr lang="en-US" sz="1800" b="1" kern="1100" spc="0" baseline="0" dirty="0" smtClean="0">
                <a:solidFill>
                  <a:schemeClr val="accent2">
                    <a:lumMod val="60000"/>
                    <a:lumOff val="40000"/>
                  </a:schemeClr>
                </a:solidFill>
                <a:latin typeface="Arial Narrow" pitchFamily="34" charset="0"/>
                <a:ea typeface="+mn-ea"/>
                <a:cs typeface="+mn-cs"/>
              </a:rPr>
            </a:br>
            <a:r>
              <a:rPr lang="en-US" sz="1800" b="1" kern="1100" spc="0" baseline="0" dirty="0" smtClean="0">
                <a:solidFill>
                  <a:schemeClr val="accent2">
                    <a:lumMod val="60000"/>
                    <a:lumOff val="40000"/>
                  </a:schemeClr>
                </a:solidFill>
                <a:latin typeface="Arial Narrow" pitchFamily="34" charset="0"/>
              </a:rPr>
              <a:t>Development</a:t>
            </a:r>
            <a:endParaRPr lang="en-US" sz="1800" b="1" kern="1100" spc="0" baseline="0" dirty="0">
              <a:solidFill>
                <a:schemeClr val="accent2">
                  <a:lumMod val="60000"/>
                  <a:lumOff val="40000"/>
                </a:schemeClr>
              </a:solidFill>
              <a:latin typeface="Arial Narrow" pitchFamily="34" charset="0"/>
            </a:endParaRPr>
          </a:p>
        </p:txBody>
      </p:sp>
      <p:sp>
        <p:nvSpPr>
          <p:cNvPr id="11" name="Rectangle 10"/>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a:t>
            </a:r>
          </a:p>
          <a:p>
            <a:pPr algn="l"/>
            <a:r>
              <a:rPr lang="en-US" sz="1100" b="0" kern="1100" spc="0" baseline="0" dirty="0" smtClean="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7217293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8"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1175" y="2649"/>
            <a:ext cx="9907176" cy="5665103"/>
          </a:xfrm>
          <a:prstGeom prst="rect">
            <a:avLst/>
          </a:prstGeom>
          <a:noFill/>
          <a:ln>
            <a:noFill/>
          </a:ln>
        </p:spPr>
      </p:pic>
      <p:sp>
        <p:nvSpPr>
          <p:cNvPr id="7" name="Rectangle 7"/>
          <p:cNvSpPr/>
          <p:nvPr userDrawn="1">
            <p:custDataLst>
              <p:tags r:id="rId2"/>
            </p:custDataLst>
          </p:nvPr>
        </p:nvSpPr>
        <p:spPr bwMode="auto">
          <a:xfrm flipV="1">
            <a:off x="-1175" y="3384911"/>
            <a:ext cx="9907176"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532549" name="think-cell Slide" r:id="rId6" imgW="360" imgH="360" progId="">
                  <p:embed/>
                </p:oleObj>
              </mc:Choice>
              <mc:Fallback>
                <p:oleObj name="think-cell Slide" r:id="rId6" imgW="360" imgH="360" progId="">
                  <p:embed/>
                  <p:pic>
                    <p:nvPicPr>
                      <p:cNvPr id="0" name="Picture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194192"/>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9" name="Rectangle 8"/>
          <p:cNvSpPr/>
          <p:nvPr userDrawn="1"/>
        </p:nvSpPr>
        <p:spPr>
          <a:xfrm>
            <a:off x="698392" y="3539645"/>
            <a:ext cx="2585072" cy="218008"/>
          </a:xfrm>
          <a:prstGeom prst="rect">
            <a:avLst/>
          </a:prstGeom>
          <a:effectLst>
            <a:outerShdw blurRad="38100" dist="12700" dir="2700000" algn="tl" rotWithShape="0">
              <a:srgbClr val="000000">
                <a:alpha val="63000"/>
              </a:srgbClr>
            </a:outerShdw>
          </a:effectLst>
        </p:spPr>
        <p:txBody>
          <a:bodyPr wrap="square" lIns="0" tIns="0" rIns="0" bIns="0">
            <a:spAutoFit/>
          </a:bodyPr>
          <a:lstStyle/>
          <a:p>
            <a:pPr algn="l">
              <a:lnSpc>
                <a:spcPts val="1700"/>
              </a:lnSpc>
            </a:pPr>
            <a:r>
              <a:rPr lang="en-US" sz="1800" b="1" kern="1100" spc="0" baseline="0" dirty="0" smtClean="0">
                <a:solidFill>
                  <a:schemeClr val="bg1"/>
                </a:solidFill>
                <a:latin typeface="Arial Narrow" pitchFamily="34" charset="0"/>
                <a:ea typeface="+mn-ea"/>
                <a:cs typeface="+mn-cs"/>
              </a:rPr>
              <a:t>Learning and </a:t>
            </a:r>
            <a:r>
              <a:rPr lang="en-US" sz="1800" b="1" kern="1100" spc="0" baseline="0" dirty="0" smtClean="0">
                <a:solidFill>
                  <a:schemeClr val="bg1"/>
                </a:solidFill>
                <a:latin typeface="Arial Narrow" pitchFamily="34" charset="0"/>
              </a:rPr>
              <a:t>Development</a:t>
            </a:r>
            <a:endParaRPr lang="en-US" sz="1800" b="1" kern="1100" spc="0" baseline="0" dirty="0">
              <a:solidFill>
                <a:schemeClr val="bg1"/>
              </a:solidFill>
              <a:latin typeface="Arial Narrow" pitchFamily="34" charset="0"/>
            </a:endParaRPr>
          </a:p>
        </p:txBody>
      </p:sp>
      <p:sp>
        <p:nvSpPr>
          <p:cNvPr id="13" name="Rectangle 12"/>
          <p:cNvSpPr/>
          <p:nvPr userDrawn="1"/>
        </p:nvSpPr>
        <p:spPr>
          <a:xfrm>
            <a:off x="698392" y="3755063"/>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tags" Target="../tags/tag8.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tags" Target="../tags/tag3.xml"/><Relationship Id="rId20" Type="http://schemas.openxmlformats.org/officeDocument/2006/relationships/tags" Target="../tags/tag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tags" Target="../tags/tag2.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 Id="rId22" Type="http://schemas.openxmlformats.org/officeDocument/2006/relationships/tags" Target="../tags/tag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hyperlink" Target="http://www.facebook.com/Capgemini" TargetMode="External"/><Relationship Id="rId26" Type="http://schemas.openxmlformats.org/officeDocument/2006/relationships/hyperlink" Target="http://www.slideshare.net/capgemini" TargetMode="External"/><Relationship Id="rId3" Type="http://schemas.openxmlformats.org/officeDocument/2006/relationships/slideLayout" Target="../slideLayouts/slideLayout15.xml"/><Relationship Id="rId21" Type="http://schemas.openxmlformats.org/officeDocument/2006/relationships/image" Target="../media/image9.png"/><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hyperlink" Target="http://www.capgemini.com/" TargetMode="External"/><Relationship Id="rId25" Type="http://schemas.openxmlformats.org/officeDocument/2006/relationships/image" Target="../media/image11.png"/><Relationship Id="rId2" Type="http://schemas.openxmlformats.org/officeDocument/2006/relationships/slideLayout" Target="../slideLayouts/slideLayout14.xml"/><Relationship Id="rId16" Type="http://schemas.openxmlformats.org/officeDocument/2006/relationships/image" Target="../media/image1.emf"/><Relationship Id="rId20" Type="http://schemas.openxmlformats.org/officeDocument/2006/relationships/hyperlink" Target="http://www.linkedin.com/company/capgemini" TargetMode="External"/><Relationship Id="rId29"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tags" Target="../tags/tag48.xml"/><Relationship Id="rId11" Type="http://schemas.openxmlformats.org/officeDocument/2006/relationships/tags" Target="../tags/tag53.xml"/><Relationship Id="rId24" Type="http://schemas.openxmlformats.org/officeDocument/2006/relationships/hyperlink" Target="http://www.youtube.com/capgemini" TargetMode="External"/><Relationship Id="rId5" Type="http://schemas.openxmlformats.org/officeDocument/2006/relationships/vmlDrawing" Target="../drawings/vmlDrawing13.vml"/><Relationship Id="rId15" Type="http://schemas.openxmlformats.org/officeDocument/2006/relationships/oleObject" Target="../embeddings/oleObject13.bin"/><Relationship Id="rId23" Type="http://schemas.openxmlformats.org/officeDocument/2006/relationships/image" Target="../media/image10.png"/><Relationship Id="rId28" Type="http://schemas.openxmlformats.org/officeDocument/2006/relationships/image" Target="../media/image2.png"/><Relationship Id="rId10" Type="http://schemas.openxmlformats.org/officeDocument/2006/relationships/tags" Target="../tags/tag52.xml"/><Relationship Id="rId19" Type="http://schemas.openxmlformats.org/officeDocument/2006/relationships/image" Target="../media/image8.png"/><Relationship Id="rId4" Type="http://schemas.openxmlformats.org/officeDocument/2006/relationships/theme" Target="../theme/theme2.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hyperlink" Target="http://www.twitter.com/capgemini" TargetMode="External"/><Relationship Id="rId27" Type="http://schemas.openxmlformats.org/officeDocument/2006/relationships/image" Target="../media/image12.gi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8.xml"/><Relationship Id="rId7" Type="http://schemas.openxmlformats.org/officeDocument/2006/relationships/oleObject" Target="../embeddings/oleObject17.bin"/><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ags" Target="../tags/tag62.xml"/><Relationship Id="rId5" Type="http://schemas.openxmlformats.org/officeDocument/2006/relationships/vmlDrawing" Target="../drawings/vmlDrawing17.v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5"/>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2158" name="think-cell Slide" r:id="rId23" imgW="360" imgH="360" progId="">
                  <p:embed/>
                </p:oleObj>
              </mc:Choice>
              <mc:Fallback>
                <p:oleObj name="think-cell Slide" r:id="rId23" imgW="360" imgH="360" progId="">
                  <p:embed/>
                  <p:pic>
                    <p:nvPicPr>
                      <p:cNvPr id="0" name="Picture 10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6"/>
            </p:custDataLst>
          </p:nvPr>
        </p:nvSpPr>
        <p:spPr>
          <a:xfrm>
            <a:off x="1" y="1"/>
            <a:ext cx="9905999" cy="914400"/>
          </a:xfrm>
          <a:prstGeom prst="rect">
            <a:avLst/>
          </a:prstGeom>
        </p:spPr>
        <p:txBody>
          <a:bodyPr vert="horz" lIns="457200" tIns="0" rIns="0" bIns="0" rtlCol="0" anchor="ctr">
            <a:noAutofit/>
          </a:bodyPr>
          <a:lstStyle/>
          <a:p>
            <a:r>
              <a:rPr lang="en-US" noProof="0" dirty="0" smtClean="0"/>
              <a:t>Click to edit Master title style</a:t>
            </a:r>
            <a:endParaRPr lang="en-US" noProof="0" dirty="0"/>
          </a:p>
        </p:txBody>
      </p:sp>
      <p:sp>
        <p:nvSpPr>
          <p:cNvPr id="3" name="Text Placeholder 2"/>
          <p:cNvSpPr>
            <a:spLocks noGrp="1"/>
          </p:cNvSpPr>
          <p:nvPr>
            <p:ph type="body" idx="1"/>
            <p:custDataLst>
              <p:tags r:id="rId17"/>
            </p:custDataLst>
          </p:nvPr>
        </p:nvSpPr>
        <p:spPr>
          <a:xfrm>
            <a:off x="341313" y="1255714"/>
            <a:ext cx="9223375" cy="5011736"/>
          </a:xfrm>
          <a:prstGeom prst="rect">
            <a:avLst/>
          </a:prstGeom>
        </p:spPr>
        <p:txBody>
          <a:bodyPr vert="horz" lIns="0" tIns="33059" rIns="33059" bIns="33059"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18"/>
            </p:custDataLst>
          </p:nvPr>
        </p:nvSpPr>
        <p:spPr>
          <a:xfrm>
            <a:off x="4724400" y="6553200"/>
            <a:ext cx="141065" cy="138499"/>
          </a:xfrm>
          <a:prstGeom prst="rect">
            <a:avLst/>
          </a:prstGeom>
          <a:noFill/>
        </p:spPr>
        <p:txBody>
          <a:bodyPr wrap="none" lIns="0" tIns="0" rIns="0" bIns="0" rtlCol="0" anchor="ctr">
            <a:spAutoFit/>
          </a:bodyPr>
          <a:lstStyle/>
          <a:p>
            <a:pPr algn="ctr"/>
            <a:fld id="{6A895693-0027-4F28-9367-92E39A51F51C}" type="slidenum">
              <a:rPr lang="en-US" sz="900" smtClean="0">
                <a:solidFill>
                  <a:schemeClr val="tx2"/>
                </a:solidFill>
              </a:rPr>
              <a:pPr algn="ctr"/>
              <a:t>‹#›</a:t>
            </a:fld>
            <a:endParaRPr lang="en-US" sz="900" dirty="0">
              <a:solidFill>
                <a:schemeClr val="tx2"/>
              </a:solidFill>
            </a:endParaRPr>
          </a:p>
        </p:txBody>
      </p:sp>
      <p:sp>
        <p:nvSpPr>
          <p:cNvPr id="9" name="Freeform 4"/>
          <p:cNvSpPr>
            <a:spLocks/>
          </p:cNvSpPr>
          <p:nvPr>
            <p:custDataLst>
              <p:tags r:id="rId19"/>
            </p:custDataLst>
          </p:nvPr>
        </p:nvSpPr>
        <p:spPr bwMode="auto">
          <a:xfrm>
            <a:off x="2" y="437863"/>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chemeClr val="accent3"/>
              </a:solidFill>
            </a:endParaRPr>
          </a:p>
        </p:txBody>
      </p:sp>
      <p:sp>
        <p:nvSpPr>
          <p:cNvPr id="12" name="Rectangle 11"/>
          <p:cNvSpPr>
            <a:spLocks noChangeArrowheads="1"/>
          </p:cNvSpPr>
          <p:nvPr>
            <p:custDataLst>
              <p:tags r:id="rId20"/>
            </p:custDataLst>
          </p:nvPr>
        </p:nvSpPr>
        <p:spPr bwMode="auto">
          <a:xfrm>
            <a:off x="6546850" y="6623403"/>
            <a:ext cx="2855624"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smtClean="0">
                <a:solidFill>
                  <a:schemeClr val="tx2"/>
                </a:solidFill>
                <a:latin typeface="+mj-lt"/>
                <a:cs typeface="Helvetica Light"/>
              </a:rPr>
              <a:t>Copyright © </a:t>
            </a:r>
            <a:r>
              <a:rPr lang="en-US" altLang="en-US" sz="700" b="0" i="0" noProof="0" dirty="0" err="1" smtClean="0">
                <a:solidFill>
                  <a:schemeClr val="tx2"/>
                </a:solidFill>
                <a:latin typeface="+mj-lt"/>
                <a:cs typeface="Helvetica Light"/>
              </a:rPr>
              <a:t>Capgemini</a:t>
            </a:r>
            <a:r>
              <a:rPr lang="en-US" altLang="en-US" sz="700" b="0" i="0" noProof="0" dirty="0" smtClean="0">
                <a:solidFill>
                  <a:schemeClr val="tx2"/>
                </a:solidFill>
                <a:latin typeface="+mj-lt"/>
                <a:cs typeface="Helvetica Light"/>
              </a:rPr>
              <a:t> 2016. All Rights Reserved</a:t>
            </a:r>
          </a:p>
        </p:txBody>
      </p:sp>
      <p:sp>
        <p:nvSpPr>
          <p:cNvPr id="13" name="Rectangle 12"/>
          <p:cNvSpPr/>
          <p:nvPr>
            <p:custDataLst>
              <p:tags r:id="rId21"/>
            </p:custDataLst>
          </p:nvPr>
        </p:nvSpPr>
        <p:spPr>
          <a:xfrm>
            <a:off x="6362700" y="6427223"/>
            <a:ext cx="3200400" cy="182880"/>
          </a:xfrm>
          <a:prstGeom prst="rect">
            <a:avLst/>
          </a:prstGeom>
        </p:spPr>
        <p:txBody>
          <a:bodyPr wrap="none" lIns="35997" tIns="35997" rIns="35997" bIns="35997" anchor="b" anchorCtr="0">
            <a:noAutofit/>
          </a:bodyPr>
          <a:lstStyle/>
          <a:p>
            <a:pPr marL="0" marR="0" lvl="0" indent="0" algn="r" defTabSz="957756" rtl="0" eaLnBrk="1" fontAlgn="auto" latinLnBrk="0" hangingPunct="1">
              <a:lnSpc>
                <a:spcPct val="100000"/>
              </a:lnSpc>
              <a:spcBef>
                <a:spcPts val="0"/>
              </a:spcBef>
              <a:spcAft>
                <a:spcPts val="0"/>
              </a:spcAft>
              <a:buClrTx/>
              <a:buSzTx/>
              <a:buFontTx/>
              <a:buNone/>
              <a:tabLst/>
              <a:defRPr/>
            </a:pPr>
            <a:r>
              <a:rPr lang="en-US" sz="800" dirty="0" smtClean="0">
                <a:solidFill>
                  <a:schemeClr val="tx2"/>
                </a:solidFill>
              </a:rPr>
              <a:t>IBM </a:t>
            </a:r>
            <a:r>
              <a:rPr lang="en-US" sz="800" dirty="0" err="1" smtClean="0">
                <a:solidFill>
                  <a:schemeClr val="tx2"/>
                </a:solidFill>
              </a:rPr>
              <a:t>Cognos</a:t>
            </a:r>
            <a:r>
              <a:rPr lang="en-US" sz="800" dirty="0" smtClean="0">
                <a:solidFill>
                  <a:schemeClr val="tx2"/>
                </a:solidFill>
              </a:rPr>
              <a:t> Analytics BI </a:t>
            </a:r>
            <a:r>
              <a:rPr lang="en-US" sz="800" dirty="0" err="1" smtClean="0">
                <a:solidFill>
                  <a:schemeClr val="tx2"/>
                </a:solidFill>
              </a:rPr>
              <a:t>Slides_Training_V</a:t>
            </a:r>
            <a:r>
              <a:rPr lang="en-US" sz="800" dirty="0" smtClean="0">
                <a:solidFill>
                  <a:schemeClr val="tx2"/>
                </a:solidFill>
              </a:rPr>
              <a:t> 1 0</a:t>
            </a:r>
          </a:p>
        </p:txBody>
      </p:sp>
      <p:cxnSp>
        <p:nvCxnSpPr>
          <p:cNvPr id="14" name="Straight Connector 5"/>
          <p:cNvCxnSpPr/>
          <p:nvPr>
            <p:custDataLst>
              <p:tags r:id="rId22"/>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16" name="Picture 26" descr="D:\Users\bkp\My Work\TEMPLATES\LOGO Library\Capgemini_Logo_Set\Capgemini Logo Set\ppt\Logo_Capgemini_RGB.png"/>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9250" y="6456451"/>
            <a:ext cx="1362456" cy="31575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998" r:id="rId1"/>
    <p:sldLayoutId id="2147483990" r:id="rId2"/>
    <p:sldLayoutId id="2147483991" r:id="rId3"/>
    <p:sldLayoutId id="2147483997" r:id="rId4"/>
    <p:sldLayoutId id="2147483965" r:id="rId5"/>
    <p:sldLayoutId id="2147483966" r:id="rId6"/>
    <p:sldLayoutId id="2147483962" r:id="rId7"/>
    <p:sldLayoutId id="2147483963" r:id="rId8"/>
    <p:sldLayoutId id="2147483964" r:id="rId9"/>
    <p:sldLayoutId id="2147483934" r:id="rId10"/>
    <p:sldLayoutId id="2147484003" r:id="rId11"/>
    <p:sldLayoutId id="2147484004" r:id="rId12"/>
  </p:sldLayoutIdLst>
  <p:timing>
    <p:tnLst>
      <p:par>
        <p:cTn id="1" dur="indefinite" restart="never" nodeType="tmRoot"/>
      </p:par>
    </p:tnLst>
  </p:timing>
  <p:hf sldNum="0" hdr="0" dt="0"/>
  <p:txStyles>
    <p:titleStyle>
      <a:lvl1pPr algn="l" defTabSz="914342" rtl="0" eaLnBrk="1" latinLnBrk="0" hangingPunct="1">
        <a:lnSpc>
          <a:spcPct val="85000"/>
        </a:lnSpc>
        <a:spcBef>
          <a:spcPct val="0"/>
        </a:spcBef>
        <a:buNone/>
        <a:defRPr sz="2800" b="0" kern="1200">
          <a:solidFill>
            <a:schemeClr val="tx1"/>
          </a:solidFill>
          <a:latin typeface="Arial Narrow" pitchFamily="34" charset="0"/>
          <a:ea typeface="+mj-ea"/>
          <a:cs typeface="+mj-cs"/>
        </a:defRPr>
      </a:lvl1pPr>
    </p:titleStyle>
    <p:bodyStyle>
      <a:lvl1pPr marL="228600" indent="-228600" algn="l" defTabSz="914342" rtl="0" eaLnBrk="1" latinLnBrk="0" hangingPunct="1">
        <a:spcBef>
          <a:spcPts val="0"/>
        </a:spcBef>
        <a:spcAft>
          <a:spcPts val="600"/>
        </a:spcAft>
        <a:buClr>
          <a:schemeClr val="accent2"/>
        </a:buClr>
        <a:buFont typeface="Wingdings" pitchFamily="2" charset="2"/>
        <a:buChar char="§"/>
        <a:defRPr sz="2000" b="0" kern="1200">
          <a:solidFill>
            <a:schemeClr val="tx1"/>
          </a:solidFill>
          <a:latin typeface="+mn-lt"/>
          <a:ea typeface="+mn-ea"/>
          <a:cs typeface="+mn-cs"/>
        </a:defRPr>
      </a:lvl1pPr>
      <a:lvl2pPr marL="457200" indent="-228600" algn="l" defTabSz="914342" rtl="0" eaLnBrk="1" latinLnBrk="0" hangingPunct="1">
        <a:spcBef>
          <a:spcPts val="0"/>
        </a:spcBef>
        <a:spcAft>
          <a:spcPts val="600"/>
        </a:spcAft>
        <a:buClr>
          <a:schemeClr val="accent2"/>
        </a:buClr>
        <a:buFont typeface="Arial" pitchFamily="34" charset="0"/>
        <a:buChar char="•"/>
        <a:defRPr sz="1800" b="0" kern="1200">
          <a:solidFill>
            <a:schemeClr val="tx1"/>
          </a:solidFill>
          <a:latin typeface="+mn-lt"/>
          <a:ea typeface="+mn-ea"/>
          <a:cs typeface="+mn-cs"/>
        </a:defRPr>
      </a:lvl2pPr>
      <a:lvl3pPr marL="685800" indent="-228600" algn="l" defTabSz="914342" rtl="0" eaLnBrk="1" latinLnBrk="0" hangingPunct="1">
        <a:spcBef>
          <a:spcPts val="0"/>
        </a:spcBef>
        <a:spcAft>
          <a:spcPts val="600"/>
        </a:spcAft>
        <a:buClr>
          <a:schemeClr val="accent2"/>
        </a:buClr>
        <a:buFont typeface="Arial" pitchFamily="34" charset="0"/>
        <a:buChar char="–"/>
        <a:defRPr sz="1600" kern="1200">
          <a:solidFill>
            <a:schemeClr val="tx1"/>
          </a:solidFill>
          <a:latin typeface="+mn-lt"/>
          <a:ea typeface="+mn-ea"/>
          <a:cs typeface="+mn-cs"/>
        </a:defRPr>
      </a:lvl3pPr>
      <a:lvl4pPr marL="914400" marR="0" indent="-228600" algn="l" defTabSz="914342" rtl="0" eaLnBrk="1" fontAlgn="auto" latinLnBrk="0" hangingPunct="1">
        <a:lnSpc>
          <a:spcPct val="100000"/>
        </a:lnSpc>
        <a:spcBef>
          <a:spcPts val="0"/>
        </a:spcBef>
        <a:spcAft>
          <a:spcPts val="0"/>
        </a:spcAft>
        <a:buClr>
          <a:schemeClr val="accent2"/>
        </a:buClr>
        <a:buSzTx/>
        <a:buFont typeface="Courier New" pitchFamily="49" charset="0"/>
        <a:buChar char="o"/>
        <a:tabLst/>
        <a:defRPr sz="1400" kern="1200">
          <a:solidFill>
            <a:schemeClr val="tx1"/>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0812" name="think-cell Slide" r:id="rId15" imgW="360" imgH="360" progId="">
                  <p:embed/>
                </p:oleObj>
              </mc:Choice>
              <mc:Fallback>
                <p:oleObj name="think-cell Slide" r:id="rId15" imgW="360" imgH="360" progId="">
                  <p:embed/>
                  <p:pic>
                    <p:nvPicPr>
                      <p:cNvPr id="0" name="Picture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7"/>
            </p:custDataLst>
          </p:nvPr>
        </p:nvSpPr>
        <p:spPr bwMode="auto">
          <a:xfrm flipV="1">
            <a:off x="0" y="1685925"/>
            <a:ext cx="9906000" cy="51720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132036 w 10564614"/>
              <a:gd name="connsiteY6" fmla="*/ 20806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363945 w 10564614"/>
              <a:gd name="connsiteY5" fmla="*/ 427792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646636 w 10564614"/>
              <a:gd name="connsiteY6" fmla="*/ 39532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349559 w 10564614"/>
              <a:gd name="connsiteY0" fmla="*/ 166453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3360"/>
              <a:gd name="connsiteY0" fmla="*/ 0 h 5657661"/>
              <a:gd name="connsiteX1" fmla="*/ 10563360 w 10563360"/>
              <a:gd name="connsiteY1" fmla="*/ 5657661 h 5657661"/>
              <a:gd name="connsiteX2" fmla="*/ 9024770 w 10563360"/>
              <a:gd name="connsiteY2" fmla="*/ 4808920 h 5657661"/>
              <a:gd name="connsiteX3" fmla="*/ 2295231 w 10563360"/>
              <a:gd name="connsiteY3" fmla="*/ 4794064 h 5657661"/>
              <a:gd name="connsiteX4" fmla="*/ 1200559 w 10563360"/>
              <a:gd name="connsiteY4" fmla="*/ 4072264 h 5657661"/>
              <a:gd name="connsiteX5" fmla="*/ 0 w 10563360"/>
              <a:gd name="connsiteY5" fmla="*/ 4795927 h 5657661"/>
              <a:gd name="connsiteX6" fmla="*/ 0 w 10563360"/>
              <a:gd name="connsiteY6" fmla="*/ 0 h 5657661"/>
              <a:gd name="connsiteX0" fmla="*/ 10562847 w 10562847"/>
              <a:gd name="connsiteY0" fmla="*/ 0 h 5064672"/>
              <a:gd name="connsiteX1" fmla="*/ 10198903 w 10562847"/>
              <a:gd name="connsiteY1" fmla="*/ 5064672 h 5064672"/>
              <a:gd name="connsiteX2" fmla="*/ 9024770 w 10562847"/>
              <a:gd name="connsiteY2" fmla="*/ 4808920 h 5064672"/>
              <a:gd name="connsiteX3" fmla="*/ 2295231 w 10562847"/>
              <a:gd name="connsiteY3" fmla="*/ 4794064 h 5064672"/>
              <a:gd name="connsiteX4" fmla="*/ 1200559 w 10562847"/>
              <a:gd name="connsiteY4" fmla="*/ 4072264 h 5064672"/>
              <a:gd name="connsiteX5" fmla="*/ 0 w 10562847"/>
              <a:gd name="connsiteY5" fmla="*/ 4795927 h 5064672"/>
              <a:gd name="connsiteX6" fmla="*/ 0 w 10562847"/>
              <a:gd name="connsiteY6" fmla="*/ 0 h 5064672"/>
              <a:gd name="connsiteX0" fmla="*/ 10562847 w 10562847"/>
              <a:gd name="connsiteY0" fmla="*/ 0 h 5648998"/>
              <a:gd name="connsiteX1" fmla="*/ 10562847 w 10562847"/>
              <a:gd name="connsiteY1" fmla="*/ 5648998 h 5648998"/>
              <a:gd name="connsiteX2" fmla="*/ 9024770 w 10562847"/>
              <a:gd name="connsiteY2" fmla="*/ 4808920 h 5648998"/>
              <a:gd name="connsiteX3" fmla="*/ 2295231 w 10562847"/>
              <a:gd name="connsiteY3" fmla="*/ 4794064 h 5648998"/>
              <a:gd name="connsiteX4" fmla="*/ 1200559 w 10562847"/>
              <a:gd name="connsiteY4" fmla="*/ 4072264 h 5648998"/>
              <a:gd name="connsiteX5" fmla="*/ 0 w 10562847"/>
              <a:gd name="connsiteY5" fmla="*/ 4795927 h 5648998"/>
              <a:gd name="connsiteX6" fmla="*/ 0 w 10562847"/>
              <a:gd name="connsiteY6" fmla="*/ 0 h 564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2847" h="5648998">
                <a:moveTo>
                  <a:pt x="10562847" y="0"/>
                </a:moveTo>
                <a:lnTo>
                  <a:pt x="10562847" y="5648998"/>
                </a:lnTo>
                <a:cubicBezTo>
                  <a:pt x="10190428" y="4911661"/>
                  <a:pt x="9462356" y="4792975"/>
                  <a:pt x="9024770" y="4808920"/>
                </a:cubicBezTo>
                <a:lnTo>
                  <a:pt x="2295231" y="4794064"/>
                </a:lnTo>
                <a:cubicBezTo>
                  <a:pt x="1854598" y="4794612"/>
                  <a:pt x="1423669" y="4544310"/>
                  <a:pt x="1200559" y="4072264"/>
                </a:cubicBezTo>
                <a:cubicBezTo>
                  <a:pt x="965203" y="4750718"/>
                  <a:pt x="278640" y="4795049"/>
                  <a:pt x="0" y="4795927"/>
                </a:cubicBezTo>
                <a:lnTo>
                  <a:pt x="0" y="0"/>
                </a:lnTo>
              </a:path>
            </a:pathLst>
          </a:custGeom>
          <a:gradFill>
            <a:gsLst>
              <a:gs pos="0">
                <a:schemeClr val="tx1"/>
              </a:gs>
              <a:gs pos="100000">
                <a:schemeClr val="accent2"/>
              </a:gs>
              <a:gs pos="100000">
                <a:schemeClr val="accent5"/>
              </a:gs>
            </a:gsLst>
            <a:lin ang="18900000" scaled="1"/>
          </a:gra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sp>
        <p:nvSpPr>
          <p:cNvPr id="22" name="Rectangle 21"/>
          <p:cNvSpPr/>
          <p:nvPr>
            <p:custDataLst>
              <p:tags r:id="rId8"/>
            </p:custDataLst>
          </p:nvPr>
        </p:nvSpPr>
        <p:spPr>
          <a:xfrm>
            <a:off x="5523917" y="6271946"/>
            <a:ext cx="4382083" cy="389929"/>
          </a:xfrm>
          <a:prstGeom prst="rect">
            <a:avLst/>
          </a:prstGeom>
        </p:spPr>
        <p:txBody>
          <a:bodyPr wrap="square" lIns="33059" tIns="33059" rIns="330588" bIns="33059" anchor="b" anchorCtr="0">
            <a:spAutoFit/>
          </a:bodyPr>
          <a:lstStyle/>
          <a:p>
            <a:pPr algn="r"/>
            <a:r>
              <a:rPr lang="en-US" sz="700" dirty="0">
                <a:solidFill>
                  <a:schemeClr val="bg1"/>
                </a:solidFill>
                <a:latin typeface="Arial"/>
                <a:cs typeface="Arial"/>
              </a:rPr>
              <a:t>The information contained in this presentation is </a:t>
            </a:r>
            <a:r>
              <a:rPr lang="en-US" sz="700" dirty="0" smtClean="0">
                <a:solidFill>
                  <a:schemeClr val="bg1"/>
                </a:solidFill>
                <a:latin typeface="Arial"/>
                <a:cs typeface="Arial"/>
              </a:rPr>
              <a:t>proprietary.</a:t>
            </a:r>
            <a:br>
              <a:rPr lang="en-US" sz="700" dirty="0" smtClean="0">
                <a:solidFill>
                  <a:schemeClr val="bg1"/>
                </a:solidFill>
                <a:latin typeface="Arial"/>
                <a:cs typeface="Arial"/>
              </a:rPr>
            </a:br>
            <a:r>
              <a:rPr lang="en-US" sz="700" dirty="0" smtClean="0">
                <a:solidFill>
                  <a:schemeClr val="bg1"/>
                </a:solidFill>
                <a:latin typeface="Arial"/>
                <a:cs typeface="Arial"/>
              </a:rPr>
              <a:t>Copyright © 2015 Capgemini. </a:t>
            </a:r>
            <a:r>
              <a:rPr lang="en-US" sz="700" dirty="0">
                <a:solidFill>
                  <a:schemeClr val="bg1"/>
                </a:solidFill>
                <a:latin typeface="Arial"/>
                <a:cs typeface="Arial"/>
              </a:rPr>
              <a:t>All rights </a:t>
            </a:r>
            <a:r>
              <a:rPr lang="en-US" sz="700" dirty="0" smtClean="0">
                <a:solidFill>
                  <a:schemeClr val="bg1"/>
                </a:solidFill>
                <a:latin typeface="Arial"/>
                <a:cs typeface="Arial"/>
              </a:rPr>
              <a:t>reserved.</a:t>
            </a:r>
          </a:p>
          <a:p>
            <a:pPr marL="0" marR="0" indent="0" algn="r" defTabSz="957756" rtl="0" eaLnBrk="1" fontAlgn="auto" latinLnBrk="0" hangingPunct="1">
              <a:lnSpc>
                <a:spcPct val="100000"/>
              </a:lnSpc>
              <a:spcBef>
                <a:spcPts val="0"/>
              </a:spcBef>
              <a:spcAft>
                <a:spcPts val="0"/>
              </a:spcAft>
              <a:buClrTx/>
              <a:buSzTx/>
              <a:buFontTx/>
              <a:buNone/>
              <a:tabLst/>
              <a:defRPr/>
            </a:pPr>
            <a:r>
              <a:rPr lang="en-US" sz="700" dirty="0" err="1" smtClean="0">
                <a:solidFill>
                  <a:schemeClr val="bg1"/>
                </a:solidFill>
                <a:latin typeface="Arial"/>
                <a:cs typeface="Arial"/>
              </a:rPr>
              <a:t>Rightshore</a:t>
            </a:r>
            <a:r>
              <a:rPr lang="en-US" sz="700" baseline="30000" dirty="0" smtClean="0">
                <a:solidFill>
                  <a:schemeClr val="bg1"/>
                </a:solidFill>
                <a:latin typeface="Arial"/>
                <a:cs typeface="Arial"/>
              </a:rPr>
              <a:t>®</a:t>
            </a:r>
            <a:r>
              <a:rPr lang="en-US" sz="700" dirty="0" smtClean="0">
                <a:solidFill>
                  <a:schemeClr val="bg1"/>
                </a:solidFill>
                <a:latin typeface="Arial"/>
                <a:cs typeface="Arial"/>
              </a:rPr>
              <a:t> is a trademark belonging to </a:t>
            </a:r>
            <a:r>
              <a:rPr lang="en-US" sz="700" dirty="0" err="1" smtClean="0">
                <a:solidFill>
                  <a:schemeClr val="bg1"/>
                </a:solidFill>
                <a:latin typeface="Arial"/>
                <a:cs typeface="Arial"/>
              </a:rPr>
              <a:t>Capgemini</a:t>
            </a:r>
            <a:r>
              <a:rPr lang="en-US" sz="700" dirty="0" smtClean="0">
                <a:solidFill>
                  <a:schemeClr val="bg1"/>
                </a:solidFill>
                <a:latin typeface="Arial"/>
                <a:cs typeface="Arial"/>
              </a:rPr>
              <a:t>.</a:t>
            </a:r>
          </a:p>
        </p:txBody>
      </p:sp>
      <p:sp>
        <p:nvSpPr>
          <p:cNvPr id="23" name="Rectangle 22">
            <a:hlinkClick r:id="rId17"/>
          </p:cNvPr>
          <p:cNvSpPr/>
          <p:nvPr>
            <p:custDataLst>
              <p:tags r:id="rId9"/>
            </p:custDataLst>
          </p:nvPr>
        </p:nvSpPr>
        <p:spPr>
          <a:xfrm>
            <a:off x="6982878" y="5457935"/>
            <a:ext cx="2923122" cy="380480"/>
          </a:xfrm>
          <a:prstGeom prst="rect">
            <a:avLst/>
          </a:prstGeom>
        </p:spPr>
        <p:txBody>
          <a:bodyPr wrap="none" lIns="36000" tIns="36000" rIns="36000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24" name="Picture 3" descr="C:\Users\UserSim\Desktop\DS_icons\128x128 shadows\facebook.png">
            <a:hlinkClick r:id="rId18"/>
          </p:cNvPr>
          <p:cNvPicPr>
            <a:picLocks noChangeAspect="1" noChangeArrowheads="1"/>
          </p:cNvPicPr>
          <p:nvPr>
            <p:custDataLst>
              <p:tags r:id="rId10"/>
            </p:custDataLst>
          </p:nvPr>
        </p:nvPicPr>
        <p:blipFill>
          <a:blip r:embed="rId19" cstate="email"/>
          <a:srcRect/>
          <a:stretch>
            <a:fillRect/>
          </a:stretch>
        </p:blipFill>
        <p:spPr bwMode="auto">
          <a:xfrm>
            <a:off x="7939252" y="5932547"/>
            <a:ext cx="278223" cy="263770"/>
          </a:xfrm>
          <a:prstGeom prst="rect">
            <a:avLst/>
          </a:prstGeom>
          <a:noFill/>
        </p:spPr>
      </p:pic>
      <p:pic>
        <p:nvPicPr>
          <p:cNvPr id="25" name="Picture 4" descr="C:\Users\UserSim\Desktop\DS_icons\128x128 shadows\linkedin.png">
            <a:hlinkClick r:id="rId20"/>
          </p:cNvPr>
          <p:cNvPicPr>
            <a:picLocks noChangeAspect="1" noChangeArrowheads="1"/>
          </p:cNvPicPr>
          <p:nvPr>
            <p:custDataLst>
              <p:tags r:id="rId11"/>
            </p:custDataLst>
          </p:nvPr>
        </p:nvPicPr>
        <p:blipFill>
          <a:blip r:embed="rId21" cstate="email"/>
          <a:srcRect/>
          <a:stretch>
            <a:fillRect/>
          </a:stretch>
        </p:blipFill>
        <p:spPr bwMode="auto">
          <a:xfrm>
            <a:off x="8274665" y="5932547"/>
            <a:ext cx="281313" cy="266700"/>
          </a:xfrm>
          <a:prstGeom prst="rect">
            <a:avLst/>
          </a:prstGeom>
          <a:noFill/>
        </p:spPr>
      </p:pic>
      <p:pic>
        <p:nvPicPr>
          <p:cNvPr id="26" name="Picture 5" descr="C:\Users\UserSim\Desktop\DS_icons\128x128 shadows\twitter.png">
            <a:hlinkClick r:id="rId22"/>
          </p:cNvPr>
          <p:cNvPicPr>
            <a:picLocks noChangeAspect="1" noChangeArrowheads="1"/>
          </p:cNvPicPr>
          <p:nvPr>
            <p:custDataLst>
              <p:tags r:id="rId12"/>
            </p:custDataLst>
          </p:nvPr>
        </p:nvPicPr>
        <p:blipFill>
          <a:blip r:embed="rId23" cstate="email"/>
          <a:srcRect/>
          <a:stretch>
            <a:fillRect/>
          </a:stretch>
        </p:blipFill>
        <p:spPr bwMode="auto">
          <a:xfrm>
            <a:off x="8903720" y="5932547"/>
            <a:ext cx="281313" cy="266700"/>
          </a:xfrm>
          <a:prstGeom prst="rect">
            <a:avLst/>
          </a:prstGeom>
          <a:noFill/>
        </p:spPr>
      </p:pic>
      <p:pic>
        <p:nvPicPr>
          <p:cNvPr id="27" name="Picture 6" descr="C:\Users\UserSim\Desktop\DS_icons\128x128 shadows\youtube.png">
            <a:hlinkClick r:id="rId24"/>
          </p:cNvPr>
          <p:cNvPicPr>
            <a:picLocks noChangeAspect="1" noChangeArrowheads="1"/>
          </p:cNvPicPr>
          <p:nvPr>
            <p:custDataLst>
              <p:tags r:id="rId13"/>
            </p:custDataLst>
          </p:nvPr>
        </p:nvPicPr>
        <p:blipFill>
          <a:blip r:embed="rId25" cstate="email"/>
          <a:srcRect/>
          <a:stretch>
            <a:fillRect/>
          </a:stretch>
        </p:blipFill>
        <p:spPr bwMode="auto">
          <a:xfrm>
            <a:off x="9242223" y="5932547"/>
            <a:ext cx="281313" cy="266700"/>
          </a:xfrm>
          <a:prstGeom prst="rect">
            <a:avLst/>
          </a:prstGeom>
          <a:noFill/>
        </p:spPr>
      </p:pic>
      <p:pic>
        <p:nvPicPr>
          <p:cNvPr id="28" name="Image 22" descr="Picto_Slideshare.gif">
            <a:hlinkClick r:id="rId26"/>
          </p:cNvPr>
          <p:cNvPicPr preferRelativeResize="0">
            <a:picLocks/>
          </p:cNvPicPr>
          <p:nvPr>
            <p:custDataLst>
              <p:tags r:id="rId14"/>
            </p:custDataLst>
          </p:nvPr>
        </p:nvPicPr>
        <p:blipFill>
          <a:blip r:embed="rId27" cstate="email"/>
          <a:srcRect l="4793" t="6316" r="5718" b="7969"/>
          <a:stretch>
            <a:fillRect/>
          </a:stretch>
        </p:blipFill>
        <p:spPr>
          <a:xfrm>
            <a:off x="8613168" y="5932547"/>
            <a:ext cx="233362" cy="238125"/>
          </a:xfrm>
          <a:prstGeom prst="roundRect">
            <a:avLst/>
          </a:prstGeom>
          <a:effectLst>
            <a:outerShdw blurRad="38100" dist="25400" dir="5400000" sx="98000" sy="98000" algn="t" rotWithShape="0">
              <a:schemeClr val="tx2">
                <a:alpha val="51000"/>
              </a:schemeClr>
            </a:outerShdw>
          </a:effectLst>
        </p:spPr>
      </p:pic>
      <p:pic>
        <p:nvPicPr>
          <p:cNvPr id="261139" name="Picture 19" descr="D:\Users\bkp\My Work\TEMPLATES\LOGO Library\Capgemini_Logo_Set\Capgemini Logo Set\ppt\Logo_Capgemini_RGB.png"/>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66750" y="844452"/>
            <a:ext cx="3154680" cy="731113"/>
          </a:xfrm>
          <a:prstGeom prst="rect">
            <a:avLst/>
          </a:prstGeom>
          <a:noFill/>
          <a:extLst>
            <a:ext uri="{909E8E84-426E-40DD-AFC4-6F175D3DCCD1}">
              <a14:hiddenFill xmlns:a14="http://schemas.microsoft.com/office/drawing/2010/main">
                <a:solidFill>
                  <a:srgbClr val="FFFFFF"/>
                </a:solidFill>
              </a14:hiddenFill>
            </a:ext>
          </a:extLst>
        </p:spPr>
      </p:pic>
      <p:pic>
        <p:nvPicPr>
          <p:cNvPr id="261140" name="Picture 20" descr="D:\Users\bkp\My Work\TEMPLATES\LOGO Library\Capgemini_Logo_Set\Slogan_PMRC_cmyk_Capgemini.png"/>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087543" y="1106840"/>
            <a:ext cx="3154680" cy="258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929013"/>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Lst>
  <p:timing>
    <p:tnLst>
      <p:par>
        <p:cTn id="1" dur="indefinite" restart="never" nodeType="tmRoot"/>
      </p:par>
    </p:tnLst>
  </p:timing>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9099" name="think-cell Slide" r:id="rId7" imgW="360" imgH="360" progId="">
                  <p:embed/>
                </p:oleObj>
              </mc:Choice>
              <mc:Fallback>
                <p:oleObj name="think-cell Slide" r:id="rId7" imgW="360" imgH="360" progId="">
                  <p:embed/>
                  <p:pic>
                    <p:nvPicPr>
                      <p:cNvPr id="0" name="Picture 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4000" r:id="rId1"/>
    <p:sldLayoutId id="2147483992" r:id="rId2"/>
    <p:sldLayoutId id="2147483980" r:id="rId3"/>
  </p:sldLayoutIdLst>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tags" Target="../tags/tag70.xml"/><Relationship Id="rId7" Type="http://schemas.openxmlformats.org/officeDocument/2006/relationships/notesSlide" Target="../notesSlides/notesSlide1.xml"/><Relationship Id="rId2" Type="http://schemas.openxmlformats.org/officeDocument/2006/relationships/tags" Target="../tags/tag69.xml"/><Relationship Id="rId1" Type="http://schemas.openxmlformats.org/officeDocument/2006/relationships/vmlDrawing" Target="../drawings/vmlDrawing21.vml"/><Relationship Id="rId6" Type="http://schemas.openxmlformats.org/officeDocument/2006/relationships/slideLayout" Target="../slideLayouts/slideLayout1.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3.xml"/><Relationship Id="rId1" Type="http://schemas.openxmlformats.org/officeDocument/2006/relationships/vmlDrawing" Target="../drawings/vmlDrawing22.vml"/><Relationship Id="rId5" Type="http://schemas.openxmlformats.org/officeDocument/2006/relationships/image" Target="../media/image1.emf"/><Relationship Id="rId4" Type="http://schemas.openxmlformats.org/officeDocument/2006/relationships/oleObject" Target="../embeddings/oleObject2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7969" name="think-cell Slide" r:id="rId8" imgW="360" imgH="360" progId="">
                  <p:embed/>
                </p:oleObj>
              </mc:Choice>
              <mc:Fallback>
                <p:oleObj name="think-cell Slide" r:id="rId8" imgW="360" imgH="360" progId="">
                  <p:embed/>
                  <p:pic>
                    <p:nvPicPr>
                      <p:cNvPr id="0"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9"/>
          <p:cNvSpPr>
            <a:spLocks noGrp="1"/>
          </p:cNvSpPr>
          <p:nvPr>
            <p:ph type="ctrTitle"/>
            <p:custDataLst>
              <p:tags r:id="rId3"/>
            </p:custDataLst>
          </p:nvPr>
        </p:nvSpPr>
        <p:spPr>
          <a:xfrm>
            <a:off x="304800" y="4648200"/>
            <a:ext cx="4727575" cy="724977"/>
          </a:xfrm>
        </p:spPr>
        <p:txBody>
          <a:bodyPr/>
          <a:lstStyle/>
          <a:p>
            <a:r>
              <a:rPr lang="en-US" sz="2400" b="1" dirty="0" smtClean="0"/>
              <a:t>Learning &amp; Development </a:t>
            </a:r>
            <a:br>
              <a:rPr lang="en-US" sz="2400" b="1" dirty="0" smtClean="0"/>
            </a:br>
            <a:r>
              <a:rPr lang="en-US" sz="1600" i="1" kern="1100" dirty="0">
                <a:solidFill>
                  <a:schemeClr val="accent1">
                    <a:lumMod val="50000"/>
                  </a:schemeClr>
                </a:solidFill>
              </a:rPr>
              <a:t>Enabling development, Impacting growth</a:t>
            </a:r>
            <a:r>
              <a:rPr lang="en-US" sz="1600" i="1" kern="1100" dirty="0" smtClean="0">
                <a:solidFill>
                  <a:schemeClr val="accent1">
                    <a:lumMod val="50000"/>
                  </a:schemeClr>
                </a:solidFill>
              </a:rPr>
              <a:t>…</a:t>
            </a:r>
            <a:endParaRPr lang="en-US" sz="2400" b="1" i="1" dirty="0"/>
          </a:p>
        </p:txBody>
      </p:sp>
      <p:sp>
        <p:nvSpPr>
          <p:cNvPr id="13" name="Subtitle 12"/>
          <p:cNvSpPr>
            <a:spLocks noGrp="1"/>
          </p:cNvSpPr>
          <p:nvPr>
            <p:ph type="subTitle" idx="1"/>
            <p:custDataLst>
              <p:tags r:id="rId4"/>
            </p:custDataLst>
          </p:nvPr>
        </p:nvSpPr>
        <p:spPr>
          <a:xfrm>
            <a:off x="304800" y="5486400"/>
            <a:ext cx="5861051" cy="990600"/>
          </a:xfrm>
        </p:spPr>
        <p:txBody>
          <a:bodyPr/>
          <a:lstStyle/>
          <a:p>
            <a:pPr lvl="0"/>
            <a:endParaRPr lang="en-US" sz="2400" b="1" dirty="0" smtClean="0"/>
          </a:p>
          <a:p>
            <a:pPr lvl="0"/>
            <a:r>
              <a:rPr lang="en-US" sz="2400" b="1" dirty="0" err="1" smtClean="0">
                <a:solidFill>
                  <a:srgbClr val="002060"/>
                </a:solidFill>
              </a:rPr>
              <a:t>Cognos</a:t>
            </a:r>
            <a:r>
              <a:rPr lang="en-US" sz="2400" b="1" dirty="0" smtClean="0">
                <a:solidFill>
                  <a:srgbClr val="002060"/>
                </a:solidFill>
              </a:rPr>
              <a:t> 11 (IBM </a:t>
            </a:r>
            <a:r>
              <a:rPr lang="en-US" sz="2400" b="1" dirty="0" err="1" smtClean="0">
                <a:solidFill>
                  <a:srgbClr val="002060"/>
                </a:solidFill>
              </a:rPr>
              <a:t>Cognos</a:t>
            </a:r>
            <a:r>
              <a:rPr lang="en-US" sz="2400" b="1" dirty="0" smtClean="0">
                <a:solidFill>
                  <a:srgbClr val="002060"/>
                </a:solidFill>
              </a:rPr>
              <a:t> Analytics) – Training</a:t>
            </a:r>
          </a:p>
          <a:p>
            <a:pPr lvl="0">
              <a:buClr>
                <a:srgbClr val="002060"/>
              </a:buClr>
              <a:buFont typeface="Wingdings" pitchFamily="2" charset="2"/>
              <a:buChar char="Ø"/>
            </a:pPr>
            <a:r>
              <a:rPr lang="en-US" sz="2400" b="1" dirty="0" smtClean="0">
                <a:solidFill>
                  <a:srgbClr val="002060"/>
                </a:solidFill>
              </a:rPr>
              <a:t>Introduction to </a:t>
            </a:r>
            <a:r>
              <a:rPr lang="en-US" sz="2400" b="1" dirty="0" err="1" smtClean="0">
                <a:solidFill>
                  <a:srgbClr val="002060"/>
                </a:solidFill>
              </a:rPr>
              <a:t>Cognos</a:t>
            </a:r>
            <a:endParaRPr lang="en-US" sz="2400" b="1" dirty="0" smtClean="0">
              <a:solidFill>
                <a:srgbClr val="002060"/>
              </a:solidFill>
            </a:endParaRPr>
          </a:p>
          <a:p>
            <a:pPr lvl="0"/>
            <a:endParaRPr lang="en-US" sz="2400" b="1" dirty="0" smtClean="0"/>
          </a:p>
        </p:txBody>
      </p:sp>
      <p:sp>
        <p:nvSpPr>
          <p:cNvPr id="5" name="Subtitle 12"/>
          <p:cNvSpPr txBox="1">
            <a:spLocks/>
          </p:cNvSpPr>
          <p:nvPr>
            <p:custDataLst>
              <p:tags r:id="rId5"/>
            </p:custDataLst>
          </p:nvPr>
        </p:nvSpPr>
        <p:spPr>
          <a:xfrm>
            <a:off x="311149" y="5410200"/>
            <a:ext cx="5861051" cy="1066800"/>
          </a:xfrm>
          <a:prstGeom prst="rect">
            <a:avLst/>
          </a:prstGeom>
          <a:effectLst>
            <a:outerShdw blurRad="12700" dist="12700" dir="2700000" sx="133000" sy="133000" algn="tl" rotWithShape="0">
              <a:schemeClr val="bg1">
                <a:alpha val="80000"/>
              </a:schemeClr>
            </a:outerShdw>
          </a:effectLst>
        </p:spPr>
        <p:txBody>
          <a:bodyPr vert="horz" lIns="0" tIns="33059" rIns="33059" bIns="33059" rtlCol="0" anchor="ctr">
            <a:noAutofit/>
          </a:bodyPr>
          <a:lstStyle>
            <a:lvl1pPr marL="0" indent="0" algn="l" defTabSz="914342" rtl="0" eaLnBrk="1" latinLnBrk="0" hangingPunct="1">
              <a:lnSpc>
                <a:spcPct val="100000"/>
              </a:lnSpc>
              <a:spcBef>
                <a:spcPts val="0"/>
              </a:spcBef>
              <a:spcAft>
                <a:spcPts val="600"/>
              </a:spcAft>
              <a:buClr>
                <a:schemeClr val="accent2"/>
              </a:buClr>
              <a:buFont typeface="Wingdings" pitchFamily="2" charset="2"/>
              <a:buNone/>
              <a:defRPr sz="1800" b="0" kern="1200">
                <a:solidFill>
                  <a:schemeClr val="accent2"/>
                </a:solidFill>
                <a:effectLst/>
                <a:latin typeface="Arial Narrow" pitchFamily="34" charset="0"/>
                <a:ea typeface="+mn-ea"/>
                <a:cs typeface="+mn-cs"/>
              </a:defRPr>
            </a:lvl1pPr>
            <a:lvl2pPr marL="457171" indent="0" algn="ctr" defTabSz="914342" rtl="0" eaLnBrk="1" latinLnBrk="0" hangingPunct="1">
              <a:spcBef>
                <a:spcPts val="0"/>
              </a:spcBef>
              <a:spcAft>
                <a:spcPts val="600"/>
              </a:spcAft>
              <a:buClr>
                <a:schemeClr val="accent2"/>
              </a:buClr>
              <a:buFont typeface="Arial" pitchFamily="34" charset="0"/>
              <a:buNone/>
              <a:defRPr sz="1800" b="0" kern="1200">
                <a:solidFill>
                  <a:schemeClr val="tx1">
                    <a:tint val="75000"/>
                  </a:schemeClr>
                </a:solidFill>
                <a:latin typeface="+mn-lt"/>
                <a:ea typeface="+mn-ea"/>
                <a:cs typeface="+mn-cs"/>
              </a:defRPr>
            </a:lvl2pPr>
            <a:lvl3pPr marL="914342" indent="0" algn="ctr" defTabSz="914342" rtl="0" eaLnBrk="1" latinLnBrk="0" hangingPunct="1">
              <a:spcBef>
                <a:spcPts val="0"/>
              </a:spcBef>
              <a:spcAft>
                <a:spcPts val="600"/>
              </a:spcAft>
              <a:buClr>
                <a:schemeClr val="accent2"/>
              </a:buClr>
              <a:buFont typeface="Arial" pitchFamily="34" charset="0"/>
              <a:buNone/>
              <a:defRPr sz="1600" kern="1200">
                <a:solidFill>
                  <a:schemeClr val="tx1">
                    <a:tint val="75000"/>
                  </a:schemeClr>
                </a:solidFill>
                <a:latin typeface="+mn-lt"/>
                <a:ea typeface="+mn-ea"/>
                <a:cs typeface="+mn-cs"/>
              </a:defRPr>
            </a:lvl3pPr>
            <a:lvl4pPr marL="1371513" marR="0" indent="0" algn="ctr" defTabSz="914342" rtl="0" eaLnBrk="1" fontAlgn="auto" latinLnBrk="0" hangingPunct="1">
              <a:lnSpc>
                <a:spcPct val="100000"/>
              </a:lnSpc>
              <a:spcBef>
                <a:spcPts val="0"/>
              </a:spcBef>
              <a:spcAft>
                <a:spcPts val="0"/>
              </a:spcAft>
              <a:buClr>
                <a:schemeClr val="accent2"/>
              </a:buClr>
              <a:buSzTx/>
              <a:buFont typeface="Courier New" pitchFamily="49" charset="0"/>
              <a:buNone/>
              <a:tabLst/>
              <a:defRPr sz="1400" kern="1200">
                <a:solidFill>
                  <a:schemeClr val="tx1">
                    <a:tint val="75000"/>
                  </a:schemeClr>
                </a:solidFill>
                <a:latin typeface="+mn-lt"/>
                <a:ea typeface="+mn-ea"/>
                <a:cs typeface="+mn-cs"/>
              </a:defRPr>
            </a:lvl4pPr>
            <a:lvl5pPr marL="1828684" indent="0" algn="ctr" defTabSz="914342" rtl="0" eaLnBrk="1" latinLnBrk="0" hangingPunct="1">
              <a:spcBef>
                <a:spcPts val="0"/>
              </a:spcBef>
              <a:buClr>
                <a:srgbClr val="B1B1B1"/>
              </a:buClr>
              <a:buFont typeface="Arial" pitchFamily="34" charset="0"/>
              <a:buNone/>
              <a:defRPr sz="1700" kern="1200">
                <a:solidFill>
                  <a:schemeClr val="tx1">
                    <a:tint val="75000"/>
                  </a:schemeClr>
                </a:solidFill>
                <a:latin typeface="+mn-lt"/>
                <a:ea typeface="+mn-ea"/>
                <a:cs typeface="+mn-cs"/>
              </a:defRPr>
            </a:lvl5pPr>
            <a:lvl6pPr marL="2285855"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026"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198"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369"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fr-FR" sz="1600" b="1" dirty="0" smtClean="0"/>
          </a:p>
        </p:txBody>
      </p:sp>
    </p:spTree>
    <p:extLst>
      <p:ext uri="{BB962C8B-B14F-4D97-AF65-F5344CB8AC3E}">
        <p14:creationId xmlns:p14="http://schemas.microsoft.com/office/powerpoint/2010/main" val="3817146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Module Objectives :</a:t>
            </a:r>
            <a:endParaRPr lang="en-US" sz="2800" dirty="0">
              <a:latin typeface="Arial Narrow" pitchFamily="34" charset="0"/>
            </a:endParaRPr>
          </a:p>
        </p:txBody>
      </p:sp>
      <p:sp>
        <p:nvSpPr>
          <p:cNvPr id="20" name="Rectangle 19"/>
          <p:cNvSpPr/>
          <p:nvPr/>
        </p:nvSpPr>
        <p:spPr>
          <a:xfrm>
            <a:off x="378396" y="1137920"/>
            <a:ext cx="9144000" cy="4016484"/>
          </a:xfrm>
          <a:prstGeom prst="rect">
            <a:avLst/>
          </a:prstGeom>
        </p:spPr>
        <p:txBody>
          <a:bodyPr wrap="square">
            <a:spAutoFit/>
          </a:bodyPr>
          <a:lstStyle/>
          <a:p>
            <a:pPr marL="936078" lvl="1" indent="-457200">
              <a:buFont typeface="+mj-lt"/>
              <a:buAutoNum type="arabicPeriod"/>
            </a:pPr>
            <a:r>
              <a:rPr lang="en-US" sz="2000" dirty="0" smtClean="0"/>
              <a:t>Why Reporting?</a:t>
            </a:r>
          </a:p>
          <a:p>
            <a:pPr marL="936078" lvl="1" indent="-457200">
              <a:buFont typeface="+mj-lt"/>
              <a:buAutoNum type="arabicPeriod"/>
            </a:pPr>
            <a:r>
              <a:rPr lang="en-US" sz="2000" dirty="0" smtClean="0"/>
              <a:t>Why </a:t>
            </a:r>
            <a:r>
              <a:rPr lang="en-US" sz="2000" dirty="0" err="1" smtClean="0"/>
              <a:t>Cognos</a:t>
            </a:r>
            <a:r>
              <a:rPr lang="en-US" sz="2000" dirty="0" smtClean="0"/>
              <a:t> Analytics?</a:t>
            </a:r>
          </a:p>
          <a:p>
            <a:pPr marL="936078" lvl="1" indent="-457200">
              <a:buFont typeface="+mj-lt"/>
              <a:buAutoNum type="arabicPeriod"/>
            </a:pPr>
            <a:r>
              <a:rPr lang="en-US" sz="2000" dirty="0" err="1" smtClean="0"/>
              <a:t>Cognos</a:t>
            </a:r>
            <a:r>
              <a:rPr lang="en-US" sz="2000" dirty="0" smtClean="0"/>
              <a:t> 8/10 and 11 Comparison </a:t>
            </a:r>
          </a:p>
          <a:p>
            <a:pPr marL="936078" lvl="1" indent="-457200">
              <a:buFont typeface="+mj-lt"/>
              <a:buAutoNum type="arabicPeriod"/>
            </a:pPr>
            <a:r>
              <a:rPr lang="en-US" sz="2000" dirty="0" err="1" smtClean="0"/>
              <a:t>Cognos</a:t>
            </a:r>
            <a:r>
              <a:rPr lang="en-US" sz="2000" dirty="0" smtClean="0"/>
              <a:t> Analytics Self Service capability </a:t>
            </a:r>
          </a:p>
          <a:p>
            <a:pPr marL="936078" lvl="1" indent="-457200">
              <a:buFont typeface="+mj-lt"/>
              <a:buAutoNum type="arabicPeriod"/>
            </a:pPr>
            <a:r>
              <a:rPr lang="en-US" sz="2000" dirty="0" err="1" smtClean="0"/>
              <a:t>Cognos</a:t>
            </a:r>
            <a:r>
              <a:rPr lang="en-US" sz="2000" dirty="0" smtClean="0"/>
              <a:t>  Analytics - Three tier Architecture</a:t>
            </a:r>
          </a:p>
          <a:p>
            <a:pPr marL="936078" lvl="1" indent="-457200">
              <a:buFont typeface="+mj-lt"/>
              <a:buAutoNum type="arabicPeriod"/>
            </a:pPr>
            <a:r>
              <a:rPr lang="en-US" sz="2000" dirty="0" smtClean="0"/>
              <a:t>User Interfaces</a:t>
            </a:r>
          </a:p>
          <a:p>
            <a:pPr marL="936078" lvl="1" indent="-457200">
              <a:buFont typeface="+mj-lt"/>
              <a:buAutoNum type="arabicPeriod"/>
            </a:pPr>
            <a:r>
              <a:rPr lang="en-US" sz="2000" dirty="0" smtClean="0"/>
              <a:t>Web-based User Interfaces</a:t>
            </a:r>
          </a:p>
          <a:p>
            <a:pPr marL="936078" lvl="1" indent="-457200">
              <a:buFont typeface="+mj-lt"/>
              <a:buAutoNum type="arabicPeriod"/>
            </a:pPr>
            <a:r>
              <a:rPr lang="en-US" sz="2000" dirty="0" smtClean="0"/>
              <a:t>Tier 1 Web Server: </a:t>
            </a:r>
            <a:r>
              <a:rPr lang="en-US" sz="2000" dirty="0" err="1" smtClean="0"/>
              <a:t>Cognos</a:t>
            </a:r>
            <a:r>
              <a:rPr lang="en-US" sz="2000" dirty="0" smtClean="0"/>
              <a:t> Analytics Gateways</a:t>
            </a:r>
          </a:p>
          <a:p>
            <a:pPr marL="936078" lvl="1" indent="-457200">
              <a:buFont typeface="+mj-lt"/>
              <a:buAutoNum type="arabicPeriod"/>
            </a:pPr>
            <a:r>
              <a:rPr lang="en-US" sz="2000" dirty="0" smtClean="0"/>
              <a:t>Tier 2 Application: </a:t>
            </a:r>
            <a:r>
              <a:rPr lang="en-US" sz="2000" dirty="0" err="1" smtClean="0"/>
              <a:t>Cognos</a:t>
            </a:r>
            <a:r>
              <a:rPr lang="en-US" sz="2000" dirty="0" smtClean="0"/>
              <a:t> Analytics Servers</a:t>
            </a:r>
          </a:p>
          <a:p>
            <a:pPr marL="936078" lvl="1" indent="-457200">
              <a:buFont typeface="+mj-lt"/>
              <a:buAutoNum type="arabicPeriod"/>
            </a:pPr>
            <a:r>
              <a:rPr lang="en-US" sz="2000" dirty="0" smtClean="0"/>
              <a:t>Tier 3 Data: Content Providers</a:t>
            </a:r>
          </a:p>
          <a:p>
            <a:pPr marL="936078" lvl="1" indent="-457200">
              <a:buFont typeface="+mj-lt"/>
              <a:buAutoNum type="arabicPeriod"/>
            </a:pPr>
            <a:r>
              <a:rPr lang="en-US" sz="2000" dirty="0" smtClean="0"/>
              <a:t>Accessing </a:t>
            </a:r>
            <a:r>
              <a:rPr lang="en-US" sz="2000" dirty="0" err="1" smtClean="0"/>
              <a:t>Cognos</a:t>
            </a:r>
            <a:r>
              <a:rPr lang="en-US" sz="2000" dirty="0" smtClean="0"/>
              <a:t> Analytics</a:t>
            </a:r>
          </a:p>
          <a:p>
            <a:pPr marL="274320" indent="-274320" fontAlgn="base">
              <a:spcBef>
                <a:spcPts val="1800"/>
              </a:spcBef>
              <a:spcAft>
                <a:spcPts val="600"/>
              </a:spcAft>
              <a:buClr>
                <a:schemeClr val="accent2"/>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a:solidFill>
                <a:srgbClr val="000000"/>
              </a:solidFill>
              <a:cs typeface="Times New Roman" pitchFamily="18" charset="0"/>
            </a:endParaRPr>
          </a:p>
        </p:txBody>
      </p:sp>
    </p:spTree>
  </p:cSld>
  <p:clrMapOvr>
    <a:masterClrMapping/>
  </p:clrMapOvr>
  <p:transition advClick="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entagon 8"/>
          <p:cNvSpPr/>
          <p:nvPr/>
        </p:nvSpPr>
        <p:spPr>
          <a:xfrm>
            <a:off x="635000" y="2184400"/>
            <a:ext cx="2743200" cy="457200"/>
          </a:xfrm>
          <a:prstGeom prst="homePlate">
            <a:avLst/>
          </a:prstGeom>
          <a:effectLst>
            <a:outerShdw blurRad="40000" dist="20000" dir="5400000" rotWithShape="0">
              <a:srgbClr val="000000">
                <a:alpha val="38000"/>
              </a:srgbClr>
            </a:outerShdw>
            <a:softEdge rad="31750"/>
          </a:effectLst>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cs typeface="Times New Roman" pitchFamily="18" charset="0"/>
              </a:rPr>
              <a:t>Better Decision Making</a:t>
            </a:r>
          </a:p>
        </p:txBody>
      </p:sp>
      <p:sp>
        <p:nvSpPr>
          <p:cNvPr id="10" name="Pentagon 9"/>
          <p:cNvSpPr/>
          <p:nvPr/>
        </p:nvSpPr>
        <p:spPr>
          <a:xfrm>
            <a:off x="635000" y="3111500"/>
            <a:ext cx="2743200" cy="457200"/>
          </a:xfrm>
          <a:prstGeom prst="homePlate">
            <a:avLst/>
          </a:prstGeom>
          <a:effectLst>
            <a:outerShdw blurRad="40000" dist="20000" dir="5400000" rotWithShape="0">
              <a:srgbClr val="000000">
                <a:alpha val="38000"/>
              </a:srgbClr>
            </a:outerShdw>
            <a:softEdge rad="31750"/>
          </a:effectLst>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cs typeface="Times New Roman" pitchFamily="18" charset="0"/>
              </a:rPr>
              <a:t>Efficient Management</a:t>
            </a:r>
          </a:p>
        </p:txBody>
      </p:sp>
      <p:sp>
        <p:nvSpPr>
          <p:cNvPr id="11" name="Pentagon 10"/>
          <p:cNvSpPr/>
          <p:nvPr/>
        </p:nvSpPr>
        <p:spPr>
          <a:xfrm>
            <a:off x="635000" y="4114800"/>
            <a:ext cx="2743200" cy="457200"/>
          </a:xfrm>
          <a:prstGeom prst="homePlate">
            <a:avLst/>
          </a:prstGeom>
          <a:effectLst>
            <a:outerShdw blurRad="40000" dist="20000" dir="5400000" rotWithShape="0">
              <a:srgbClr val="000000">
                <a:alpha val="38000"/>
              </a:srgbClr>
            </a:outerShdw>
            <a:softEdge rad="31750"/>
          </a:effectLst>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cs typeface="Times New Roman" pitchFamily="18" charset="0"/>
              </a:rPr>
              <a:t>Quality Data</a:t>
            </a:r>
          </a:p>
        </p:txBody>
      </p:sp>
      <p:sp>
        <p:nvSpPr>
          <p:cNvPr id="12" name="Pentagon 11"/>
          <p:cNvSpPr/>
          <p:nvPr/>
        </p:nvSpPr>
        <p:spPr>
          <a:xfrm>
            <a:off x="635000" y="5016500"/>
            <a:ext cx="2743200" cy="457200"/>
          </a:xfrm>
          <a:prstGeom prst="homePlate">
            <a:avLst/>
          </a:prstGeom>
          <a:effectLst>
            <a:outerShdw blurRad="40000" dist="20000" dir="5400000" rotWithShape="0">
              <a:srgbClr val="000000">
                <a:alpha val="38000"/>
              </a:srgbClr>
            </a:outerShdw>
            <a:softEdge rad="31750"/>
          </a:effectLst>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cs typeface="Times New Roman" pitchFamily="18" charset="0"/>
              </a:rPr>
              <a:t>Software Element Support</a:t>
            </a:r>
            <a:endParaRPr lang="en-US" sz="1600" dirty="0">
              <a:cs typeface="Times New Roman" pitchFamily="18" charset="0"/>
            </a:endParaRPr>
          </a:p>
        </p:txBody>
      </p:sp>
      <p:sp>
        <p:nvSpPr>
          <p:cNvPr id="16" name="Round Same Side Corner Rectangle 4"/>
          <p:cNvSpPr/>
          <p:nvPr/>
        </p:nvSpPr>
        <p:spPr>
          <a:xfrm>
            <a:off x="3632201" y="3101202"/>
            <a:ext cx="5486400" cy="457200"/>
          </a:xfrm>
          <a:prstGeom prst="rect">
            <a:avLst/>
          </a:prstGeom>
          <a:scene3d>
            <a:camera prst="orthographicFront"/>
            <a:lightRig rig="flat" dir="t"/>
          </a:scene3d>
        </p:spPr>
        <p:style>
          <a:lnRef idx="1">
            <a:schemeClr val="dk1"/>
          </a:lnRef>
          <a:fillRef idx="2">
            <a:schemeClr val="dk1"/>
          </a:fillRef>
          <a:effectRef idx="1">
            <a:schemeClr val="dk1"/>
          </a:effectRef>
          <a:fontRef idx="minor">
            <a:schemeClr val="dk1"/>
          </a:fontRef>
        </p:style>
        <p:txBody>
          <a:bodyPr spcFirstLastPara="0" vert="horz" wrap="square" lIns="182880" tIns="91440" rIns="182880" bIns="91440" numCol="1" spcCol="1270" anchor="ctr" anchorCtr="0">
            <a:noAutofit/>
          </a:bodyPr>
          <a:lstStyle/>
          <a:p>
            <a:pPr marL="0" lvl="1" defTabSz="488950">
              <a:spcBef>
                <a:spcPct val="0"/>
              </a:spcBef>
            </a:pPr>
            <a:r>
              <a:rPr lang="en-US" sz="1200" dirty="0" smtClean="0">
                <a:solidFill>
                  <a:srgbClr val="000000"/>
                </a:solidFill>
                <a:cs typeface="Times New Roman" pitchFamily="18" charset="0"/>
              </a:rPr>
              <a:t>Provides historical, current and future business operations data that enable to manage businesses efficiently.</a:t>
            </a:r>
            <a:endParaRPr lang="en-US" sz="1200" kern="1200" dirty="0">
              <a:cs typeface="Times New Roman" pitchFamily="18" charset="0"/>
            </a:endParaRPr>
          </a:p>
        </p:txBody>
      </p:sp>
      <p:sp>
        <p:nvSpPr>
          <p:cNvPr id="19" name="Round Same Side Corner Rectangle 4"/>
          <p:cNvSpPr/>
          <p:nvPr/>
        </p:nvSpPr>
        <p:spPr>
          <a:xfrm>
            <a:off x="3632201" y="2186802"/>
            <a:ext cx="5486400" cy="457200"/>
          </a:xfrm>
          <a:prstGeom prst="rect">
            <a:avLst/>
          </a:prstGeom>
          <a:scene3d>
            <a:camera prst="orthographicFront"/>
            <a:lightRig rig="flat" dir="t"/>
          </a:scene3d>
        </p:spPr>
        <p:style>
          <a:lnRef idx="1">
            <a:schemeClr val="dk1"/>
          </a:lnRef>
          <a:fillRef idx="2">
            <a:schemeClr val="dk1"/>
          </a:fillRef>
          <a:effectRef idx="1">
            <a:schemeClr val="dk1"/>
          </a:effectRef>
          <a:fontRef idx="minor">
            <a:schemeClr val="dk1"/>
          </a:fontRef>
        </p:style>
        <p:txBody>
          <a:bodyPr spcFirstLastPara="0" vert="horz" wrap="square" lIns="182880" tIns="91440" rIns="182880" bIns="91440" numCol="1" spcCol="1270" anchor="ctr" anchorCtr="0">
            <a:noAutofit/>
          </a:bodyPr>
          <a:lstStyle/>
          <a:p>
            <a:pPr marL="0" lvl="1" defTabSz="488950">
              <a:spcBef>
                <a:spcPct val="0"/>
              </a:spcBef>
            </a:pPr>
            <a:r>
              <a:rPr lang="en-US" sz="1200" dirty="0" smtClean="0">
                <a:solidFill>
                  <a:srgbClr val="000000"/>
                </a:solidFill>
                <a:cs typeface="Times New Roman" pitchFamily="18" charset="0"/>
              </a:rPr>
              <a:t>Reporting and Analysis of BI data enables businesses to make better and efficient decisions.</a:t>
            </a:r>
            <a:endParaRPr lang="en-US" sz="1200" kern="1200" dirty="0">
              <a:cs typeface="Times New Roman" pitchFamily="18" charset="0"/>
            </a:endParaRPr>
          </a:p>
        </p:txBody>
      </p:sp>
      <p:sp>
        <p:nvSpPr>
          <p:cNvPr id="29" name="Round Same Side Corner Rectangle 4"/>
          <p:cNvSpPr/>
          <p:nvPr/>
        </p:nvSpPr>
        <p:spPr>
          <a:xfrm>
            <a:off x="3632201" y="5007054"/>
            <a:ext cx="5486400" cy="457200"/>
          </a:xfrm>
          <a:prstGeom prst="rect">
            <a:avLst/>
          </a:prstGeom>
          <a:effectLst>
            <a:outerShdw blurRad="50800" dist="38100" dir="2700000" algn="tl" rotWithShape="0">
              <a:prstClr val="black">
                <a:alpha val="40000"/>
              </a:prstClr>
            </a:outerShdw>
          </a:effectLst>
          <a:scene3d>
            <a:camera prst="orthographicFront"/>
            <a:lightRig rig="flat" dir="t"/>
          </a:scene3d>
        </p:spPr>
        <p:style>
          <a:lnRef idx="1">
            <a:schemeClr val="dk1"/>
          </a:lnRef>
          <a:fillRef idx="2">
            <a:schemeClr val="dk1"/>
          </a:fillRef>
          <a:effectRef idx="1">
            <a:schemeClr val="dk1"/>
          </a:effectRef>
          <a:fontRef idx="minor">
            <a:schemeClr val="dk1"/>
          </a:fontRef>
        </p:style>
        <p:txBody>
          <a:bodyPr spcFirstLastPara="0" vert="horz" wrap="square" lIns="182880" tIns="91440" rIns="182880" bIns="91440" numCol="1" spcCol="1270" anchor="ctr" anchorCtr="0">
            <a:noAutofit/>
          </a:bodyPr>
          <a:lstStyle/>
          <a:p>
            <a:pPr marL="0" lvl="1" defTabSz="488950">
              <a:spcBef>
                <a:spcPct val="0"/>
              </a:spcBef>
            </a:pPr>
            <a:r>
              <a:rPr lang="en-US" sz="1200" dirty="0" smtClean="0">
                <a:solidFill>
                  <a:schemeClr val="tx1"/>
                </a:solidFill>
                <a:cs typeface="Times New Roman" pitchFamily="18" charset="0"/>
              </a:rPr>
              <a:t>Software elements support the use of this information by assisting in the extraction, analysis, and reporting of information.</a:t>
            </a:r>
            <a:endParaRPr lang="en-US" sz="1200" kern="1200" dirty="0">
              <a:solidFill>
                <a:schemeClr val="tx1"/>
              </a:solidFill>
              <a:cs typeface="Times New Roman" pitchFamily="18" charset="0"/>
            </a:endParaRPr>
          </a:p>
        </p:txBody>
      </p:sp>
      <p:sp>
        <p:nvSpPr>
          <p:cNvPr id="32" name="Round Same Side Corner Rectangle 4"/>
          <p:cNvSpPr/>
          <p:nvPr/>
        </p:nvSpPr>
        <p:spPr>
          <a:xfrm>
            <a:off x="3632201" y="4091802"/>
            <a:ext cx="5486400" cy="457200"/>
          </a:xfrm>
          <a:prstGeom prst="rect">
            <a:avLst/>
          </a:prstGeom>
          <a:scene3d>
            <a:camera prst="orthographicFront"/>
            <a:lightRig rig="flat" dir="t"/>
          </a:scene3d>
        </p:spPr>
        <p:style>
          <a:lnRef idx="1">
            <a:schemeClr val="dk1"/>
          </a:lnRef>
          <a:fillRef idx="2">
            <a:schemeClr val="dk1"/>
          </a:fillRef>
          <a:effectRef idx="1">
            <a:schemeClr val="dk1"/>
          </a:effectRef>
          <a:fontRef idx="minor">
            <a:schemeClr val="dk1"/>
          </a:fontRef>
        </p:style>
        <p:txBody>
          <a:bodyPr spcFirstLastPara="0" vert="horz" wrap="square" lIns="182880" tIns="91440" rIns="182880" bIns="91440" numCol="1" spcCol="1270" anchor="ctr" anchorCtr="0">
            <a:noAutofit/>
          </a:bodyPr>
          <a:lstStyle/>
          <a:p>
            <a:pPr marL="0" lvl="1" defTabSz="488950">
              <a:spcBef>
                <a:spcPct val="0"/>
              </a:spcBef>
            </a:pPr>
            <a:r>
              <a:rPr lang="en-US" sz="1200" dirty="0" smtClean="0">
                <a:solidFill>
                  <a:srgbClr val="000000"/>
                </a:solidFill>
                <a:cs typeface="Times New Roman" pitchFamily="18" charset="0"/>
              </a:rPr>
              <a:t>BI applications use data stored in a data warehouse or data mart..</a:t>
            </a:r>
            <a:endParaRPr lang="en-US" sz="1200" kern="1200" dirty="0">
              <a:cs typeface="Times New Roman" pitchFamily="18" charset="0"/>
            </a:endParaRPr>
          </a:p>
        </p:txBody>
      </p:sp>
      <p:sp>
        <p:nvSpPr>
          <p:cNvPr id="33"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Why Reporting? </a:t>
            </a:r>
            <a:endParaRPr lang="en-US" sz="2800" dirty="0">
              <a:latin typeface="Arial Narrow" pitchFamily="34" charset="0"/>
            </a:endParaRPr>
          </a:p>
        </p:txBody>
      </p:sp>
      <p:sp>
        <p:nvSpPr>
          <p:cNvPr id="20" name="Rectangle 19"/>
          <p:cNvSpPr/>
          <p:nvPr/>
        </p:nvSpPr>
        <p:spPr>
          <a:xfrm>
            <a:off x="378396" y="1137920"/>
            <a:ext cx="9144000" cy="707886"/>
          </a:xfrm>
          <a:prstGeom prst="rect">
            <a:avLst/>
          </a:prstGeom>
        </p:spPr>
        <p:txBody>
          <a:bodyPr wrap="square">
            <a:spAutoFit/>
          </a:bodyPr>
          <a:lstStyle/>
          <a:p>
            <a:pPr marL="274320" indent="-274320" fontAlgn="base">
              <a:spcBef>
                <a:spcPts val="1800"/>
              </a:spcBef>
              <a:spcAft>
                <a:spcPts val="600"/>
              </a:spcAft>
              <a:buClr>
                <a:schemeClr val="accent2"/>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	Business </a:t>
            </a:r>
            <a:r>
              <a:rPr lang="en-US" sz="2000" dirty="0">
                <a:solidFill>
                  <a:srgbClr val="000000"/>
                </a:solidFill>
                <a:cs typeface="Times New Roman" pitchFamily="18" charset="0"/>
              </a:rPr>
              <a:t>Intelligence (BI) applications enable businesses to gather, </a:t>
            </a:r>
            <a:r>
              <a:rPr lang="en-US" sz="2000" dirty="0" smtClean="0">
                <a:solidFill>
                  <a:srgbClr val="000000"/>
                </a:solidFill>
                <a:cs typeface="Times New Roman" pitchFamily="18" charset="0"/>
              </a:rPr>
              <a:t>store, analyze</a:t>
            </a:r>
            <a:r>
              <a:rPr lang="en-US" sz="2000" dirty="0">
                <a:solidFill>
                  <a:srgbClr val="000000"/>
                </a:solidFill>
                <a:cs typeface="Times New Roman" pitchFamily="18" charset="0"/>
              </a:rPr>
              <a:t>, integrate, and present business data. </a:t>
            </a:r>
          </a:p>
        </p:txBody>
      </p:sp>
    </p:spTree>
  </p:cSld>
  <p:clrMapOvr>
    <a:masterClrMapping/>
  </p:clrMapOvr>
  <p:transition advClick="0">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2"/>
          <p:cNvSpPr txBox="1">
            <a:spLocks noChangeArrowheads="1"/>
          </p:cNvSpPr>
          <p:nvPr/>
        </p:nvSpPr>
        <p:spPr bwMode="auto">
          <a:xfrm>
            <a:off x="374650" y="1143000"/>
            <a:ext cx="9144000" cy="5029200"/>
          </a:xfrm>
          <a:prstGeom prst="rect">
            <a:avLst/>
          </a:prstGeom>
          <a:noFill/>
          <a:ln w="9525">
            <a:noFill/>
            <a:round/>
            <a:headEnd/>
            <a:tailEnd/>
          </a:ln>
        </p:spPr>
        <p:txBody>
          <a:bodyPr/>
          <a:lstStyle/>
          <a:p>
            <a:pPr marL="274320" indent="-274320" defTabSz="714375" eaLnBrk="0" hangingPunct="0">
              <a:spcBef>
                <a:spcPts val="18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b="1" dirty="0" smtClean="0">
                <a:cs typeface="Times New Roman" pitchFamily="18" charset="0"/>
              </a:rPr>
              <a:t>Introduction</a:t>
            </a:r>
          </a:p>
          <a:p>
            <a:pPr marL="274320" indent="-274320" eaLnBrk="1" hangingPunct="1">
              <a:spcBef>
                <a:spcPts val="12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IBM </a:t>
            </a:r>
            <a:r>
              <a:rPr lang="en-US" sz="2000" dirty="0" err="1">
                <a:cs typeface="Times New Roman" pitchFamily="18" charset="0"/>
              </a:rPr>
              <a:t>Cognos</a:t>
            </a:r>
            <a:r>
              <a:rPr lang="en-US" sz="2000" dirty="0">
                <a:cs typeface="Times New Roman" pitchFamily="18" charset="0"/>
              </a:rPr>
              <a:t> </a:t>
            </a:r>
            <a:r>
              <a:rPr lang="en-US" sz="2000" dirty="0" smtClean="0">
                <a:cs typeface="Times New Roman" pitchFamily="18" charset="0"/>
              </a:rPr>
              <a:t>Analytics </a:t>
            </a:r>
            <a:r>
              <a:rPr lang="en-US" sz="2000" dirty="0">
                <a:cs typeface="Times New Roman" pitchFamily="18" charset="0"/>
              </a:rPr>
              <a:t>is a complete enterprise business intelligence solution with a range of BI </a:t>
            </a:r>
            <a:r>
              <a:rPr lang="en-US" sz="2000" dirty="0" smtClean="0">
                <a:cs typeface="Times New Roman" pitchFamily="18" charset="0"/>
              </a:rPr>
              <a:t>capabilities</a:t>
            </a:r>
            <a:r>
              <a:rPr lang="en-US" sz="2000" dirty="0">
                <a:cs typeface="Times New Roman" pitchFamily="18" charset="0"/>
              </a:rPr>
              <a:t>.  </a:t>
            </a:r>
          </a:p>
          <a:p>
            <a:pPr marL="274320" indent="-274320" eaLnBrk="1" hangingPunct="1">
              <a:spcBef>
                <a:spcPts val="12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cs typeface="Times New Roman" pitchFamily="18" charset="0"/>
              </a:rPr>
              <a:t>Enables users to author, share, and use reports that retrieve data from all enterprise sources which helps to take efficient business decisions </a:t>
            </a:r>
          </a:p>
          <a:p>
            <a:pPr marL="274320" indent="-274320" eaLnBrk="1" hangingPunct="1">
              <a:spcBef>
                <a:spcPts val="12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cs typeface="Times New Roman" pitchFamily="18" charset="0"/>
              </a:rPr>
              <a:t>Use reports, analysis, dashboards and scorecards to monitor business performance, analyze trends and measure results. </a:t>
            </a:r>
          </a:p>
          <a:p>
            <a:pPr marL="274320" indent="-274320" eaLnBrk="1" hangingPunct="1">
              <a:spcBef>
                <a:spcPts val="12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cs typeface="Times New Roman" pitchFamily="18" charset="0"/>
              </a:rPr>
              <a:t>Easy to deploy and manage due to a Service Oriented Architecture (SOA). </a:t>
            </a:r>
          </a:p>
          <a:p>
            <a:pPr marL="274320" indent="-274320" eaLnBrk="1" hangingPunct="1">
              <a:spcBef>
                <a:spcPts val="12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cs typeface="Times New Roman" pitchFamily="18" charset="0"/>
              </a:rPr>
              <a:t>Scalability to handle a large number of users. </a:t>
            </a:r>
          </a:p>
          <a:p>
            <a:pPr marL="274320" indent="-274320" eaLnBrk="1" hangingPunct="1">
              <a:spcBef>
                <a:spcPts val="12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cs typeface="Times New Roman" pitchFamily="18" charset="0"/>
              </a:rPr>
              <a:t>Modular deployment enables you to meet immediate user requirements and expand or modify as needed</a:t>
            </a:r>
            <a:r>
              <a:rPr lang="en-US" sz="2000" dirty="0" smtClean="0">
                <a:cs typeface="Times New Roman" pitchFamily="18" charset="0"/>
              </a:rPr>
              <a:t>.</a:t>
            </a:r>
            <a:endParaRPr lang="en-US" sz="2000" dirty="0">
              <a:cs typeface="Times New Roman" pitchFamily="18" charset="0"/>
            </a:endParaRPr>
          </a:p>
        </p:txBody>
      </p:sp>
      <p:sp>
        <p:nvSpPr>
          <p:cNvPr id="5"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Why </a:t>
            </a:r>
            <a:r>
              <a:rPr lang="en-US" sz="2800" dirty="0" err="1" smtClean="0">
                <a:latin typeface="Arial Narrow" pitchFamily="34" charset="0"/>
              </a:rPr>
              <a:t>Cognos</a:t>
            </a:r>
            <a:r>
              <a:rPr lang="en-US" sz="2800" dirty="0" smtClean="0">
                <a:latin typeface="Arial Narrow" pitchFamily="34" charset="0"/>
              </a:rPr>
              <a:t> Analytics?</a:t>
            </a:r>
          </a:p>
          <a:p>
            <a:pPr eaLnBrk="1" hangingPunct="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a:latin typeface="Arial Narrow"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nvGraphicFramePr>
        <p:xfrm>
          <a:off x="557345" y="1195264"/>
          <a:ext cx="9120055" cy="48245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marL="274320" lvl="1" indent="-457200">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marL="274320" lvl="1" indent="-457200">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Why </a:t>
            </a:r>
            <a:r>
              <a:rPr lang="en-US" sz="2800" dirty="0" err="1" smtClean="0">
                <a:latin typeface="Arial Narrow" pitchFamily="34" charset="0"/>
              </a:rPr>
              <a:t>Cognos</a:t>
            </a:r>
            <a:r>
              <a:rPr lang="en-US" sz="2800" dirty="0" smtClean="0">
                <a:latin typeface="Arial Narrow" pitchFamily="34" charset="0"/>
              </a:rPr>
              <a:t> Analytics? - Features and Benefits</a:t>
            </a:r>
          </a:p>
          <a:p>
            <a:pPr marL="274320" lvl="1" indent="-457200">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p:txBody>
      </p:sp>
    </p:spTree>
  </p:cSld>
  <p:clrMapOvr>
    <a:masterClrMapping/>
  </p:clrMapOvr>
  <p:transition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2"/>
          <p:cNvSpPr txBox="1">
            <a:spLocks noChangeArrowheads="1"/>
          </p:cNvSpPr>
          <p:nvPr/>
        </p:nvSpPr>
        <p:spPr bwMode="auto">
          <a:xfrm>
            <a:off x="374650" y="1143000"/>
            <a:ext cx="9144000" cy="5029200"/>
          </a:xfrm>
          <a:prstGeom prst="rect">
            <a:avLst/>
          </a:prstGeom>
          <a:noFill/>
          <a:ln w="9525">
            <a:noFill/>
            <a:round/>
            <a:headEnd/>
            <a:tailEnd/>
          </a:ln>
        </p:spPr>
        <p:txBody>
          <a:bodyPr/>
          <a:lstStyle/>
          <a:p>
            <a:pPr marL="274320" indent="-274320" defTabSz="714375" eaLnBrk="0" hangingPunct="0">
              <a:spcBef>
                <a:spcPts val="18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a:cs typeface="Times New Roman" pitchFamily="18" charset="0"/>
            </a:endParaRPr>
          </a:p>
        </p:txBody>
      </p:sp>
      <p:sp>
        <p:nvSpPr>
          <p:cNvPr id="5"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err="1" smtClean="0">
                <a:latin typeface="Arial Narrow" pitchFamily="34" charset="0"/>
              </a:rPr>
              <a:t>Cognos</a:t>
            </a:r>
            <a:r>
              <a:rPr lang="en-US" sz="2800" dirty="0" smtClean="0">
                <a:latin typeface="Arial Narrow" pitchFamily="34" charset="0"/>
              </a:rPr>
              <a:t> Analytics Self Service capability </a:t>
            </a: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 </a:t>
            </a: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eaLnBrk="1" hangingPunct="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a:latin typeface="Arial Narrow" pitchFamily="34" charset="0"/>
            </a:endParaRPr>
          </a:p>
        </p:txBody>
      </p:sp>
      <p:sp>
        <p:nvSpPr>
          <p:cNvPr id="6" name="TextBox 5"/>
          <p:cNvSpPr txBox="1"/>
          <p:nvPr/>
        </p:nvSpPr>
        <p:spPr>
          <a:xfrm>
            <a:off x="152400" y="1219200"/>
            <a:ext cx="10546477" cy="3477875"/>
          </a:xfrm>
          <a:prstGeom prst="rect">
            <a:avLst/>
          </a:prstGeom>
          <a:noFill/>
        </p:spPr>
        <p:txBody>
          <a:bodyPr wrap="square" rtlCol="0">
            <a:spAutoFit/>
          </a:bodyPr>
          <a:lstStyle/>
          <a:p>
            <a:pPr>
              <a:buFont typeface="Wingdings" pitchFamily="2" charset="2"/>
              <a:buChar char="Ø"/>
            </a:pPr>
            <a:r>
              <a:rPr lang="en-US" sz="2000" dirty="0" smtClean="0">
                <a:cs typeface="Times New Roman" pitchFamily="18" charset="0"/>
              </a:rPr>
              <a:t>Basic data modeling, coupled with an updated look and feel</a:t>
            </a:r>
          </a:p>
          <a:p>
            <a:endParaRPr lang="en-US" sz="2000" dirty="0" smtClean="0">
              <a:cs typeface="Times New Roman" pitchFamily="18" charset="0"/>
            </a:endParaRPr>
          </a:p>
          <a:p>
            <a:pPr>
              <a:buFont typeface="Wingdings" pitchFamily="2" charset="2"/>
              <a:buChar char="Ø"/>
            </a:pPr>
            <a:r>
              <a:rPr lang="en-US" sz="2000" dirty="0" smtClean="0">
                <a:cs typeface="Times New Roman" pitchFamily="18" charset="0"/>
              </a:rPr>
              <a:t>Create an attractive dashboard in minutes</a:t>
            </a:r>
          </a:p>
          <a:p>
            <a:endParaRPr lang="en-US" sz="2000" dirty="0" smtClean="0">
              <a:cs typeface="Times New Roman" pitchFamily="18" charset="0"/>
            </a:endParaRPr>
          </a:p>
          <a:p>
            <a:pPr>
              <a:buFont typeface="Wingdings" pitchFamily="2" charset="2"/>
              <a:buChar char="Ø"/>
            </a:pPr>
            <a:r>
              <a:rPr lang="en-US" sz="2000" dirty="0" smtClean="0">
                <a:cs typeface="Times New Roman" pitchFamily="18" charset="0"/>
              </a:rPr>
              <a:t>As data is dragged onto the canvas, </a:t>
            </a:r>
            <a:r>
              <a:rPr lang="en-US" sz="2000" dirty="0" err="1" smtClean="0">
                <a:cs typeface="Times New Roman" pitchFamily="18" charset="0"/>
              </a:rPr>
              <a:t>Cognos</a:t>
            </a:r>
            <a:r>
              <a:rPr lang="en-US" sz="2000" dirty="0" smtClean="0">
                <a:cs typeface="Times New Roman" pitchFamily="18" charset="0"/>
              </a:rPr>
              <a:t> selects a visualization to best </a:t>
            </a:r>
          </a:p>
          <a:p>
            <a:r>
              <a:rPr lang="en-US" sz="2000" dirty="0" smtClean="0">
                <a:cs typeface="Times New Roman" pitchFamily="18" charset="0"/>
              </a:rPr>
              <a:t>   represent it</a:t>
            </a:r>
          </a:p>
          <a:p>
            <a:endParaRPr lang="en-US" sz="2000" dirty="0" smtClean="0">
              <a:cs typeface="Times New Roman" pitchFamily="18" charset="0"/>
            </a:endParaRPr>
          </a:p>
          <a:p>
            <a:pPr>
              <a:buFont typeface="Wingdings" pitchFamily="2" charset="2"/>
              <a:buChar char="Ø"/>
            </a:pPr>
            <a:r>
              <a:rPr lang="en-US" sz="2000" dirty="0" smtClean="0">
                <a:cs typeface="Times New Roman" pitchFamily="18" charset="0"/>
              </a:rPr>
              <a:t>Automatically linking of a filter across the object</a:t>
            </a:r>
          </a:p>
          <a:p>
            <a:endParaRPr lang="en-US" sz="2000" dirty="0" smtClean="0">
              <a:cs typeface="Times New Roman" pitchFamily="18" charset="0"/>
            </a:endParaRPr>
          </a:p>
          <a:p>
            <a:pPr>
              <a:buFont typeface="Wingdings" pitchFamily="2" charset="2"/>
              <a:buChar char="Ø"/>
            </a:pPr>
            <a:r>
              <a:rPr lang="en-US" sz="2000" dirty="0" smtClean="0">
                <a:cs typeface="Times New Roman" pitchFamily="18" charset="0"/>
              </a:rPr>
              <a:t>The graphs and tables are laid out on a choice of grids which enhances </a:t>
            </a:r>
          </a:p>
          <a:p>
            <a:r>
              <a:rPr lang="en-US" sz="2000" dirty="0" smtClean="0">
                <a:cs typeface="Times New Roman" pitchFamily="18" charset="0"/>
              </a:rPr>
              <a:t>    the visual appeal without any additional effort by users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ChangeArrowheads="1"/>
          </p:cNvSpPr>
          <p:nvPr/>
        </p:nvSpPr>
        <p:spPr bwMode="auto">
          <a:xfrm>
            <a:off x="374650" y="1131887"/>
            <a:ext cx="9144000" cy="4299255"/>
          </a:xfrm>
          <a:prstGeom prst="rect">
            <a:avLst/>
          </a:prstGeom>
          <a:noFill/>
          <a:ln w="9525">
            <a:noFill/>
            <a:round/>
            <a:headEnd/>
            <a:tailEnd/>
          </a:ln>
        </p:spPr>
        <p:txBody>
          <a:bodyPr lIns="90000" tIns="46800" rIns="90000" bIns="46800">
            <a:spAutoFit/>
          </a:bodyPr>
          <a:lstStyle/>
          <a:p>
            <a:pPr marL="274320" lvl="1" indent="-274320" eaLnBrk="1" hangingPunct="1">
              <a:spcBef>
                <a:spcPts val="1800"/>
              </a:spcBef>
              <a:spcAft>
                <a:spcPts val="600"/>
              </a:spcAft>
              <a:buClr>
                <a:schemeClr val="accent2"/>
              </a:buClr>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GB" sz="2000" dirty="0" smtClean="0">
                <a:cs typeface="Times New Roman" pitchFamily="18" charset="0"/>
              </a:rPr>
              <a:t>The </a:t>
            </a:r>
            <a:r>
              <a:rPr lang="en-GB" sz="2000" dirty="0" err="1">
                <a:cs typeface="Times New Roman" pitchFamily="18" charset="0"/>
              </a:rPr>
              <a:t>Cognos</a:t>
            </a:r>
            <a:r>
              <a:rPr lang="en-GB" sz="2000" dirty="0">
                <a:cs typeface="Times New Roman" pitchFamily="18" charset="0"/>
              </a:rPr>
              <a:t> </a:t>
            </a:r>
            <a:r>
              <a:rPr lang="en-GB" sz="2000" dirty="0" smtClean="0">
                <a:cs typeface="Times New Roman" pitchFamily="18" charset="0"/>
              </a:rPr>
              <a:t>Analytics BI </a:t>
            </a:r>
            <a:r>
              <a:rPr lang="en-GB" sz="2000" dirty="0">
                <a:cs typeface="Times New Roman" pitchFamily="18" charset="0"/>
              </a:rPr>
              <a:t>architecture consists of the following features</a:t>
            </a:r>
            <a:r>
              <a:rPr lang="en-GB" sz="2000" dirty="0" smtClean="0">
                <a:cs typeface="Times New Roman" pitchFamily="18" charset="0"/>
              </a:rPr>
              <a:t>:</a:t>
            </a:r>
            <a:endParaRPr lang="en-GB" sz="1400" dirty="0">
              <a:solidFill>
                <a:srgbClr val="000000"/>
              </a:solidFill>
              <a:latin typeface="Times New Roman" pitchFamily="18" charset="0"/>
              <a:cs typeface="Times New Roman" pitchFamily="18" charset="0"/>
            </a:endParaRPr>
          </a:p>
          <a:p>
            <a:pPr marL="457200" lvl="2" indent="-182880" eaLnBrk="1" hangingPunct="1">
              <a:spcBef>
                <a:spcPts val="1200"/>
              </a:spcBef>
              <a:spcAft>
                <a:spcPts val="600"/>
              </a:spcAft>
              <a:buFont typeface="Wingdings"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1600" dirty="0" smtClean="0">
                <a:cs typeface="Times New Roman" pitchFamily="18" charset="0"/>
              </a:rPr>
              <a:t>Single</a:t>
            </a:r>
            <a:r>
              <a:rPr lang="en-US" sz="1600" dirty="0">
                <a:cs typeface="Times New Roman" pitchFamily="18" charset="0"/>
              </a:rPr>
              <a:t>, open Application Program Interface (API) founded on SOAP and XML</a:t>
            </a:r>
            <a:r>
              <a:rPr lang="en-US" sz="1600" dirty="0" smtClean="0">
                <a:cs typeface="Times New Roman" pitchFamily="18" charset="0"/>
              </a:rPr>
              <a:t>.</a:t>
            </a:r>
            <a:endParaRPr lang="en-US" sz="1600" dirty="0">
              <a:cs typeface="Times New Roman" pitchFamily="18" charset="0"/>
            </a:endParaRPr>
          </a:p>
          <a:p>
            <a:pPr marL="457200" lvl="2" indent="-182880" eaLnBrk="1" hangingPunct="1">
              <a:spcBef>
                <a:spcPts val="1200"/>
              </a:spcBef>
              <a:spcAft>
                <a:spcPts val="600"/>
              </a:spcAft>
              <a:buFont typeface="Wingdings"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1600" dirty="0">
                <a:cs typeface="Times New Roman" pitchFamily="18" charset="0"/>
              </a:rPr>
              <a:t>Enables integration with Microsoft Office, Business Performance Management (BPM) solutions, enterprise search capabilities, and other applications. </a:t>
            </a:r>
          </a:p>
          <a:p>
            <a:pPr marL="457200" lvl="2" indent="-182880" eaLnBrk="1" hangingPunct="1">
              <a:spcBef>
                <a:spcPts val="1200"/>
              </a:spcBef>
              <a:spcAft>
                <a:spcPts val="600"/>
              </a:spcAft>
              <a:buFont typeface="Wingdings"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GB" sz="1600" dirty="0">
                <a:cs typeface="Times New Roman" pitchFamily="18" charset="0"/>
              </a:rPr>
              <a:t>Consistent, zero foot print web based user interface</a:t>
            </a:r>
            <a:r>
              <a:rPr lang="en-GB" sz="1600" dirty="0" smtClean="0">
                <a:cs typeface="Times New Roman" pitchFamily="18" charset="0"/>
              </a:rPr>
              <a:t>.</a:t>
            </a:r>
            <a:endParaRPr lang="en-GB" sz="1600" dirty="0">
              <a:cs typeface="Times New Roman" pitchFamily="18" charset="0"/>
            </a:endParaRPr>
          </a:p>
          <a:p>
            <a:pPr marL="457200" lvl="2" indent="-182880" algn="just" eaLnBrk="1" hangingPunct="1">
              <a:spcBef>
                <a:spcPts val="1200"/>
              </a:spcBef>
              <a:spcAft>
                <a:spcPts val="600"/>
              </a:spcAft>
              <a:buFont typeface="Wingdings"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GB" sz="1600" dirty="0">
                <a:cs typeface="Times New Roman" pitchFamily="18" charset="0"/>
              </a:rPr>
              <a:t>Supports leading Relational Databases as well as OLAP</a:t>
            </a:r>
            <a:r>
              <a:rPr lang="en-GB" sz="1600" dirty="0" smtClean="0">
                <a:cs typeface="Times New Roman" pitchFamily="18" charset="0"/>
              </a:rPr>
              <a:t>.</a:t>
            </a:r>
            <a:endParaRPr lang="en-GB" sz="1600" dirty="0">
              <a:cs typeface="Times New Roman" pitchFamily="18" charset="0"/>
            </a:endParaRPr>
          </a:p>
          <a:p>
            <a:pPr marL="457200" lvl="2" indent="-182880" algn="just" eaLnBrk="1" hangingPunct="1">
              <a:spcBef>
                <a:spcPts val="1200"/>
              </a:spcBef>
              <a:spcAft>
                <a:spcPts val="600"/>
              </a:spcAft>
              <a:buFont typeface="Wingdings"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GB" sz="1600" dirty="0">
                <a:cs typeface="Times New Roman" pitchFamily="18" charset="0"/>
              </a:rPr>
              <a:t>Ensures dynamic load balancing</a:t>
            </a:r>
            <a:r>
              <a:rPr lang="en-GB" sz="1600" dirty="0" smtClean="0">
                <a:cs typeface="Times New Roman" pitchFamily="18" charset="0"/>
              </a:rPr>
              <a:t>.</a:t>
            </a:r>
            <a:endParaRPr lang="en-GB" sz="1600" dirty="0">
              <a:cs typeface="Times New Roman" pitchFamily="18" charset="0"/>
            </a:endParaRPr>
          </a:p>
          <a:p>
            <a:pPr marL="457200" lvl="2" indent="-182880" algn="just" eaLnBrk="1" hangingPunct="1">
              <a:spcBef>
                <a:spcPts val="1200"/>
              </a:spcBef>
              <a:spcAft>
                <a:spcPts val="600"/>
              </a:spcAft>
              <a:buFont typeface="Wingdings"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GB" sz="1600" dirty="0">
                <a:cs typeface="Times New Roman" pitchFamily="18" charset="0"/>
              </a:rPr>
              <a:t>Cognos can be customized and is compatible with third party </a:t>
            </a:r>
            <a:r>
              <a:rPr lang="en-GB" sz="1600" dirty="0" smtClean="0">
                <a:cs typeface="Times New Roman" pitchFamily="18" charset="0"/>
              </a:rPr>
              <a:t>product.</a:t>
            </a:r>
          </a:p>
          <a:p>
            <a:pPr marL="457200" lvl="2" indent="-182880" algn="just" eaLnBrk="1" hangingPunct="1">
              <a:spcBef>
                <a:spcPts val="1200"/>
              </a:spcBef>
              <a:spcAft>
                <a:spcPts val="600"/>
              </a:spcAft>
              <a:buFont typeface="Wingdings" pitchFamily="2" charset="2"/>
              <a:buChar char="Ø"/>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GB" sz="1600" dirty="0" smtClean="0">
                <a:cs typeface="Times New Roman" pitchFamily="18" charset="0"/>
              </a:rPr>
              <a:t>Supports </a:t>
            </a:r>
            <a:r>
              <a:rPr lang="en-GB" sz="1600" dirty="0">
                <a:cs typeface="Times New Roman" pitchFamily="18" charset="0"/>
              </a:rPr>
              <a:t>multilingual reporting.</a:t>
            </a:r>
          </a:p>
          <a:p>
            <a:pPr marL="1371600" lvl="2" indent="-457200" algn="just" eaLnBrk="1" hangingPunct="1">
              <a:lnSpc>
                <a:spcPct val="85000"/>
              </a:lnSpc>
              <a:spcBef>
                <a:spcPts val="350"/>
              </a:spcBef>
              <a:buClr>
                <a:srgbClr val="009999"/>
              </a:buClr>
              <a:buFont typeface="Wingdings" pitchFamily="2" charset="2"/>
              <a:buNone/>
              <a:tabLst>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endParaRPr lang="en-GB" sz="1400" dirty="0">
              <a:solidFill>
                <a:srgbClr val="000000"/>
              </a:solidFill>
              <a:latin typeface="Times New Roman" pitchFamily="18" charset="0"/>
              <a:cs typeface="Times New Roman" pitchFamily="18" charset="0"/>
            </a:endParaRPr>
          </a:p>
        </p:txBody>
      </p:sp>
      <p:sp>
        <p:nvSpPr>
          <p:cNvPr id="5" name="Text Box 1"/>
          <p:cNvSpPr txBox="1">
            <a:spLocks noChangeArrowheads="1"/>
          </p:cNvSpPr>
          <p:nvPr/>
        </p:nvSpPr>
        <p:spPr bwMode="auto">
          <a:xfrm>
            <a:off x="0" y="-189131"/>
            <a:ext cx="9902952" cy="1292662"/>
          </a:xfrm>
          <a:prstGeom prst="rect">
            <a:avLst/>
          </a:prstGeom>
          <a:noFill/>
          <a:ln w="9525">
            <a:noFill/>
            <a:round/>
            <a:headEnd/>
            <a:tailEnd/>
          </a:ln>
        </p:spPr>
        <p:txBody>
          <a:bodyPr wrap="square" lIns="457200" tIns="0" rIns="0" bIns="0" anchor="ctr">
            <a:spAutoFit/>
          </a:bodyP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marL="0" lvl="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err="1" smtClean="0">
                <a:latin typeface="Arial Narrow" pitchFamily="34" charset="0"/>
              </a:rPr>
              <a:t>Cognos</a:t>
            </a:r>
            <a:r>
              <a:rPr lang="en-US" sz="2800" dirty="0" smtClean="0">
                <a:latin typeface="Arial Narrow" pitchFamily="34" charset="0"/>
              </a:rPr>
              <a:t>  Analytics - Three tier Architecture</a:t>
            </a:r>
          </a:p>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a:latin typeface="Arial Narrow"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p:cNvSpPr txBox="1">
            <a:spLocks noChangeArrowheads="1"/>
          </p:cNvSpPr>
          <p:nvPr/>
        </p:nvSpPr>
        <p:spPr bwMode="auto">
          <a:xfrm>
            <a:off x="-2852" y="241756"/>
            <a:ext cx="9902952" cy="430887"/>
          </a:xfrm>
          <a:prstGeom prst="rect">
            <a:avLst/>
          </a:prstGeom>
          <a:noFill/>
          <a:ln w="9525">
            <a:noFill/>
            <a:round/>
            <a:headEnd/>
            <a:tailEnd/>
          </a:ln>
        </p:spPr>
        <p:txBody>
          <a:bodyPr wrap="square" lIns="457200" tIns="0" rIns="0" bIns="0" anchor="ctr">
            <a:spAutoFit/>
          </a:bodyPr>
          <a:lstStyle/>
          <a:p>
            <a:pPr>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a:latin typeface="Arial Narrow" pitchFamily="34" charset="0"/>
              </a:rPr>
              <a:t>IBM </a:t>
            </a:r>
            <a:r>
              <a:rPr lang="en-US" sz="2800" dirty="0" err="1" smtClean="0">
                <a:latin typeface="Arial Narrow" pitchFamily="34" charset="0"/>
              </a:rPr>
              <a:t>Cognos</a:t>
            </a:r>
            <a:r>
              <a:rPr lang="en-US" sz="2800" dirty="0" smtClean="0">
                <a:latin typeface="Arial Narrow" pitchFamily="34" charset="0"/>
              </a:rPr>
              <a:t>  Analytics - Three tier Architecture</a:t>
            </a:r>
            <a:endParaRPr lang="en-US" sz="2800" dirty="0">
              <a:latin typeface="Arial Narrow" pitchFamily="34" charset="0"/>
            </a:endParaRPr>
          </a:p>
        </p:txBody>
      </p:sp>
      <p:grpSp>
        <p:nvGrpSpPr>
          <p:cNvPr id="2" name="Group 53"/>
          <p:cNvGrpSpPr/>
          <p:nvPr/>
        </p:nvGrpSpPr>
        <p:grpSpPr>
          <a:xfrm>
            <a:off x="1117848" y="991816"/>
            <a:ext cx="7435552" cy="5256584"/>
            <a:chOff x="685800" y="838200"/>
            <a:chExt cx="7862887" cy="5638800"/>
          </a:xfrm>
        </p:grpSpPr>
        <p:sp>
          <p:nvSpPr>
            <p:cNvPr id="5" name="AutoShape 2"/>
            <p:cNvSpPr>
              <a:spLocks noChangeArrowheads="1"/>
            </p:cNvSpPr>
            <p:nvPr/>
          </p:nvSpPr>
          <p:spPr bwMode="auto">
            <a:xfrm>
              <a:off x="685800" y="838200"/>
              <a:ext cx="7862887" cy="5638800"/>
            </a:xfrm>
            <a:prstGeom prst="roundRect">
              <a:avLst>
                <a:gd name="adj" fmla="val 16667"/>
              </a:avLst>
            </a:prstGeom>
            <a:solidFill>
              <a:schemeClr val="accent2">
                <a:lumMod val="20000"/>
                <a:lumOff val="80000"/>
              </a:schemeClr>
            </a:solidFill>
            <a:ln w="12600">
              <a:solidFill>
                <a:schemeClr val="accent2">
                  <a:lumMod val="75000"/>
                </a:schemeClr>
              </a:solidFill>
              <a:miter lim="800000"/>
              <a:headEnd/>
              <a:tailEnd/>
            </a:ln>
            <a:effectLst>
              <a:outerShdw dist="25631" dir="3633274" algn="ctr" rotWithShape="0">
                <a:srgbClr val="4E6128">
                  <a:alpha val="50027"/>
                </a:srgbClr>
              </a:outerShdw>
            </a:effectLst>
          </p:spPr>
          <p:txBody>
            <a:bodyPr vert="horz" wrap="square" lIns="91440" tIns="45720" rIns="91440" bIns="45720" numCol="1" anchor="ctr" anchorCtr="0" compatLnSpc="1">
              <a:prstTxWarp prst="textNoShape">
                <a:avLst/>
              </a:prstTxWarp>
            </a:bodyPr>
            <a:lstStyle/>
            <a:p>
              <a:endParaRPr lang="en-US"/>
            </a:p>
          </p:txBody>
        </p:sp>
        <p:grpSp>
          <p:nvGrpSpPr>
            <p:cNvPr id="3" name="Group 4"/>
            <p:cNvGrpSpPr>
              <a:grpSpLocks/>
            </p:cNvGrpSpPr>
            <p:nvPr/>
          </p:nvGrpSpPr>
          <p:grpSpPr bwMode="auto">
            <a:xfrm>
              <a:off x="1371600" y="5410200"/>
              <a:ext cx="762000" cy="923925"/>
              <a:chOff x="-638" y="1198"/>
              <a:chExt cx="1200" cy="1454"/>
            </a:xfrm>
          </p:grpSpPr>
          <p:sp>
            <p:nvSpPr>
              <p:cNvPr id="7" name="AutoShape 5"/>
              <p:cNvSpPr>
                <a:spLocks noChangeArrowheads="1"/>
              </p:cNvSpPr>
              <p:nvPr/>
            </p:nvSpPr>
            <p:spPr bwMode="auto">
              <a:xfrm>
                <a:off x="-637" y="1198"/>
                <a:ext cx="1124" cy="1454"/>
              </a:xfrm>
              <a:prstGeom prst="flowChartMagneticDisk">
                <a:avLst/>
              </a:prstGeom>
              <a:solidFill>
                <a:schemeClr val="accent1">
                  <a:lumMod val="40000"/>
                  <a:lumOff val="60000"/>
                </a:schemeClr>
              </a:solidFill>
              <a:ln w="12600">
                <a:solidFill>
                  <a:schemeClr val="accent1">
                    <a:lumMod val="75000"/>
                  </a:schemeClr>
                </a:solidFill>
                <a:miter lim="800000"/>
                <a:headEnd/>
                <a:tailEnd/>
              </a:ln>
              <a:effectLst>
                <a:outerShdw dist="25631" dir="3633274" algn="ctr" rotWithShape="0">
                  <a:srgbClr val="4E6128"/>
                </a:outerShdw>
              </a:effectLst>
            </p:spPr>
            <p:txBody>
              <a:bodyPr vert="horz" wrap="square" lIns="91440" tIns="45720" rIns="91440" bIns="45720" numCol="1" anchor="ctr" anchorCtr="0" compatLnSpc="1">
                <a:prstTxWarp prst="textNoShape">
                  <a:avLst/>
                </a:prstTxWarp>
              </a:bodyPr>
              <a:lstStyle/>
              <a:p>
                <a:endParaRPr lang="en-US"/>
              </a:p>
            </p:txBody>
          </p:sp>
          <p:sp>
            <p:nvSpPr>
              <p:cNvPr id="8" name="Text Box 6"/>
              <p:cNvSpPr txBox="1">
                <a:spLocks noChangeArrowheads="1"/>
              </p:cNvSpPr>
              <p:nvPr/>
            </p:nvSpPr>
            <p:spPr bwMode="auto">
              <a:xfrm>
                <a:off x="-638" y="1655"/>
                <a:ext cx="1200" cy="767"/>
              </a:xfrm>
              <a:prstGeom prst="rect">
                <a:avLst/>
              </a:prstGeom>
              <a:noFill/>
              <a:ln w="9525">
                <a:noFill/>
                <a:round/>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800" b="0" i="0" u="none" strike="noStrike" cap="none" normalizeH="0" baseline="0" dirty="0" smtClean="0">
                    <a:ln>
                      <a:noFill/>
                    </a:ln>
                    <a:solidFill>
                      <a:schemeClr val="tx1"/>
                    </a:solidFill>
                    <a:effectLst/>
                  </a:rPr>
                  <a:t>CONTENT STORE</a:t>
                </a:r>
              </a:p>
            </p:txBody>
          </p:sp>
        </p:grpSp>
        <p:grpSp>
          <p:nvGrpSpPr>
            <p:cNvPr id="4" name="Group 4"/>
            <p:cNvGrpSpPr>
              <a:grpSpLocks/>
            </p:cNvGrpSpPr>
            <p:nvPr/>
          </p:nvGrpSpPr>
          <p:grpSpPr bwMode="auto">
            <a:xfrm>
              <a:off x="2438400" y="5410200"/>
              <a:ext cx="714375" cy="923925"/>
              <a:chOff x="-638" y="1198"/>
              <a:chExt cx="1125" cy="1454"/>
            </a:xfrm>
          </p:grpSpPr>
          <p:sp>
            <p:nvSpPr>
              <p:cNvPr id="10" name="AutoShape 5"/>
              <p:cNvSpPr>
                <a:spLocks noChangeArrowheads="1"/>
              </p:cNvSpPr>
              <p:nvPr/>
            </p:nvSpPr>
            <p:spPr bwMode="auto">
              <a:xfrm>
                <a:off x="-637" y="1198"/>
                <a:ext cx="1124" cy="1454"/>
              </a:xfrm>
              <a:prstGeom prst="flowChartMagneticDisk">
                <a:avLst/>
              </a:prstGeom>
              <a:solidFill>
                <a:schemeClr val="accent1">
                  <a:lumMod val="40000"/>
                  <a:lumOff val="60000"/>
                </a:schemeClr>
              </a:solidFill>
              <a:ln w="12600">
                <a:solidFill>
                  <a:schemeClr val="accent1">
                    <a:lumMod val="75000"/>
                  </a:schemeClr>
                </a:solidFill>
                <a:miter lim="800000"/>
                <a:headEnd/>
                <a:tailEnd/>
              </a:ln>
              <a:effectLst>
                <a:outerShdw dist="25631" dir="3633274" algn="ctr" rotWithShape="0">
                  <a:srgbClr val="4E6128"/>
                </a:outerShdw>
              </a:effectLst>
            </p:spPr>
            <p:txBody>
              <a:bodyPr vert="horz" wrap="square" lIns="91440" tIns="45720" rIns="91440" bIns="45720" numCol="1" anchor="ctr" anchorCtr="0" compatLnSpc="1">
                <a:prstTxWarp prst="textNoShape">
                  <a:avLst/>
                </a:prstTxWarp>
              </a:bodyPr>
              <a:lstStyle/>
              <a:p>
                <a:endParaRPr lang="en-US"/>
              </a:p>
            </p:txBody>
          </p:sp>
          <p:sp>
            <p:nvSpPr>
              <p:cNvPr id="11" name="Text Box 6"/>
              <p:cNvSpPr txBox="1">
                <a:spLocks noChangeArrowheads="1"/>
              </p:cNvSpPr>
              <p:nvPr/>
            </p:nvSpPr>
            <p:spPr bwMode="auto">
              <a:xfrm>
                <a:off x="-638" y="1655"/>
                <a:ext cx="1125" cy="767"/>
              </a:xfrm>
              <a:prstGeom prst="rect">
                <a:avLst/>
              </a:prstGeom>
              <a:noFill/>
              <a:ln w="9525">
                <a:noFill/>
                <a:round/>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dirty="0" smtClean="0">
                    <a:ln>
                      <a:noFill/>
                    </a:ln>
                    <a:solidFill>
                      <a:schemeClr val="tx1"/>
                    </a:solidFill>
                    <a:effectLst/>
                  </a:rPr>
                  <a:t>METRIC STORE</a:t>
                </a:r>
              </a:p>
            </p:txBody>
          </p:sp>
        </p:grpSp>
        <p:grpSp>
          <p:nvGrpSpPr>
            <p:cNvPr id="6" name="Group 7"/>
            <p:cNvGrpSpPr>
              <a:grpSpLocks/>
            </p:cNvGrpSpPr>
            <p:nvPr/>
          </p:nvGrpSpPr>
          <p:grpSpPr bwMode="auto">
            <a:xfrm>
              <a:off x="6096000" y="5486400"/>
              <a:ext cx="838200" cy="923925"/>
              <a:chOff x="6352" y="1198"/>
              <a:chExt cx="1320" cy="1454"/>
            </a:xfrm>
          </p:grpSpPr>
          <p:sp>
            <p:nvSpPr>
              <p:cNvPr id="13" name="AutoShape 8"/>
              <p:cNvSpPr>
                <a:spLocks noChangeArrowheads="1"/>
              </p:cNvSpPr>
              <p:nvPr/>
            </p:nvSpPr>
            <p:spPr bwMode="auto">
              <a:xfrm>
                <a:off x="6353" y="1198"/>
                <a:ext cx="1199" cy="1454"/>
              </a:xfrm>
              <a:prstGeom prst="flowChartMagneticDisk">
                <a:avLst/>
              </a:prstGeom>
              <a:solidFill>
                <a:schemeClr val="tx2">
                  <a:lumMod val="40000"/>
                  <a:lumOff val="60000"/>
                </a:schemeClr>
              </a:solidFill>
              <a:ln w="12600">
                <a:solidFill>
                  <a:schemeClr val="accent1">
                    <a:lumMod val="60000"/>
                    <a:lumOff val="40000"/>
                  </a:schemeClr>
                </a:solidFill>
                <a:miter lim="800000"/>
                <a:headEnd/>
                <a:tailEnd/>
              </a:ln>
              <a:effectLst>
                <a:outerShdw dist="25631" dir="3633274" algn="ctr" rotWithShape="0">
                  <a:srgbClr val="622423">
                    <a:alpha val="50027"/>
                  </a:srgbClr>
                </a:outerShdw>
              </a:effectLst>
            </p:spPr>
            <p:txBody>
              <a:bodyPr vert="horz" wrap="square" lIns="91440" tIns="45720" rIns="91440" bIns="45720" numCol="1" anchor="ctr" anchorCtr="0" compatLnSpc="1">
                <a:prstTxWarp prst="textNoShape">
                  <a:avLst/>
                </a:prstTxWarp>
              </a:bodyPr>
              <a:lstStyle/>
              <a:p>
                <a:endParaRPr lang="en-US"/>
              </a:p>
            </p:txBody>
          </p:sp>
          <p:sp>
            <p:nvSpPr>
              <p:cNvPr id="14" name="Text Box 9"/>
              <p:cNvSpPr txBox="1">
                <a:spLocks noChangeArrowheads="1"/>
              </p:cNvSpPr>
              <p:nvPr/>
            </p:nvSpPr>
            <p:spPr bwMode="auto">
              <a:xfrm>
                <a:off x="6352" y="1655"/>
                <a:ext cx="1320" cy="767"/>
              </a:xfrm>
              <a:prstGeom prst="rect">
                <a:avLst/>
              </a:prstGeom>
              <a:noFill/>
              <a:ln w="9525">
                <a:noFill/>
                <a:round/>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800" b="0" i="0" u="none" strike="noStrike" cap="none" normalizeH="0" baseline="0" dirty="0" smtClean="0">
                    <a:ln>
                      <a:noFill/>
                    </a:ln>
                    <a:solidFill>
                      <a:schemeClr val="tx1"/>
                    </a:solidFill>
                    <a:effectLst/>
                  </a:rPr>
                  <a:t>QUERY DATABASE</a:t>
                </a:r>
              </a:p>
            </p:txBody>
          </p:sp>
        </p:grpSp>
        <p:cxnSp>
          <p:nvCxnSpPr>
            <p:cNvPr id="15" name="Straight Connector 14"/>
            <p:cNvCxnSpPr/>
            <p:nvPr/>
          </p:nvCxnSpPr>
          <p:spPr>
            <a:xfrm>
              <a:off x="1219200" y="5256212"/>
              <a:ext cx="6705600" cy="1588"/>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10"/>
            <p:cNvGrpSpPr>
              <a:grpSpLocks/>
            </p:cNvGrpSpPr>
            <p:nvPr/>
          </p:nvGrpSpPr>
          <p:grpSpPr bwMode="auto">
            <a:xfrm>
              <a:off x="2514600" y="3810000"/>
              <a:ext cx="4038600" cy="1114425"/>
              <a:chOff x="3743" y="1033"/>
              <a:chExt cx="1934" cy="1874"/>
            </a:xfrm>
          </p:grpSpPr>
          <p:sp>
            <p:nvSpPr>
              <p:cNvPr id="17" name="Rectangle 11"/>
              <p:cNvSpPr>
                <a:spLocks noChangeArrowheads="1"/>
              </p:cNvSpPr>
              <p:nvPr/>
            </p:nvSpPr>
            <p:spPr bwMode="auto">
              <a:xfrm>
                <a:off x="3743" y="1033"/>
                <a:ext cx="1934" cy="1874"/>
              </a:xfrm>
              <a:prstGeom prst="rect">
                <a:avLst/>
              </a:prstGeom>
              <a:gradFill rotWithShape="0">
                <a:gsLst>
                  <a:gs pos="0">
                    <a:srgbClr val="FFFFFF"/>
                  </a:gs>
                  <a:gs pos="100000">
                    <a:srgbClr val="B8CCE4"/>
                  </a:gs>
                </a:gsLst>
                <a:lin ang="5400000" scaled="1"/>
              </a:gradFill>
              <a:ln w="12600">
                <a:solidFill>
                  <a:srgbClr val="95B3D7"/>
                </a:solidFill>
                <a:miter lim="800000"/>
                <a:headEnd/>
                <a:tailEnd/>
              </a:ln>
              <a:effectLst>
                <a:outerShdw dist="55451" dir="3975847" algn="ctr" rotWithShape="0">
                  <a:srgbClr val="243F60">
                    <a:alpha val="50027"/>
                  </a:srgbClr>
                </a:outerShdw>
              </a:effectLst>
            </p:spPr>
            <p:txBody>
              <a:bodyPr vert="horz" wrap="square" lIns="91440" tIns="45720" rIns="91440" bIns="45720" numCol="1" anchor="ctr" anchorCtr="0" compatLnSpc="1">
                <a:prstTxWarp prst="textNoShape">
                  <a:avLst/>
                </a:prstTxWarp>
              </a:bodyPr>
              <a:lstStyle/>
              <a:p>
                <a:endParaRPr lang="en-US"/>
              </a:p>
            </p:txBody>
          </p:sp>
          <p:sp>
            <p:nvSpPr>
              <p:cNvPr id="18" name="Text Box 12"/>
              <p:cNvSpPr txBox="1">
                <a:spLocks noChangeArrowheads="1"/>
              </p:cNvSpPr>
              <p:nvPr/>
            </p:nvSpPr>
            <p:spPr bwMode="auto">
              <a:xfrm>
                <a:off x="3892" y="1197"/>
                <a:ext cx="690" cy="404"/>
              </a:xfrm>
              <a:prstGeom prst="rect">
                <a:avLst/>
              </a:prstGeom>
              <a:gradFill rotWithShape="0">
                <a:gsLst>
                  <a:gs pos="0">
                    <a:srgbClr val="95B3D7"/>
                  </a:gs>
                  <a:gs pos="50000">
                    <a:srgbClr val="4F81BD"/>
                  </a:gs>
                  <a:gs pos="100000">
                    <a:srgbClr val="95B3D7"/>
                  </a:gs>
                </a:gsLst>
                <a:lin ang="5400000" scaled="1"/>
              </a:gradFill>
              <a:ln w="12600">
                <a:solidFill>
                  <a:srgbClr val="4F81BD"/>
                </a:solidFill>
                <a:miter lim="800000"/>
                <a:headEnd/>
                <a:tailEnd/>
              </a:ln>
              <a:effectLst>
                <a:outerShdw dist="25631" dir="3633274" algn="ctr" rotWithShape="0">
                  <a:srgbClr val="243F60"/>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dirty="0">
                    <a:solidFill>
                      <a:srgbClr val="FFFFFF"/>
                    </a:solidFill>
                    <a:latin typeface="Calibri" pitchFamily="34" charset="0"/>
                  </a:rPr>
                  <a:t>COGNOS ACCESS MANAGER</a:t>
                </a:r>
              </a:p>
            </p:txBody>
          </p:sp>
          <p:sp>
            <p:nvSpPr>
              <p:cNvPr id="19" name="Text Box 13"/>
              <p:cNvSpPr txBox="1">
                <a:spLocks noChangeArrowheads="1"/>
              </p:cNvSpPr>
              <p:nvPr/>
            </p:nvSpPr>
            <p:spPr bwMode="auto">
              <a:xfrm>
                <a:off x="3892" y="1888"/>
                <a:ext cx="1634" cy="869"/>
              </a:xfrm>
              <a:prstGeom prst="rect">
                <a:avLst/>
              </a:prstGeom>
              <a:gradFill rotWithShape="0">
                <a:gsLst>
                  <a:gs pos="0">
                    <a:srgbClr val="95B3D7"/>
                  </a:gs>
                  <a:gs pos="50000">
                    <a:srgbClr val="4F81BD"/>
                  </a:gs>
                  <a:gs pos="100000">
                    <a:srgbClr val="95B3D7"/>
                  </a:gs>
                </a:gsLst>
                <a:lin ang="5400000" scaled="1"/>
              </a:gradFill>
              <a:ln w="12600">
                <a:solidFill>
                  <a:srgbClr val="4F81BD"/>
                </a:solidFill>
                <a:miter lim="800000"/>
                <a:headEnd/>
                <a:tailEnd/>
              </a:ln>
              <a:effectLst>
                <a:outerShdw dist="25631" dir="3633274" algn="ctr" rotWithShape="0">
                  <a:srgbClr val="243F60"/>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dirty="0" smtClean="0">
                    <a:ln>
                      <a:noFill/>
                    </a:ln>
                    <a:solidFill>
                      <a:srgbClr val="FFFFFF"/>
                    </a:solidFill>
                    <a:effectLst/>
                    <a:latin typeface="Calibri" pitchFamily="34" charset="0"/>
                  </a:rPr>
                  <a:t>DISPATCHER</a:t>
                </a:r>
                <a:endParaRPr kumimoji="0" lang="en-US" sz="1800" b="0" i="0" u="none" strike="noStrike" cap="none" normalizeH="0" baseline="0" dirty="0" smtClean="0">
                  <a:ln>
                    <a:noFill/>
                  </a:ln>
                  <a:solidFill>
                    <a:schemeClr val="tx1"/>
                  </a:solidFill>
                  <a:effectLst/>
                  <a:latin typeface="Arial" pitchFamily="34" charset="0"/>
                </a:endParaRPr>
              </a:p>
            </p:txBody>
          </p:sp>
          <p:sp>
            <p:nvSpPr>
              <p:cNvPr id="20" name="Text Box 12"/>
              <p:cNvSpPr txBox="1">
                <a:spLocks noChangeArrowheads="1"/>
              </p:cNvSpPr>
              <p:nvPr/>
            </p:nvSpPr>
            <p:spPr bwMode="auto">
              <a:xfrm>
                <a:off x="4768" y="1192"/>
                <a:ext cx="690" cy="404"/>
              </a:xfrm>
              <a:prstGeom prst="rect">
                <a:avLst/>
              </a:prstGeom>
              <a:gradFill rotWithShape="0">
                <a:gsLst>
                  <a:gs pos="0">
                    <a:srgbClr val="95B3D7"/>
                  </a:gs>
                  <a:gs pos="50000">
                    <a:srgbClr val="4F81BD"/>
                  </a:gs>
                  <a:gs pos="100000">
                    <a:srgbClr val="95B3D7"/>
                  </a:gs>
                </a:gsLst>
                <a:lin ang="5400000" scaled="1"/>
              </a:gradFill>
              <a:ln w="12600">
                <a:solidFill>
                  <a:srgbClr val="4F81BD"/>
                </a:solidFill>
                <a:miter lim="800000"/>
                <a:headEnd/>
                <a:tailEnd/>
              </a:ln>
              <a:effectLst>
                <a:outerShdw dist="25631" dir="3633274" algn="ctr" rotWithShape="0">
                  <a:srgbClr val="243F60"/>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900" dirty="0">
                    <a:solidFill>
                      <a:srgbClr val="FFFFFF"/>
                    </a:solidFill>
                    <a:latin typeface="Calibri" pitchFamily="34" charset="0"/>
                  </a:rPr>
                  <a:t>CONTENT MANAGER</a:t>
                </a:r>
              </a:p>
            </p:txBody>
          </p:sp>
        </p:grpSp>
        <p:grpSp>
          <p:nvGrpSpPr>
            <p:cNvPr id="12" name="Group 10"/>
            <p:cNvGrpSpPr>
              <a:grpSpLocks/>
            </p:cNvGrpSpPr>
            <p:nvPr/>
          </p:nvGrpSpPr>
          <p:grpSpPr bwMode="auto">
            <a:xfrm>
              <a:off x="2514600" y="2133600"/>
              <a:ext cx="4038600" cy="1190625"/>
              <a:chOff x="3743" y="1033"/>
              <a:chExt cx="1934" cy="1874"/>
            </a:xfrm>
          </p:grpSpPr>
          <p:sp>
            <p:nvSpPr>
              <p:cNvPr id="22" name="Rectangle 11"/>
              <p:cNvSpPr>
                <a:spLocks noChangeArrowheads="1"/>
              </p:cNvSpPr>
              <p:nvPr/>
            </p:nvSpPr>
            <p:spPr bwMode="auto">
              <a:xfrm>
                <a:off x="3743" y="1033"/>
                <a:ext cx="1934" cy="1874"/>
              </a:xfrm>
              <a:prstGeom prst="rect">
                <a:avLst/>
              </a:prstGeom>
              <a:gradFill rotWithShape="0">
                <a:gsLst>
                  <a:gs pos="0">
                    <a:srgbClr val="FFFFFF"/>
                  </a:gs>
                  <a:gs pos="100000">
                    <a:srgbClr val="B8CCE4"/>
                  </a:gs>
                </a:gsLst>
                <a:lin ang="5400000" scaled="1"/>
              </a:gradFill>
              <a:ln w="12600">
                <a:solidFill>
                  <a:srgbClr val="95B3D7"/>
                </a:solidFill>
                <a:miter lim="800000"/>
                <a:headEnd/>
                <a:tailEnd/>
              </a:ln>
              <a:effectLst>
                <a:outerShdw dist="55451" dir="3975847" algn="ctr" rotWithShape="0">
                  <a:srgbClr val="243F60">
                    <a:alpha val="50027"/>
                  </a:srgbClr>
                </a:outerShdw>
              </a:effectLst>
            </p:spPr>
            <p:txBody>
              <a:bodyPr vert="horz" wrap="square" lIns="91440" tIns="45720" rIns="91440" bIns="45720" numCol="1" anchor="ctr" anchorCtr="0" compatLnSpc="1">
                <a:prstTxWarp prst="textNoShape">
                  <a:avLst/>
                </a:prstTxWarp>
              </a:bodyPr>
              <a:lstStyle/>
              <a:p>
                <a:endParaRPr lang="en-US"/>
              </a:p>
            </p:txBody>
          </p:sp>
          <p:sp>
            <p:nvSpPr>
              <p:cNvPr id="23" name="Text Box 13"/>
              <p:cNvSpPr txBox="1">
                <a:spLocks noChangeArrowheads="1"/>
              </p:cNvSpPr>
              <p:nvPr/>
            </p:nvSpPr>
            <p:spPr bwMode="auto">
              <a:xfrm>
                <a:off x="3892" y="1513"/>
                <a:ext cx="1634" cy="869"/>
              </a:xfrm>
              <a:prstGeom prst="rect">
                <a:avLst/>
              </a:prstGeom>
              <a:gradFill rotWithShape="0">
                <a:gsLst>
                  <a:gs pos="0">
                    <a:srgbClr val="95B3D7"/>
                  </a:gs>
                  <a:gs pos="50000">
                    <a:srgbClr val="4F81BD"/>
                  </a:gs>
                  <a:gs pos="100000">
                    <a:srgbClr val="95B3D7"/>
                  </a:gs>
                </a:gsLst>
                <a:lin ang="5400000" scaled="1"/>
              </a:gradFill>
              <a:ln w="12600">
                <a:solidFill>
                  <a:srgbClr val="4F81BD"/>
                </a:solidFill>
                <a:miter lim="800000"/>
                <a:headEnd/>
                <a:tailEnd/>
              </a:ln>
              <a:effectLst>
                <a:outerShdw dist="25631" dir="3633274" algn="ctr" rotWithShape="0">
                  <a:srgbClr val="243F60"/>
                </a:outerShdw>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dirty="0" smtClean="0">
                    <a:ln>
                      <a:noFill/>
                    </a:ln>
                    <a:solidFill>
                      <a:srgbClr val="FFFFFF"/>
                    </a:solidFill>
                    <a:effectLst/>
                    <a:latin typeface="Calibri" pitchFamily="34" charset="0"/>
                  </a:rPr>
                  <a:t>WEB GATEWAY</a:t>
                </a:r>
                <a:endParaRPr kumimoji="0" lang="en-US" sz="1800" b="0" i="0" u="none" strike="noStrike" cap="none" normalizeH="0" baseline="0" dirty="0" smtClean="0">
                  <a:ln>
                    <a:noFill/>
                  </a:ln>
                  <a:solidFill>
                    <a:schemeClr val="tx1"/>
                  </a:solidFill>
                  <a:effectLst/>
                  <a:latin typeface="Arial" pitchFamily="34" charset="0"/>
                </a:endParaRPr>
              </a:p>
            </p:txBody>
          </p:sp>
        </p:grpSp>
        <p:cxnSp>
          <p:nvCxnSpPr>
            <p:cNvPr id="24" name="Straight Connector 23"/>
            <p:cNvCxnSpPr/>
            <p:nvPr/>
          </p:nvCxnSpPr>
          <p:spPr>
            <a:xfrm>
              <a:off x="1219200" y="3579812"/>
              <a:ext cx="6705600" cy="1588"/>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219200" y="1981200"/>
              <a:ext cx="6705600" cy="1588"/>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Group 14"/>
            <p:cNvGrpSpPr>
              <a:grpSpLocks/>
            </p:cNvGrpSpPr>
            <p:nvPr/>
          </p:nvGrpSpPr>
          <p:grpSpPr bwMode="auto">
            <a:xfrm>
              <a:off x="1676400" y="1019175"/>
              <a:ext cx="4343400" cy="733425"/>
              <a:chOff x="10650" y="3488"/>
              <a:chExt cx="10602" cy="1875"/>
            </a:xfrm>
          </p:grpSpPr>
          <p:sp>
            <p:nvSpPr>
              <p:cNvPr id="27" name="Rectangle 15"/>
              <p:cNvSpPr>
                <a:spLocks noChangeArrowheads="1"/>
              </p:cNvSpPr>
              <p:nvPr/>
            </p:nvSpPr>
            <p:spPr bwMode="auto">
              <a:xfrm>
                <a:off x="10650" y="3488"/>
                <a:ext cx="1674" cy="1875"/>
              </a:xfrm>
              <a:prstGeom prst="rect">
                <a:avLst/>
              </a:prstGeom>
              <a:solidFill>
                <a:srgbClr val="FFFFFF"/>
              </a:solidFill>
              <a:ln w="63500" cmpd="thickThin">
                <a:solidFill>
                  <a:srgbClr val="4F81BD"/>
                </a:solidFill>
                <a:miter lim="800000"/>
                <a:headEnd/>
                <a:tailEnd/>
              </a:ln>
              <a:effectLst/>
            </p:spPr>
            <p:txBody>
              <a:bodyPr vert="horz" wrap="square" lIns="91440" tIns="45720" rIns="91440" bIns="45720" numCol="1" anchor="ctr" anchorCtr="0" compatLnSpc="1">
                <a:prstTxWarp prst="textNoShape">
                  <a:avLst/>
                </a:prstTxWarp>
              </a:bodyPr>
              <a:lstStyle/>
              <a:p>
                <a:pPr algn="ctr"/>
                <a:r>
                  <a:rPr lang="en-US" sz="700" dirty="0" smtClean="0"/>
                  <a:t>BUSINESS INSIGHT</a:t>
                </a:r>
                <a:endParaRPr lang="en-US" sz="700" dirty="0"/>
              </a:p>
            </p:txBody>
          </p:sp>
          <p:sp>
            <p:nvSpPr>
              <p:cNvPr id="28" name="Rectangle 15"/>
              <p:cNvSpPr>
                <a:spLocks noChangeArrowheads="1"/>
              </p:cNvSpPr>
              <p:nvPr/>
            </p:nvSpPr>
            <p:spPr bwMode="auto">
              <a:xfrm>
                <a:off x="12696" y="3488"/>
                <a:ext cx="1860" cy="1875"/>
              </a:xfrm>
              <a:prstGeom prst="rect">
                <a:avLst/>
              </a:prstGeom>
              <a:solidFill>
                <a:srgbClr val="FFFFFF"/>
              </a:solidFill>
              <a:ln w="63500" cmpd="thickThin">
                <a:solidFill>
                  <a:srgbClr val="4F81BD"/>
                </a:solidFill>
                <a:miter lim="800000"/>
                <a:headEnd/>
                <a:tailEnd/>
              </a:ln>
              <a:effectLst/>
            </p:spPr>
            <p:txBody>
              <a:bodyPr vert="horz" wrap="square" lIns="91440" tIns="45720" rIns="91440" bIns="45720" numCol="1" anchor="ctr" anchorCtr="0" compatLnSpc="1">
                <a:prstTxWarp prst="textNoShape">
                  <a:avLst/>
                </a:prstTxWarp>
              </a:bodyPr>
              <a:lstStyle/>
              <a:p>
                <a:pPr algn="ctr"/>
                <a:r>
                  <a:rPr lang="en-US" sz="700" dirty="0"/>
                  <a:t>BUSINESS INSIGHT</a:t>
                </a:r>
              </a:p>
              <a:p>
                <a:pPr algn="ctr"/>
                <a:r>
                  <a:rPr lang="en-US" sz="700" dirty="0"/>
                  <a:t>ADVANCED</a:t>
                </a:r>
              </a:p>
            </p:txBody>
          </p:sp>
          <p:sp>
            <p:nvSpPr>
              <p:cNvPr id="29" name="Rectangle 15"/>
              <p:cNvSpPr>
                <a:spLocks noChangeArrowheads="1"/>
              </p:cNvSpPr>
              <p:nvPr/>
            </p:nvSpPr>
            <p:spPr bwMode="auto">
              <a:xfrm>
                <a:off x="15114" y="3488"/>
                <a:ext cx="1674" cy="1875"/>
              </a:xfrm>
              <a:prstGeom prst="rect">
                <a:avLst/>
              </a:prstGeom>
              <a:solidFill>
                <a:srgbClr val="FFFFFF"/>
              </a:solidFill>
              <a:ln w="63500" cmpd="thickThin">
                <a:solidFill>
                  <a:srgbClr val="4F81BD"/>
                </a:solidFill>
                <a:miter lim="800000"/>
                <a:headEnd/>
                <a:tailEnd/>
              </a:ln>
              <a:effectLst/>
            </p:spPr>
            <p:txBody>
              <a:bodyPr vert="horz" wrap="square" lIns="91440" tIns="45720" rIns="91440" bIns="45720" numCol="1" anchor="ctr" anchorCtr="0" compatLnSpc="1">
                <a:prstTxWarp prst="textNoShape">
                  <a:avLst/>
                </a:prstTxWarp>
              </a:bodyPr>
              <a:lstStyle/>
              <a:p>
                <a:pPr algn="ctr"/>
                <a:r>
                  <a:rPr lang="en-US" sz="700" dirty="0" smtClean="0"/>
                  <a:t>REPORT </a:t>
                </a:r>
                <a:r>
                  <a:rPr lang="en-US" sz="700" dirty="0"/>
                  <a:t>STUDIO</a:t>
                </a:r>
              </a:p>
            </p:txBody>
          </p:sp>
          <p:sp>
            <p:nvSpPr>
              <p:cNvPr id="30" name="Rectangle 15"/>
              <p:cNvSpPr>
                <a:spLocks noChangeArrowheads="1"/>
              </p:cNvSpPr>
              <p:nvPr/>
            </p:nvSpPr>
            <p:spPr bwMode="auto">
              <a:xfrm>
                <a:off x="17346" y="3488"/>
                <a:ext cx="1674" cy="1875"/>
              </a:xfrm>
              <a:prstGeom prst="rect">
                <a:avLst/>
              </a:prstGeom>
              <a:solidFill>
                <a:srgbClr val="FFFFFF"/>
              </a:solidFill>
              <a:ln w="63500" cmpd="thickThin">
                <a:solidFill>
                  <a:srgbClr val="4F81BD"/>
                </a:solidFill>
                <a:miter lim="800000"/>
                <a:headEnd/>
                <a:tailEnd/>
              </a:ln>
              <a:effectLst/>
            </p:spPr>
            <p:txBody>
              <a:bodyPr vert="horz" wrap="square" lIns="91440" tIns="45720" rIns="91440" bIns="45720" numCol="1" anchor="ctr" anchorCtr="0" compatLnSpc="1">
                <a:prstTxWarp prst="textNoShape">
                  <a:avLst/>
                </a:prstTxWarp>
              </a:bodyPr>
              <a:lstStyle/>
              <a:p>
                <a:pPr algn="ctr"/>
                <a:endParaRPr lang="en-US" sz="900" dirty="0" smtClean="0"/>
              </a:p>
              <a:p>
                <a:pPr algn="ctr"/>
                <a:r>
                  <a:rPr lang="en-US" sz="700" dirty="0" smtClean="0"/>
                  <a:t>METRIC </a:t>
                </a:r>
                <a:r>
                  <a:rPr lang="en-US" sz="700" dirty="0"/>
                  <a:t>STUDIO</a:t>
                </a:r>
              </a:p>
              <a:p>
                <a:endParaRPr lang="en-US" dirty="0"/>
              </a:p>
            </p:txBody>
          </p:sp>
          <p:sp>
            <p:nvSpPr>
              <p:cNvPr id="31" name="Rectangle 15"/>
              <p:cNvSpPr>
                <a:spLocks noChangeArrowheads="1"/>
              </p:cNvSpPr>
              <p:nvPr/>
            </p:nvSpPr>
            <p:spPr bwMode="auto">
              <a:xfrm>
                <a:off x="19578" y="3488"/>
                <a:ext cx="1674" cy="1875"/>
              </a:xfrm>
              <a:prstGeom prst="rect">
                <a:avLst/>
              </a:prstGeom>
              <a:solidFill>
                <a:srgbClr val="FFFFFF"/>
              </a:solidFill>
              <a:ln w="63500" cmpd="thickThin">
                <a:solidFill>
                  <a:srgbClr val="4F81BD"/>
                </a:solidFill>
                <a:miter lim="800000"/>
                <a:headEnd/>
                <a:tailEnd/>
              </a:ln>
              <a:effectLst/>
            </p:spPr>
            <p:txBody>
              <a:bodyPr vert="horz" wrap="square" lIns="91440" tIns="45720" rIns="91440" bIns="45720" numCol="1" anchor="ctr" anchorCtr="0" compatLnSpc="1">
                <a:prstTxWarp prst="textNoShape">
                  <a:avLst/>
                </a:prstTxWarp>
              </a:bodyPr>
              <a:lstStyle/>
              <a:p>
                <a:pPr algn="ctr"/>
                <a:r>
                  <a:rPr lang="en-US" sz="700" dirty="0" smtClean="0"/>
                  <a:t>FRAMEWORK MANAGER</a:t>
                </a:r>
                <a:endParaRPr lang="en-US" sz="700" dirty="0"/>
              </a:p>
            </p:txBody>
          </p:sp>
        </p:grpSp>
        <p:cxnSp>
          <p:nvCxnSpPr>
            <p:cNvPr id="32" name="Straight Connector 31"/>
            <p:cNvCxnSpPr>
              <a:stCxn id="17" idx="2"/>
              <a:endCxn id="7" idx="1"/>
            </p:cNvCxnSpPr>
            <p:nvPr/>
          </p:nvCxnSpPr>
          <p:spPr>
            <a:xfrm rot="5400000">
              <a:off x="2888616" y="3764915"/>
              <a:ext cx="485775" cy="28047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17" idx="2"/>
              <a:endCxn id="10" idx="1"/>
            </p:cNvCxnSpPr>
            <p:nvPr/>
          </p:nvCxnSpPr>
          <p:spPr>
            <a:xfrm rot="5400000">
              <a:off x="3422016" y="4298315"/>
              <a:ext cx="485775" cy="17379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17" idx="2"/>
              <a:endCxn id="13" idx="1"/>
            </p:cNvCxnSpPr>
            <p:nvPr/>
          </p:nvCxnSpPr>
          <p:spPr>
            <a:xfrm rot="16200000" flipH="1">
              <a:off x="5224622" y="4233703"/>
              <a:ext cx="561975" cy="1943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7" idx="0"/>
              <a:endCxn id="22" idx="2"/>
            </p:cNvCxnSpPr>
            <p:nvPr/>
          </p:nvCxnSpPr>
          <p:spPr>
            <a:xfrm rot="5400000" flipH="1" flipV="1">
              <a:off x="4291013" y="3567113"/>
              <a:ext cx="48577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22" idx="0"/>
              <a:endCxn id="27" idx="2"/>
            </p:cNvCxnSpPr>
            <p:nvPr/>
          </p:nvCxnSpPr>
          <p:spPr>
            <a:xfrm rot="16200000" flipV="1">
              <a:off x="3086100" y="685800"/>
              <a:ext cx="381000" cy="2514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2" idx="0"/>
              <a:endCxn id="28" idx="2"/>
            </p:cNvCxnSpPr>
            <p:nvPr/>
          </p:nvCxnSpPr>
          <p:spPr>
            <a:xfrm rot="16200000" flipV="1">
              <a:off x="3524250" y="1123950"/>
              <a:ext cx="381000" cy="1638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2" idx="0"/>
              <a:endCxn id="29" idx="2"/>
            </p:cNvCxnSpPr>
            <p:nvPr/>
          </p:nvCxnSpPr>
          <p:spPr>
            <a:xfrm rot="16200000" flipV="1">
              <a:off x="4000500" y="1600200"/>
              <a:ext cx="3810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2" idx="0"/>
              <a:endCxn id="30" idx="2"/>
            </p:cNvCxnSpPr>
            <p:nvPr/>
          </p:nvCxnSpPr>
          <p:spPr>
            <a:xfrm rot="5400000" flipH="1" flipV="1">
              <a:off x="4457700" y="1828800"/>
              <a:ext cx="381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2" idx="0"/>
              <a:endCxn id="31" idx="2"/>
            </p:cNvCxnSpPr>
            <p:nvPr/>
          </p:nvCxnSpPr>
          <p:spPr>
            <a:xfrm rot="5400000" flipH="1" flipV="1">
              <a:off x="4914900" y="1371600"/>
              <a:ext cx="381000" cy="1143000"/>
            </a:xfrm>
            <a:prstGeom prst="line">
              <a:avLst/>
            </a:prstGeom>
          </p:spPr>
          <p:style>
            <a:lnRef idx="1">
              <a:schemeClr val="accent1"/>
            </a:lnRef>
            <a:fillRef idx="0">
              <a:schemeClr val="accent1"/>
            </a:fillRef>
            <a:effectRef idx="0">
              <a:schemeClr val="accent1"/>
            </a:effectRef>
            <a:fontRef idx="minor">
              <a:schemeClr val="tx1"/>
            </a:fontRef>
          </p:style>
        </p:cxnSp>
        <p:sp>
          <p:nvSpPr>
            <p:cNvPr id="41" name="AutoShape 74"/>
            <p:cNvSpPr>
              <a:spLocks noChangeArrowheads="1"/>
            </p:cNvSpPr>
            <p:nvPr/>
          </p:nvSpPr>
          <p:spPr bwMode="auto">
            <a:xfrm>
              <a:off x="1075944" y="3828288"/>
              <a:ext cx="979488" cy="403225"/>
            </a:xfrm>
            <a:prstGeom prst="roundRect">
              <a:avLst>
                <a:gd name="adj" fmla="val 16667"/>
              </a:avLst>
            </a:prstGeom>
            <a:gradFill rotWithShape="0">
              <a:gsLst>
                <a:gs pos="0">
                  <a:srgbClr val="B2A1C7"/>
                </a:gs>
                <a:gs pos="50000">
                  <a:srgbClr val="E5DFEC"/>
                </a:gs>
                <a:gs pos="100000">
                  <a:srgbClr val="B2A1C7"/>
                </a:gs>
              </a:gsLst>
              <a:lin ang="8100000" scaled="1"/>
            </a:gradFill>
            <a:ln w="12600">
              <a:solidFill>
                <a:srgbClr val="B2A1C7"/>
              </a:solidFill>
              <a:miter lim="800000"/>
              <a:headEnd/>
              <a:tailEnd/>
            </a:ln>
            <a:effectLst>
              <a:outerShdw dist="25631" dir="3633274" algn="ctr" rotWithShape="0">
                <a:srgbClr val="3F3151">
                  <a:alpha val="50027"/>
                </a:srgbClr>
              </a:outerShdw>
            </a:effectLst>
          </p:spPr>
          <p:txBody>
            <a:bodyPr vert="horz" wrap="square" lIns="91440" tIns="45720" rIns="91440" bIns="45720" numCol="1" anchor="ctr" anchorCtr="0" compatLnSpc="1">
              <a:prstTxWarp prst="textNoShape">
                <a:avLst/>
              </a:prstTxWarp>
            </a:bodyPr>
            <a:lstStyle/>
            <a:p>
              <a:endParaRPr lang="en-US"/>
            </a:p>
          </p:txBody>
        </p:sp>
        <p:sp>
          <p:nvSpPr>
            <p:cNvPr id="42" name="Text Box 75"/>
            <p:cNvSpPr txBox="1">
              <a:spLocks noChangeArrowheads="1"/>
            </p:cNvSpPr>
            <p:nvPr/>
          </p:nvSpPr>
          <p:spPr bwMode="auto">
            <a:xfrm>
              <a:off x="1094988" y="3846790"/>
              <a:ext cx="941400" cy="364944"/>
            </a:xfrm>
            <a:prstGeom prst="rect">
              <a:avLst/>
            </a:prstGeom>
            <a:noFill/>
            <a:ln w="9525">
              <a:noFill/>
              <a:round/>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pitchFamily="34" charset="0"/>
                </a:rPr>
                <a:t>LDAP</a:t>
              </a:r>
            </a:p>
          </p:txBody>
        </p:sp>
        <p:cxnSp>
          <p:nvCxnSpPr>
            <p:cNvPr id="43" name="Straight Connector 42"/>
            <p:cNvCxnSpPr>
              <a:stCxn id="42" idx="3"/>
              <a:endCxn id="18" idx="1"/>
            </p:cNvCxnSpPr>
            <p:nvPr/>
          </p:nvCxnSpPr>
          <p:spPr>
            <a:xfrm flipV="1">
              <a:off x="2036388" y="4027652"/>
              <a:ext cx="789355" cy="1610"/>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948647" y="2590800"/>
              <a:ext cx="1371600" cy="429203"/>
            </a:xfrm>
            <a:prstGeom prst="rect">
              <a:avLst/>
            </a:prstGeom>
            <a:noFill/>
          </p:spPr>
          <p:txBody>
            <a:bodyPr wrap="square" rtlCol="0">
              <a:spAutoFit/>
            </a:bodyPr>
            <a:lstStyle/>
            <a:p>
              <a:r>
                <a:rPr lang="en-US" sz="1000" dirty="0" smtClean="0"/>
                <a:t>TIER 1: WEB SERVER</a:t>
              </a:r>
              <a:endParaRPr lang="en-US" sz="1000" dirty="0"/>
            </a:p>
          </p:txBody>
        </p:sp>
        <p:sp>
          <p:nvSpPr>
            <p:cNvPr id="45" name="TextBox 44"/>
            <p:cNvSpPr txBox="1"/>
            <p:nvPr/>
          </p:nvSpPr>
          <p:spPr>
            <a:xfrm>
              <a:off x="6949612" y="4191000"/>
              <a:ext cx="1447800" cy="432148"/>
            </a:xfrm>
            <a:prstGeom prst="rect">
              <a:avLst/>
            </a:prstGeom>
            <a:noFill/>
          </p:spPr>
          <p:txBody>
            <a:bodyPr wrap="square" rtlCol="0">
              <a:spAutoFit/>
            </a:bodyPr>
            <a:lstStyle/>
            <a:p>
              <a:r>
                <a:rPr lang="en-US" sz="1000" dirty="0" smtClean="0"/>
                <a:t>TIER 2: APPLICATION </a:t>
              </a:r>
              <a:endParaRPr lang="en-US" sz="1000" dirty="0"/>
            </a:p>
          </p:txBody>
        </p:sp>
        <p:sp>
          <p:nvSpPr>
            <p:cNvPr id="46" name="TextBox 45"/>
            <p:cNvSpPr txBox="1"/>
            <p:nvPr/>
          </p:nvSpPr>
          <p:spPr>
            <a:xfrm>
              <a:off x="6732037" y="5715000"/>
              <a:ext cx="1447800" cy="246221"/>
            </a:xfrm>
            <a:prstGeom prst="rect">
              <a:avLst/>
            </a:prstGeom>
            <a:noFill/>
          </p:spPr>
          <p:txBody>
            <a:bodyPr wrap="square" rtlCol="0">
              <a:spAutoFit/>
            </a:bodyPr>
            <a:lstStyle/>
            <a:p>
              <a:pPr algn="ctr"/>
              <a:r>
                <a:rPr lang="en-US" sz="1000" dirty="0" smtClean="0"/>
                <a:t>TIER 3: DATA</a:t>
              </a:r>
              <a:endParaRPr lang="en-US" sz="1000" dirty="0"/>
            </a:p>
          </p:txBody>
        </p:sp>
        <p:sp>
          <p:nvSpPr>
            <p:cNvPr id="47" name="TextBox 46"/>
            <p:cNvSpPr txBox="1"/>
            <p:nvPr/>
          </p:nvSpPr>
          <p:spPr>
            <a:xfrm>
              <a:off x="6858000" y="5029200"/>
              <a:ext cx="1447800" cy="215444"/>
            </a:xfrm>
            <a:prstGeom prst="rect">
              <a:avLst/>
            </a:prstGeom>
            <a:noFill/>
          </p:spPr>
          <p:txBody>
            <a:bodyPr wrap="square" rtlCol="0">
              <a:spAutoFit/>
            </a:bodyPr>
            <a:lstStyle/>
            <a:p>
              <a:pPr algn="ctr"/>
              <a:r>
                <a:rPr lang="en-US" sz="800" i="1" dirty="0" smtClean="0"/>
                <a:t>NETWORK FIREWALL</a:t>
              </a:r>
              <a:endParaRPr lang="en-US" sz="800" i="1" dirty="0"/>
            </a:p>
          </p:txBody>
        </p:sp>
        <p:sp>
          <p:nvSpPr>
            <p:cNvPr id="48" name="TextBox 47"/>
            <p:cNvSpPr txBox="1"/>
            <p:nvPr/>
          </p:nvSpPr>
          <p:spPr>
            <a:xfrm>
              <a:off x="6858000" y="3352800"/>
              <a:ext cx="1447800" cy="215444"/>
            </a:xfrm>
            <a:prstGeom prst="rect">
              <a:avLst/>
            </a:prstGeom>
            <a:noFill/>
          </p:spPr>
          <p:txBody>
            <a:bodyPr wrap="square" rtlCol="0">
              <a:spAutoFit/>
            </a:bodyPr>
            <a:lstStyle/>
            <a:p>
              <a:pPr algn="ctr"/>
              <a:r>
                <a:rPr lang="en-US" sz="800" i="1" dirty="0" smtClean="0"/>
                <a:t>NETWORK FIREWALL</a:t>
              </a:r>
              <a:endParaRPr lang="en-US" sz="800" i="1" dirty="0"/>
            </a:p>
          </p:txBody>
        </p:sp>
        <p:sp>
          <p:nvSpPr>
            <p:cNvPr id="49" name="TextBox 48"/>
            <p:cNvSpPr txBox="1"/>
            <p:nvPr/>
          </p:nvSpPr>
          <p:spPr>
            <a:xfrm>
              <a:off x="6858000" y="1752600"/>
              <a:ext cx="1447800" cy="215444"/>
            </a:xfrm>
            <a:prstGeom prst="rect">
              <a:avLst/>
            </a:prstGeom>
            <a:noFill/>
          </p:spPr>
          <p:txBody>
            <a:bodyPr wrap="square" rtlCol="0">
              <a:spAutoFit/>
            </a:bodyPr>
            <a:lstStyle/>
            <a:p>
              <a:pPr algn="ctr"/>
              <a:r>
                <a:rPr lang="en-US" sz="800" i="1" dirty="0" smtClean="0"/>
                <a:t>NETWORK FIREWALL</a:t>
              </a:r>
              <a:endParaRPr lang="en-US" sz="800" i="1" dirty="0"/>
            </a:p>
          </p:txBody>
        </p:sp>
        <p:sp>
          <p:nvSpPr>
            <p:cNvPr id="50" name="TextBox 49"/>
            <p:cNvSpPr txBox="1"/>
            <p:nvPr/>
          </p:nvSpPr>
          <p:spPr>
            <a:xfrm>
              <a:off x="6949612" y="1069932"/>
              <a:ext cx="1233648" cy="617951"/>
            </a:xfrm>
            <a:prstGeom prst="rect">
              <a:avLst/>
            </a:prstGeom>
            <a:noFill/>
          </p:spPr>
          <p:txBody>
            <a:bodyPr wrap="square" rtlCol="0">
              <a:spAutoFit/>
            </a:bodyPr>
            <a:lstStyle/>
            <a:p>
              <a:r>
                <a:rPr lang="en-US" sz="1000" dirty="0" smtClean="0"/>
                <a:t>WINDOWS AND WEB BASED INTERFACES</a:t>
              </a:r>
              <a:endParaRPr lang="en-US" sz="1000" dirty="0"/>
            </a:p>
          </p:txBody>
        </p:sp>
        <p:sp>
          <p:nvSpPr>
            <p:cNvPr id="51" name="Rectangle 15"/>
            <p:cNvSpPr>
              <a:spLocks noChangeArrowheads="1"/>
            </p:cNvSpPr>
            <p:nvPr/>
          </p:nvSpPr>
          <p:spPr bwMode="auto">
            <a:xfrm>
              <a:off x="6172200" y="1008888"/>
              <a:ext cx="685800" cy="733425"/>
            </a:xfrm>
            <a:prstGeom prst="rect">
              <a:avLst/>
            </a:prstGeom>
            <a:solidFill>
              <a:srgbClr val="FFFFFF"/>
            </a:solidFill>
            <a:ln w="63500" cmpd="thickThin">
              <a:solidFill>
                <a:srgbClr val="4F81BD"/>
              </a:solidFill>
              <a:miter lim="800000"/>
              <a:headEnd/>
              <a:tailEnd/>
            </a:ln>
            <a:effectLst/>
          </p:spPr>
          <p:txBody>
            <a:bodyPr vert="horz" wrap="square" lIns="91440" tIns="45720" rIns="91440" bIns="45720" numCol="1" anchor="ctr" anchorCtr="0" compatLnSpc="1">
              <a:prstTxWarp prst="textNoShape">
                <a:avLst/>
              </a:prstTxWarp>
            </a:bodyPr>
            <a:lstStyle/>
            <a:p>
              <a:pPr algn="ctr"/>
              <a:r>
                <a:rPr lang="en-US" sz="700" dirty="0"/>
                <a:t>OTHER STUDIOS</a:t>
              </a:r>
            </a:p>
          </p:txBody>
        </p:sp>
        <p:cxnSp>
          <p:nvCxnSpPr>
            <p:cNvPr id="52" name="Straight Connector 51"/>
            <p:cNvCxnSpPr>
              <a:stCxn id="51" idx="2"/>
              <a:endCxn id="22" idx="0"/>
            </p:cNvCxnSpPr>
            <p:nvPr/>
          </p:nvCxnSpPr>
          <p:spPr>
            <a:xfrm rot="5400000">
              <a:off x="5328857" y="947356"/>
              <a:ext cx="391287" cy="1981200"/>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a:graphicFrameLocks noChangeAspect="1"/>
          </p:cNvGraphicFramePr>
          <p:nvPr/>
        </p:nvGraphicFramePr>
        <p:xfrm>
          <a:off x="412753" y="1113260"/>
          <a:ext cx="8995453" cy="52113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 Box 1"/>
          <p:cNvSpPr txBox="1">
            <a:spLocks noChangeArrowheads="1"/>
          </p:cNvSpPr>
          <p:nvPr/>
        </p:nvSpPr>
        <p:spPr bwMode="auto">
          <a:xfrm>
            <a:off x="-2852" y="-1"/>
            <a:ext cx="9902952" cy="914400"/>
          </a:xfrm>
          <a:prstGeom prst="rect">
            <a:avLst/>
          </a:prstGeom>
          <a:noFill/>
          <a:ln w="9525">
            <a:noFill/>
            <a:round/>
            <a:headEnd/>
            <a:tailEnd/>
          </a:ln>
        </p:spPr>
        <p:txBody>
          <a:bodyPr lIns="457200" tIns="0" rIns="0" bIns="0" anchor="ct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IBM </a:t>
            </a:r>
            <a:r>
              <a:rPr lang="en-US" sz="2800" dirty="0" err="1" smtClean="0">
                <a:latin typeface="Arial Narrow" pitchFamily="34" charset="0"/>
              </a:rPr>
              <a:t>Cognos</a:t>
            </a:r>
            <a:r>
              <a:rPr lang="en-US" sz="2800" dirty="0" smtClean="0">
                <a:latin typeface="Arial Narrow" pitchFamily="34" charset="0"/>
              </a:rPr>
              <a:t> Analytics- User Interfaces</a:t>
            </a:r>
            <a:endParaRPr lang="en-US" sz="2800" dirty="0">
              <a:latin typeface="Arial Narrow" pitchFamily="34" charset="0"/>
            </a:endParaRPr>
          </a:p>
        </p:txBody>
      </p:sp>
    </p:spTree>
  </p:cSld>
  <p:clrMapOvr>
    <a:masterClrMapping/>
  </p:clrMapOvr>
  <p:transition advClick="0">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3"/>
          <p:cNvSpPr txBox="1">
            <a:spLocks noChangeArrowheads="1"/>
          </p:cNvSpPr>
          <p:nvPr/>
        </p:nvSpPr>
        <p:spPr bwMode="auto">
          <a:xfrm>
            <a:off x="3111500" y="1104900"/>
            <a:ext cx="6400800" cy="5197449"/>
          </a:xfrm>
          <a:prstGeom prst="rect">
            <a:avLst/>
          </a:prstGeom>
          <a:noFill/>
          <a:ln w="9525">
            <a:noFill/>
            <a:round/>
            <a:headEnd/>
            <a:tailEnd/>
          </a:ln>
        </p:spPr>
        <p:txBody>
          <a:bodyPr wrap="square" lIns="90000" tIns="46800" rIns="90000" bIns="46800">
            <a:spAutoFit/>
          </a:bodyPr>
          <a:lstStyle/>
          <a:p>
            <a:pPr marL="274320" indent="-274320" defTabSz="714375" eaLnBrk="0" hangingPunct="0">
              <a:spcBef>
                <a:spcPts val="1200"/>
              </a:spcBef>
              <a:spcAft>
                <a:spcPts val="600"/>
              </a:spcAft>
              <a:buSzPct val="10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Tier 1: Web Server &amp; Gateways  </a:t>
            </a:r>
          </a:p>
          <a:p>
            <a:pPr marL="457200" indent="-182880" algn="just">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Tier </a:t>
            </a:r>
            <a:r>
              <a:rPr lang="en-US" sz="1400" dirty="0">
                <a:solidFill>
                  <a:srgbClr val="000000"/>
                </a:solidFill>
                <a:cs typeface="Times New Roman" pitchFamily="18" charset="0"/>
              </a:rPr>
              <a:t>1 consists of a Web Server and Gateways through which </a:t>
            </a:r>
            <a:r>
              <a:rPr lang="en-US" sz="1400" dirty="0" smtClean="0">
                <a:solidFill>
                  <a:srgbClr val="000000"/>
                </a:solidFill>
                <a:cs typeface="Times New Roman" pitchFamily="18" charset="0"/>
              </a:rPr>
              <a:t>provides the user session connectivity with various BI applications.</a:t>
            </a:r>
          </a:p>
          <a:p>
            <a:pPr marL="640080" lvl="1" indent="-182880" algn="just">
              <a:spcBef>
                <a:spcPts val="6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solidFill>
                  <a:srgbClr val="000000"/>
                </a:solidFill>
                <a:cs typeface="Times New Roman" pitchFamily="18" charset="0"/>
              </a:rPr>
              <a:t>Gateway: </a:t>
            </a:r>
            <a:r>
              <a:rPr lang="en-US" sz="1400" dirty="0" smtClean="0">
                <a:solidFill>
                  <a:srgbClr val="000000"/>
                </a:solidFill>
                <a:cs typeface="Times New Roman" pitchFamily="18" charset="0"/>
              </a:rPr>
              <a:t>It is an extension of the Web Server program that transfers information from one server to another.</a:t>
            </a:r>
          </a:p>
          <a:p>
            <a:pPr marL="640080" lvl="1" indent="-182880" algn="just">
              <a:spcBef>
                <a:spcPts val="6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Web communication in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occurs through Gateways, which resides on one or more Web Servers.</a:t>
            </a:r>
          </a:p>
          <a:p>
            <a:pPr marL="274320" indent="-274320" defTabSz="714375" eaLnBrk="0" hangingPunct="0">
              <a:lnSpc>
                <a:spcPct val="105000"/>
              </a:lnSpc>
              <a:spcBef>
                <a:spcPts val="1200"/>
              </a:spcBef>
              <a:spcAft>
                <a:spcPts val="600"/>
              </a:spcAft>
              <a:buSzPct val="10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The following functionality occurs when </a:t>
            </a:r>
            <a:r>
              <a:rPr lang="en-US" sz="1800" b="1" dirty="0" err="1" smtClean="0">
                <a:solidFill>
                  <a:schemeClr val="accent1"/>
                </a:solidFill>
                <a:cs typeface="Times New Roman" pitchFamily="18" charset="0"/>
              </a:rPr>
              <a:t>Cognos</a:t>
            </a:r>
            <a:r>
              <a:rPr lang="en-US" sz="1800" b="1" dirty="0" smtClean="0">
                <a:solidFill>
                  <a:schemeClr val="accent1"/>
                </a:solidFill>
                <a:cs typeface="Times New Roman" pitchFamily="18" charset="0"/>
              </a:rPr>
              <a:t> Analytics gateway receives a request:</a:t>
            </a:r>
          </a:p>
          <a:p>
            <a:pPr marL="457200" lvl="1" indent="-182880" algn="just">
              <a:spcAft>
                <a:spcPts val="600"/>
              </a:spcAft>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Encrypts passwords to ensure security.</a:t>
            </a:r>
          </a:p>
          <a:p>
            <a:pPr marL="457200" lvl="1" indent="-182880" algn="just">
              <a:spcAft>
                <a:spcPts val="600"/>
              </a:spcAft>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Extracts information required to submit the request to a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server and attaches  environment variables for the Web server.</a:t>
            </a:r>
          </a:p>
          <a:p>
            <a:pPr marL="457200" lvl="1" indent="-182880" algn="just">
              <a:spcAft>
                <a:spcPts val="600"/>
              </a:spcAft>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Adds a default namespace to the request to ensure that the server authenticates the user in the current namespace.</a:t>
            </a:r>
          </a:p>
          <a:p>
            <a:pPr marL="457200" lvl="1" indent="-182880" algn="just">
              <a:spcAft>
                <a:spcPts val="600"/>
              </a:spcAft>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Transfers requests to a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dispatcher for processing.</a:t>
            </a:r>
          </a:p>
          <a:p>
            <a:pPr marL="274320" indent="-274320" defTabSz="714375" eaLnBrk="0" hangingPunct="0">
              <a:lnSpc>
                <a:spcPct val="105000"/>
              </a:lnSpc>
              <a:spcBef>
                <a:spcPts val="1200"/>
              </a:spcBef>
              <a:spcAft>
                <a:spcPts val="600"/>
              </a:spcAft>
              <a:buSzPct val="10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err="1" smtClean="0">
                <a:solidFill>
                  <a:schemeClr val="accent1"/>
                </a:solidFill>
                <a:cs typeface="Times New Roman" pitchFamily="18" charset="0"/>
              </a:rPr>
              <a:t>Cognos</a:t>
            </a:r>
            <a:r>
              <a:rPr lang="en-US" sz="1800" b="1" dirty="0" smtClean="0">
                <a:solidFill>
                  <a:schemeClr val="accent1"/>
                </a:solidFill>
                <a:cs typeface="Times New Roman" pitchFamily="18" charset="0"/>
              </a:rPr>
              <a:t> Analytics supports CGI, ISAPI, </a:t>
            </a:r>
            <a:r>
              <a:rPr lang="en-US" sz="1800" b="1" dirty="0" err="1" smtClean="0">
                <a:solidFill>
                  <a:schemeClr val="accent1"/>
                </a:solidFill>
                <a:cs typeface="Times New Roman" pitchFamily="18" charset="0"/>
              </a:rPr>
              <a:t>Apache_Mod</a:t>
            </a:r>
            <a:r>
              <a:rPr lang="en-US" sz="1800" b="1" dirty="0" smtClean="0">
                <a:solidFill>
                  <a:schemeClr val="accent1"/>
                </a:solidFill>
                <a:cs typeface="Times New Roman" pitchFamily="18" charset="0"/>
              </a:rPr>
              <a:t> and </a:t>
            </a:r>
            <a:r>
              <a:rPr lang="en-US" sz="1800" b="1" dirty="0" err="1" smtClean="0">
                <a:solidFill>
                  <a:schemeClr val="accent1"/>
                </a:solidFill>
                <a:cs typeface="Times New Roman" pitchFamily="18" charset="0"/>
              </a:rPr>
              <a:t>Servlets</a:t>
            </a:r>
            <a:r>
              <a:rPr lang="en-US" sz="1800" b="1" dirty="0" smtClean="0">
                <a:solidFill>
                  <a:schemeClr val="accent1"/>
                </a:solidFill>
                <a:cs typeface="Times New Roman" pitchFamily="18" charset="0"/>
              </a:rPr>
              <a:t> as gateways.</a:t>
            </a:r>
          </a:p>
        </p:txBody>
      </p:sp>
      <p:graphicFrame>
        <p:nvGraphicFramePr>
          <p:cNvPr id="6" name="Diagram 5"/>
          <p:cNvGraphicFramePr/>
          <p:nvPr/>
        </p:nvGraphicFramePr>
        <p:xfrm>
          <a:off x="450404" y="1412776"/>
          <a:ext cx="1828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 Box 1"/>
          <p:cNvSpPr txBox="1">
            <a:spLocks noChangeArrowheads="1"/>
          </p:cNvSpPr>
          <p:nvPr/>
        </p:nvSpPr>
        <p:spPr bwMode="auto">
          <a:xfrm>
            <a:off x="-2852" y="241756"/>
            <a:ext cx="9902952" cy="430887"/>
          </a:xfrm>
          <a:prstGeom prst="rect">
            <a:avLst/>
          </a:prstGeom>
          <a:noFill/>
          <a:ln w="9525">
            <a:noFill/>
            <a:round/>
            <a:headEnd/>
            <a:tailEnd/>
          </a:ln>
        </p:spPr>
        <p:txBody>
          <a:bodyPr wrap="square" lIns="457200" tIns="0" rIns="0" bIns="0" anchor="ctr" anchorCtr="0">
            <a:spAutoFit/>
          </a:bodyP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a:latin typeface="Arial Narrow" pitchFamily="34" charset="0"/>
              </a:rPr>
              <a:t>IBM </a:t>
            </a:r>
            <a:r>
              <a:rPr lang="en-US" sz="2800" dirty="0" err="1">
                <a:latin typeface="Arial Narrow" pitchFamily="34" charset="0"/>
              </a:rPr>
              <a:t>Cognos</a:t>
            </a:r>
            <a:r>
              <a:rPr lang="en-US" sz="2800" dirty="0">
                <a:latin typeface="Arial Narrow" pitchFamily="34" charset="0"/>
              </a:rPr>
              <a:t> </a:t>
            </a:r>
            <a:r>
              <a:rPr lang="en-US" sz="2800" dirty="0" smtClean="0">
                <a:latin typeface="Arial Narrow" pitchFamily="34" charset="0"/>
              </a:rPr>
              <a:t>Analytics </a:t>
            </a:r>
            <a:r>
              <a:rPr lang="en-US" sz="2800" dirty="0">
                <a:latin typeface="Arial Narrow" pitchFamily="34" charset="0"/>
              </a:rPr>
              <a:t>BI Architecture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5"/>
          <p:cNvSpPr>
            <a:spLocks noChangeArrowheads="1"/>
          </p:cNvSpPr>
          <p:nvPr/>
        </p:nvSpPr>
        <p:spPr bwMode="auto">
          <a:xfrm>
            <a:off x="3111500" y="1127946"/>
            <a:ext cx="6400800" cy="5029200"/>
          </a:xfrm>
          <a:prstGeom prst="rect">
            <a:avLst/>
          </a:prstGeom>
          <a:noFill/>
          <a:ln w="9525">
            <a:noFill/>
            <a:round/>
            <a:headEnd/>
            <a:tailEnd/>
          </a:ln>
        </p:spPr>
        <p:txBody>
          <a:bodyPr lIns="90000" tIns="46800" rIns="90000" bIns="46800"/>
          <a:lstStyle/>
          <a:p>
            <a:pPr marL="274320" indent="-274320" defTabSz="714375" eaLnBrk="0" hangingPunct="0">
              <a:lnSpc>
                <a:spcPct val="105000"/>
              </a:lnSpc>
              <a:spcBef>
                <a:spcPts val="1200"/>
              </a:spcBef>
              <a:spcAft>
                <a:spcPts val="600"/>
              </a:spcAft>
              <a:buSzPct val="10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Tier 2: Cognos Application Servers</a:t>
            </a:r>
          </a:p>
          <a:p>
            <a:pPr marL="457200" indent="-182880" algn="just">
              <a:lnSpc>
                <a:spcPct val="105000"/>
              </a:lnSpc>
              <a:spcBef>
                <a:spcPts val="350"/>
              </a:spcBef>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Tier 2 consists of various components, such as, a Dispatcher, Content manager and Services. </a:t>
            </a:r>
          </a:p>
          <a:p>
            <a:pPr marL="640080" lvl="1" indent="-182880" algn="just">
              <a:spcBef>
                <a:spcPts val="6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solidFill>
                  <a:srgbClr val="000000"/>
                </a:solidFill>
                <a:cs typeface="Times New Roman" pitchFamily="18" charset="0"/>
              </a:rPr>
              <a:t>The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Applications tier can be configured on one or more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Servers. A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Server runs requests, such as reports, data analysis and queries that are received through a gateway. A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server also renders the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Connection and Metric Studio interfaces.</a:t>
            </a:r>
          </a:p>
          <a:p>
            <a:pPr marL="274320" indent="-274320" defTabSz="714375" eaLnBrk="0" hangingPunct="0">
              <a:lnSpc>
                <a:spcPct val="105000"/>
              </a:lnSpc>
              <a:spcBef>
                <a:spcPts val="1200"/>
              </a:spcBef>
              <a:spcAft>
                <a:spcPts val="600"/>
              </a:spcAft>
              <a:buSzPct val="10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Each </a:t>
            </a:r>
            <a:r>
              <a:rPr lang="en-US" sz="1800" b="1" dirty="0" err="1" smtClean="0">
                <a:solidFill>
                  <a:schemeClr val="accent1"/>
                </a:solidFill>
                <a:cs typeface="Times New Roman" pitchFamily="18" charset="0"/>
              </a:rPr>
              <a:t>Cognos</a:t>
            </a:r>
            <a:r>
              <a:rPr lang="en-US" sz="1800" b="1" dirty="0" smtClean="0">
                <a:solidFill>
                  <a:schemeClr val="accent1"/>
                </a:solidFill>
                <a:cs typeface="Times New Roman" pitchFamily="18" charset="0"/>
              </a:rPr>
              <a:t> Analytics Application Tier  includes the following:</a:t>
            </a:r>
          </a:p>
          <a:p>
            <a:pPr marL="457200" lvl="1" indent="-182880" algn="just">
              <a:lnSpc>
                <a:spcPct val="105000"/>
              </a:lnSpc>
              <a:spcBef>
                <a:spcPts val="350"/>
              </a:spcBef>
              <a:spcAft>
                <a:spcPts val="600"/>
              </a:spcAft>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Dispatcher that performs load balancing of requests at the application tier. It is a light weight java </a:t>
            </a:r>
            <a:r>
              <a:rPr lang="en-US" sz="1400" dirty="0" err="1" smtClean="0">
                <a:solidFill>
                  <a:srgbClr val="000000"/>
                </a:solidFill>
                <a:cs typeface="Times New Roman" pitchFamily="18" charset="0"/>
              </a:rPr>
              <a:t>servlet</a:t>
            </a:r>
            <a:r>
              <a:rPr lang="en-US" sz="1400" dirty="0" smtClean="0">
                <a:solidFill>
                  <a:srgbClr val="000000"/>
                </a:solidFill>
                <a:cs typeface="Times New Roman" pitchFamily="18" charset="0"/>
              </a:rPr>
              <a:t>  that managers application services.</a:t>
            </a:r>
          </a:p>
          <a:p>
            <a:pPr marL="457200" lvl="1" indent="-182880" algn="just">
              <a:lnSpc>
                <a:spcPct val="105000"/>
              </a:lnSpc>
              <a:spcBef>
                <a:spcPts val="350"/>
              </a:spcBef>
              <a:spcAft>
                <a:spcPts val="600"/>
              </a:spcAft>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Report Server consists of the report or query service which is mainly responsible for application tier processing.</a:t>
            </a:r>
          </a:p>
          <a:p>
            <a:pPr marL="457200" lvl="1" indent="-182880" algn="just">
              <a:lnSpc>
                <a:spcPct val="105000"/>
              </a:lnSpc>
              <a:spcBef>
                <a:spcPts val="350"/>
              </a:spcBef>
              <a:spcAft>
                <a:spcPts val="600"/>
              </a:spcAft>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Content Manager which manages storage of the application data such as packages, report specification, dashboards, server configuration settings, security settings and configuration, metrics and report output</a:t>
            </a:r>
          </a:p>
        </p:txBody>
      </p:sp>
      <p:graphicFrame>
        <p:nvGraphicFramePr>
          <p:cNvPr id="8" name="Diagram 7"/>
          <p:cNvGraphicFramePr/>
          <p:nvPr/>
        </p:nvGraphicFramePr>
        <p:xfrm>
          <a:off x="457200" y="1412776"/>
          <a:ext cx="1828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 Box 1"/>
          <p:cNvSpPr txBox="1">
            <a:spLocks noChangeArrowheads="1"/>
          </p:cNvSpPr>
          <p:nvPr/>
        </p:nvSpPr>
        <p:spPr bwMode="auto">
          <a:xfrm>
            <a:off x="-2852" y="241755"/>
            <a:ext cx="9902952" cy="430887"/>
          </a:xfrm>
          <a:prstGeom prst="rect">
            <a:avLst/>
          </a:prstGeom>
          <a:noFill/>
          <a:ln w="9525">
            <a:noFill/>
            <a:round/>
            <a:headEnd/>
            <a:tailEnd/>
          </a:ln>
        </p:spPr>
        <p:txBody>
          <a:bodyPr wrap="square" lIns="457200" tIns="0" rIns="0" bIns="0" anchor="ctr">
            <a:spAutoFit/>
          </a:bodyP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a:latin typeface="Arial Narrow" pitchFamily="34" charset="0"/>
              </a:rPr>
              <a:t>IBM </a:t>
            </a:r>
            <a:r>
              <a:rPr lang="en-US" sz="2800" dirty="0" err="1">
                <a:latin typeface="Arial Narrow" pitchFamily="34" charset="0"/>
              </a:rPr>
              <a:t>Cognos</a:t>
            </a:r>
            <a:r>
              <a:rPr lang="en-US" sz="2800" dirty="0">
                <a:latin typeface="Arial Narrow" pitchFamily="34" charset="0"/>
              </a:rPr>
              <a:t> </a:t>
            </a:r>
            <a:r>
              <a:rPr lang="en-US" sz="2800" dirty="0" smtClean="0">
                <a:latin typeface="Arial Narrow" pitchFamily="34" charset="0"/>
              </a:rPr>
              <a:t>Analytics </a:t>
            </a:r>
            <a:r>
              <a:rPr lang="en-US" sz="2800" dirty="0">
                <a:latin typeface="Arial Narrow" pitchFamily="34" charset="0"/>
              </a:rPr>
              <a:t>BI Architecture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Text Box 5"/>
          <p:cNvSpPr txBox="1">
            <a:spLocks noChangeArrowheads="1"/>
          </p:cNvSpPr>
          <p:nvPr/>
        </p:nvSpPr>
        <p:spPr bwMode="auto">
          <a:xfrm>
            <a:off x="4953000" y="1066800"/>
            <a:ext cx="4457700" cy="305021"/>
          </a:xfrm>
          <a:prstGeom prst="rect">
            <a:avLst/>
          </a:prstGeom>
          <a:noFill/>
          <a:ln w="9525">
            <a:noFill/>
            <a:round/>
            <a:headEnd/>
            <a:tailEnd/>
          </a:ln>
        </p:spPr>
        <p:txBody>
          <a:bodyPr wrap="square" lIns="90000" tIns="46800" rIns="90000" bIns="46800">
            <a:spAutoFit/>
          </a:bodyPr>
          <a:lstStyle/>
          <a:p>
            <a:pPr eaLnBrk="1" hangingPunct="1">
              <a:lnSpc>
                <a:spcPct val="105000"/>
              </a:lnSpc>
              <a:spcBef>
                <a:spcPts val="350"/>
              </a:spcBef>
              <a:buClr>
                <a:srgbClr val="009999"/>
              </a:buClr>
              <a:buFont typeface="Wingdings" pitchFamily="2"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dirty="0">
              <a:solidFill>
                <a:srgbClr val="000000"/>
              </a:solidFill>
              <a:latin typeface="Arial" charset="0"/>
            </a:endParaRPr>
          </a:p>
        </p:txBody>
      </p:sp>
      <p:graphicFrame>
        <p:nvGraphicFramePr>
          <p:cNvPr id="8" name="Diagram 7"/>
          <p:cNvGraphicFramePr/>
          <p:nvPr/>
        </p:nvGraphicFramePr>
        <p:xfrm>
          <a:off x="488504" y="1412776"/>
          <a:ext cx="1828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6"/>
          <p:cNvSpPr>
            <a:spLocks noChangeArrowheads="1"/>
          </p:cNvSpPr>
          <p:nvPr/>
        </p:nvSpPr>
        <p:spPr bwMode="auto">
          <a:xfrm>
            <a:off x="3124199" y="1127712"/>
            <a:ext cx="6400800" cy="5029200"/>
          </a:xfrm>
          <a:prstGeom prst="rect">
            <a:avLst/>
          </a:prstGeom>
          <a:noFill/>
          <a:ln w="9525">
            <a:noFill/>
            <a:round/>
            <a:headEnd/>
            <a:tailEnd/>
          </a:ln>
        </p:spPr>
        <p:txBody>
          <a:bodyPr lIns="90000" tIns="46800" rIns="90000" bIns="46800"/>
          <a:lstStyle/>
          <a:p>
            <a:pPr marL="274320" indent="-274320" defTabSz="714375" eaLnBrk="0" hangingPunct="0">
              <a:lnSpc>
                <a:spcPct val="105000"/>
              </a:lnSpc>
              <a:spcBef>
                <a:spcPts val="1200"/>
              </a:spcBef>
              <a:spcAft>
                <a:spcPts val="600"/>
              </a:spcAft>
              <a:buSzPct val="10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b="1" dirty="0" smtClean="0">
                <a:solidFill>
                  <a:schemeClr val="accent1"/>
                </a:solidFill>
                <a:cs typeface="Times New Roman" pitchFamily="18" charset="0"/>
              </a:rPr>
              <a:t>Tier 3: Data Tier</a:t>
            </a:r>
          </a:p>
          <a:p>
            <a:pPr marL="457200" indent="-182880" algn="just">
              <a:lnSpc>
                <a:spcPct val="105000"/>
              </a:lnSpc>
              <a:spcBef>
                <a:spcPts val="350"/>
              </a:spcBef>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solidFill>
                  <a:srgbClr val="000000"/>
                </a:solidFill>
                <a:cs typeface="Times New Roman" pitchFamily="18" charset="0"/>
              </a:rPr>
              <a:t>Tier 3 consists of Content store, Data sources and Metric store </a:t>
            </a:r>
          </a:p>
          <a:p>
            <a:pPr marL="640080" lvl="1" indent="-182880" algn="just">
              <a:lnSpc>
                <a:spcPct val="105000"/>
              </a:lnSpc>
              <a:spcBef>
                <a:spcPts val="6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solidFill>
                  <a:srgbClr val="000000"/>
                </a:solidFill>
                <a:cs typeface="Times New Roman" pitchFamily="18" charset="0"/>
              </a:rPr>
              <a:t>Content </a:t>
            </a:r>
            <a:r>
              <a:rPr lang="en-US" sz="1400" b="1" dirty="0">
                <a:solidFill>
                  <a:srgbClr val="000000"/>
                </a:solidFill>
                <a:cs typeface="Times New Roman" pitchFamily="18" charset="0"/>
              </a:rPr>
              <a:t>store:  </a:t>
            </a:r>
            <a:r>
              <a:rPr lang="en-US" sz="1400" dirty="0">
                <a:solidFill>
                  <a:srgbClr val="000000"/>
                </a:solidFill>
                <a:cs typeface="Times New Roman" pitchFamily="18" charset="0"/>
              </a:rPr>
              <a:t>A relational database that stores data required by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a:t>
            </a:r>
            <a:r>
              <a:rPr lang="en-US" sz="1400" dirty="0">
                <a:solidFill>
                  <a:srgbClr val="000000"/>
                </a:solidFill>
                <a:cs typeface="Times New Roman" pitchFamily="18" charset="0"/>
              </a:rPr>
              <a:t>to operate, such as, report specifications, published models, and packages that contain them; connection information for data sources; information about the external namespace, and the Cognos namespace itself; and information about scheduling and bursting reports.        </a:t>
            </a:r>
          </a:p>
          <a:p>
            <a:pPr marL="640080" lvl="1" indent="-182880" algn="just">
              <a:lnSpc>
                <a:spcPct val="105000"/>
              </a:lnSpc>
              <a:spcBef>
                <a:spcPts val="6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solidFill>
                  <a:srgbClr val="000000"/>
                </a:solidFill>
                <a:cs typeface="Times New Roman" pitchFamily="18" charset="0"/>
              </a:rPr>
              <a:t>Data </a:t>
            </a:r>
            <a:r>
              <a:rPr lang="en-US" sz="1400" b="1" dirty="0">
                <a:solidFill>
                  <a:srgbClr val="000000"/>
                </a:solidFill>
                <a:cs typeface="Times New Roman" pitchFamily="18" charset="0"/>
              </a:rPr>
              <a:t>sources: </a:t>
            </a:r>
            <a:r>
              <a:rPr lang="en-US" sz="1400" dirty="0">
                <a:solidFill>
                  <a:srgbClr val="000000"/>
                </a:solidFill>
                <a:cs typeface="Times New Roman" pitchFamily="18" charset="0"/>
              </a:rPr>
              <a:t>These are relational databases, dimensional cubes, files, or other physical data stores that can be accessed through </a:t>
            </a:r>
            <a:r>
              <a:rPr lang="en-US" sz="1400" dirty="0" err="1" smtClean="0">
                <a:solidFill>
                  <a:srgbClr val="000000"/>
                </a:solidFill>
                <a:cs typeface="Times New Roman" pitchFamily="18" charset="0"/>
              </a:rPr>
              <a:t>Cognos</a:t>
            </a:r>
            <a:r>
              <a:rPr lang="en-US" sz="1400" dirty="0" smtClean="0">
                <a:solidFill>
                  <a:srgbClr val="000000"/>
                </a:solidFill>
                <a:cs typeface="Times New Roman" pitchFamily="18" charset="0"/>
              </a:rPr>
              <a:t> Analytics. </a:t>
            </a:r>
            <a:r>
              <a:rPr lang="en-US" sz="1400" dirty="0">
                <a:solidFill>
                  <a:srgbClr val="000000"/>
                </a:solidFill>
                <a:cs typeface="Times New Roman" pitchFamily="18" charset="0"/>
              </a:rPr>
              <a:t>Application Tier Components use data source connections to access data sources.</a:t>
            </a:r>
          </a:p>
          <a:p>
            <a:pPr marL="640080" lvl="1" indent="-182880" algn="just">
              <a:lnSpc>
                <a:spcPct val="105000"/>
              </a:lnSpc>
              <a:spcBef>
                <a:spcPts val="600"/>
              </a:spcBef>
              <a:spcAft>
                <a:spcPts val="600"/>
              </a:spcAft>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solidFill>
                  <a:srgbClr val="000000"/>
                </a:solidFill>
                <a:cs typeface="Times New Roman" pitchFamily="18" charset="0"/>
              </a:rPr>
              <a:t>Metric </a:t>
            </a:r>
            <a:r>
              <a:rPr lang="en-US" sz="1400" b="1" dirty="0">
                <a:solidFill>
                  <a:srgbClr val="000000"/>
                </a:solidFill>
                <a:cs typeface="Times New Roman" pitchFamily="18" charset="0"/>
              </a:rPr>
              <a:t>store:  </a:t>
            </a:r>
            <a:r>
              <a:rPr lang="en-US" sz="1400" dirty="0">
                <a:solidFill>
                  <a:srgbClr val="000000"/>
                </a:solidFill>
                <a:cs typeface="Times New Roman" pitchFamily="18" charset="0"/>
              </a:rPr>
              <a:t>A Relational database that contains content for metric packages. A metric store also contains Metric Studio settings, such as user preferences.</a:t>
            </a:r>
          </a:p>
        </p:txBody>
      </p:sp>
      <p:sp>
        <p:nvSpPr>
          <p:cNvPr id="6" name="Text Box 1"/>
          <p:cNvSpPr txBox="1">
            <a:spLocks noChangeArrowheads="1"/>
          </p:cNvSpPr>
          <p:nvPr/>
        </p:nvSpPr>
        <p:spPr bwMode="auto">
          <a:xfrm>
            <a:off x="-2852" y="241755"/>
            <a:ext cx="9902952" cy="430887"/>
          </a:xfrm>
          <a:prstGeom prst="rect">
            <a:avLst/>
          </a:prstGeom>
          <a:noFill/>
          <a:ln w="9525">
            <a:noFill/>
            <a:round/>
            <a:headEnd/>
            <a:tailEnd/>
          </a:ln>
        </p:spPr>
        <p:txBody>
          <a:bodyPr wrap="square" lIns="457200" tIns="0" rIns="0" bIns="0" anchor="ctr">
            <a:spAutoFit/>
          </a:bodyP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a:latin typeface="Arial Narrow" pitchFamily="34" charset="0"/>
              </a:rPr>
              <a:t>IBM </a:t>
            </a:r>
            <a:r>
              <a:rPr lang="en-US" sz="2800" dirty="0" err="1">
                <a:latin typeface="Arial Narrow" pitchFamily="34" charset="0"/>
              </a:rPr>
              <a:t>Cognos</a:t>
            </a:r>
            <a:r>
              <a:rPr lang="en-US" sz="2800" dirty="0">
                <a:latin typeface="Arial Narrow" pitchFamily="34" charset="0"/>
              </a:rPr>
              <a:t> </a:t>
            </a:r>
            <a:r>
              <a:rPr lang="en-US" sz="2800" dirty="0" smtClean="0">
                <a:latin typeface="Arial Narrow" pitchFamily="34" charset="0"/>
              </a:rPr>
              <a:t>Analytics </a:t>
            </a:r>
            <a:r>
              <a:rPr lang="en-US" sz="2800" dirty="0">
                <a:latin typeface="Arial Narrow" pitchFamily="34" charset="0"/>
              </a:rPr>
              <a:t>BI Architecture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2"/>
          <p:cNvSpPr txBox="1">
            <a:spLocks noChangeArrowheads="1"/>
          </p:cNvSpPr>
          <p:nvPr/>
        </p:nvSpPr>
        <p:spPr bwMode="auto">
          <a:xfrm>
            <a:off x="371475" y="1132840"/>
            <a:ext cx="9144000" cy="365760"/>
          </a:xfrm>
          <a:prstGeom prst="rect">
            <a:avLst/>
          </a:prstGeom>
          <a:noFill/>
          <a:ln w="9525">
            <a:noFill/>
            <a:round/>
            <a:headEnd/>
            <a:tailEnd/>
          </a:ln>
        </p:spPr>
        <p:txBody>
          <a:bodyPr/>
          <a:lstStyle/>
          <a:p>
            <a:pPr marL="274320" indent="-274320">
              <a:spcBef>
                <a:spcPts val="600"/>
              </a:spcBef>
              <a:spcAft>
                <a:spcPts val="600"/>
              </a:spcAft>
              <a:buClr>
                <a:schemeClr val="accent2"/>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IBM </a:t>
            </a:r>
            <a:r>
              <a:rPr lang="en-US" sz="2000" dirty="0" err="1">
                <a:solidFill>
                  <a:srgbClr val="000000"/>
                </a:solidFill>
                <a:cs typeface="Times New Roman" pitchFamily="18" charset="0"/>
              </a:rPr>
              <a:t>Cognos</a:t>
            </a:r>
            <a:r>
              <a:rPr lang="en-US" sz="2000" dirty="0">
                <a:solidFill>
                  <a:srgbClr val="000000"/>
                </a:solidFill>
                <a:cs typeface="Times New Roman" pitchFamily="18" charset="0"/>
              </a:rPr>
              <a:t> </a:t>
            </a:r>
            <a:r>
              <a:rPr lang="en-US" sz="2000" dirty="0" smtClean="0">
                <a:solidFill>
                  <a:srgbClr val="000000"/>
                </a:solidFill>
                <a:cs typeface="Times New Roman" pitchFamily="18" charset="0"/>
              </a:rPr>
              <a:t>Homepage - </a:t>
            </a:r>
            <a:r>
              <a:rPr lang="en-US" sz="1600" b="1" u="sng" dirty="0" smtClean="0">
                <a:solidFill>
                  <a:srgbClr val="002060"/>
                </a:solidFill>
                <a:cs typeface="Times New Roman" pitchFamily="18" charset="0"/>
              </a:rPr>
              <a:t>http://10.74.161.177:9300/bi/v1/disp</a:t>
            </a:r>
          </a:p>
        </p:txBody>
      </p:sp>
      <p:sp>
        <p:nvSpPr>
          <p:cNvPr id="5"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marL="0" lvl="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a typeface="Arial Unicode MS" pitchFamily="34" charset="-128"/>
              <a:cs typeface="Arial Unicode MS" pitchFamily="34" charset="-128"/>
            </a:endParaRPr>
          </a:p>
          <a:p>
            <a:pPr marL="0" lvl="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ea typeface="Arial Unicode MS" pitchFamily="34" charset="-128"/>
                <a:cs typeface="Arial Unicode MS" pitchFamily="34" charset="-128"/>
              </a:rPr>
              <a:t>Accessing IBM </a:t>
            </a:r>
            <a:r>
              <a:rPr lang="en-US" sz="2800" dirty="0" err="1" smtClean="0">
                <a:latin typeface="Arial Narrow" pitchFamily="34" charset="0"/>
                <a:ea typeface="Arial Unicode MS" pitchFamily="34" charset="-128"/>
                <a:cs typeface="Arial Unicode MS" pitchFamily="34" charset="-128"/>
              </a:rPr>
              <a:t>Cognos</a:t>
            </a:r>
            <a:r>
              <a:rPr lang="en-US" sz="2800" dirty="0" smtClean="0">
                <a:latin typeface="Arial Narrow" pitchFamily="34" charset="0"/>
                <a:ea typeface="Arial Unicode MS" pitchFamily="34" charset="-128"/>
                <a:cs typeface="Arial Unicode MS" pitchFamily="34" charset="-128"/>
              </a:rPr>
              <a:t> Analytics</a:t>
            </a:r>
          </a:p>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a:latin typeface="Arial Narrow" pitchFamily="34" charset="0"/>
              <a:ea typeface="Arial Unicode MS" pitchFamily="34" charset="-128"/>
              <a:cs typeface="Arial Unicode MS" pitchFamily="34" charset="-128"/>
            </a:endParaRPr>
          </a:p>
        </p:txBody>
      </p:sp>
      <p:pic>
        <p:nvPicPr>
          <p:cNvPr id="727044" name="Picture 4"/>
          <p:cNvPicPr>
            <a:picLocks noChangeAspect="1" noChangeArrowheads="1"/>
          </p:cNvPicPr>
          <p:nvPr/>
        </p:nvPicPr>
        <p:blipFill>
          <a:blip r:embed="rId3"/>
          <a:srcRect/>
          <a:stretch>
            <a:fillRect/>
          </a:stretch>
        </p:blipFill>
        <p:spPr bwMode="auto">
          <a:xfrm>
            <a:off x="914400" y="1752600"/>
            <a:ext cx="8077200" cy="4267200"/>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1"/>
          <p:cNvSpPr txBox="1">
            <a:spLocks noChangeArrowheads="1"/>
          </p:cNvSpPr>
          <p:nvPr/>
        </p:nvSpPr>
        <p:spPr bwMode="auto">
          <a:xfrm>
            <a:off x="3176" y="0"/>
            <a:ext cx="9902952" cy="914400"/>
          </a:xfrm>
          <a:prstGeom prst="rect">
            <a:avLst/>
          </a:prstGeom>
          <a:noFill/>
          <a:ln w="9525">
            <a:noFill/>
            <a:round/>
            <a:headEnd/>
            <a:tailEnd/>
          </a:ln>
        </p:spPr>
        <p:txBody>
          <a:bodyPr lIns="457200" tIns="0" rIns="0" bIns="0" anchor="ct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err="1">
                <a:latin typeface="Arial Narrow" pitchFamily="34" charset="0"/>
              </a:rPr>
              <a:t>Cognos</a:t>
            </a:r>
            <a:r>
              <a:rPr lang="en-US" sz="2800" dirty="0">
                <a:latin typeface="Arial Narrow" pitchFamily="34" charset="0"/>
              </a:rPr>
              <a:t> </a:t>
            </a:r>
            <a:r>
              <a:rPr lang="en-US" sz="2800" dirty="0" smtClean="0">
                <a:latin typeface="Arial Narrow" pitchFamily="34" charset="0"/>
              </a:rPr>
              <a:t>Analytics </a:t>
            </a:r>
            <a:r>
              <a:rPr lang="en-US" sz="2800" dirty="0">
                <a:latin typeface="Arial Narrow" pitchFamily="34" charset="0"/>
              </a:rPr>
              <a:t>Workflow</a:t>
            </a:r>
          </a:p>
        </p:txBody>
      </p:sp>
      <p:graphicFrame>
        <p:nvGraphicFramePr>
          <p:cNvPr id="4" name="Diagram 3"/>
          <p:cNvGraphicFramePr/>
          <p:nvPr/>
        </p:nvGraphicFramePr>
        <p:xfrm>
          <a:off x="457200" y="2407568"/>
          <a:ext cx="9052560"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ight Arrow 4"/>
          <p:cNvSpPr/>
          <p:nvPr/>
        </p:nvSpPr>
        <p:spPr>
          <a:xfrm>
            <a:off x="381000" y="2026568"/>
            <a:ext cx="9144000" cy="91440"/>
          </a:xfrm>
          <a:prstGeom prst="rightArrow">
            <a:avLst/>
          </a:prstGeom>
          <a:solidFill>
            <a:srgbClr val="C00000"/>
          </a:solidFill>
          <a:ln>
            <a:solidFill>
              <a:schemeClr val="accent2">
                <a:lumMod val="50000"/>
              </a:schemeClr>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6" name="Snip Diagonal Corner Rectangle 5"/>
          <p:cNvSpPr/>
          <p:nvPr/>
        </p:nvSpPr>
        <p:spPr>
          <a:xfrm>
            <a:off x="759520" y="1493168"/>
            <a:ext cx="1066800" cy="457200"/>
          </a:xfrm>
          <a:prstGeom prst="snip2Diag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cs typeface="Times New Roman" pitchFamily="18" charset="0"/>
              </a:rPr>
              <a:t>Plan</a:t>
            </a:r>
          </a:p>
        </p:txBody>
      </p:sp>
      <p:sp>
        <p:nvSpPr>
          <p:cNvPr id="7" name="Snip Diagonal Corner Rectangle 6"/>
          <p:cNvSpPr/>
          <p:nvPr/>
        </p:nvSpPr>
        <p:spPr>
          <a:xfrm>
            <a:off x="2601020" y="1493168"/>
            <a:ext cx="1066800" cy="457200"/>
          </a:xfrm>
          <a:prstGeom prst="snip2Diag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cs typeface="Times New Roman" pitchFamily="18" charset="0"/>
              </a:rPr>
              <a:t>Manage</a:t>
            </a:r>
          </a:p>
        </p:txBody>
      </p:sp>
      <p:sp>
        <p:nvSpPr>
          <p:cNvPr id="8" name="Snip Diagonal Corner Rectangle 7"/>
          <p:cNvSpPr/>
          <p:nvPr/>
        </p:nvSpPr>
        <p:spPr>
          <a:xfrm>
            <a:off x="4467920" y="1493168"/>
            <a:ext cx="1066800" cy="457200"/>
          </a:xfrm>
          <a:prstGeom prst="snip2Diag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cs typeface="Times New Roman" pitchFamily="18" charset="0"/>
              </a:rPr>
              <a:t>Model</a:t>
            </a:r>
          </a:p>
        </p:txBody>
      </p:sp>
      <p:sp>
        <p:nvSpPr>
          <p:cNvPr id="9" name="Snip Diagonal Corner Rectangle 8"/>
          <p:cNvSpPr/>
          <p:nvPr/>
        </p:nvSpPr>
        <p:spPr>
          <a:xfrm>
            <a:off x="6258620" y="1493168"/>
            <a:ext cx="1066800" cy="457200"/>
          </a:xfrm>
          <a:prstGeom prst="snip2Diag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cs typeface="Times New Roman" pitchFamily="18" charset="0"/>
              </a:rPr>
              <a:t>Author</a:t>
            </a:r>
          </a:p>
        </p:txBody>
      </p:sp>
      <p:sp>
        <p:nvSpPr>
          <p:cNvPr id="10" name="Snip Diagonal Corner Rectangle 9"/>
          <p:cNvSpPr/>
          <p:nvPr/>
        </p:nvSpPr>
        <p:spPr>
          <a:xfrm>
            <a:off x="8039100" y="1493168"/>
            <a:ext cx="1066800" cy="457200"/>
          </a:xfrm>
          <a:prstGeom prst="snip2Diag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cs typeface="Times New Roman" pitchFamily="18" charset="0"/>
              </a:rPr>
              <a:t>Consume</a:t>
            </a:r>
            <a:endParaRPr lang="en-US" sz="1400" dirty="0">
              <a:solidFill>
                <a:schemeClr val="tx1"/>
              </a:solidFill>
              <a:cs typeface="Times New Roman" pitchFamily="18" charset="0"/>
            </a:endParaRPr>
          </a:p>
        </p:txBody>
      </p:sp>
      <p:cxnSp>
        <p:nvCxnSpPr>
          <p:cNvPr id="11" name="Straight Connector 10"/>
          <p:cNvCxnSpPr/>
          <p:nvPr/>
        </p:nvCxnSpPr>
        <p:spPr>
          <a:xfrm>
            <a:off x="381000" y="1340768"/>
            <a:ext cx="9144000" cy="0"/>
          </a:xfrm>
          <a:prstGeom prst="line">
            <a:avLst/>
          </a:prstGeom>
          <a:ln>
            <a:solidFill>
              <a:schemeClr val="accent2">
                <a:lumMod val="50000"/>
              </a:schemeClr>
            </a:solidFill>
          </a:ln>
        </p:spPr>
        <p:style>
          <a:lnRef idx="3">
            <a:schemeClr val="accent6"/>
          </a:lnRef>
          <a:fillRef idx="0">
            <a:schemeClr val="accent6"/>
          </a:fillRef>
          <a:effectRef idx="2">
            <a:schemeClr val="accent6"/>
          </a:effectRef>
          <a:fontRef idx="minor">
            <a:schemeClr val="tx1"/>
          </a:fontRef>
        </p:style>
      </p:cxn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2"/>
          <p:cNvSpPr txBox="1">
            <a:spLocks noChangeArrowheads="1"/>
          </p:cNvSpPr>
          <p:nvPr/>
        </p:nvSpPr>
        <p:spPr bwMode="auto">
          <a:xfrm>
            <a:off x="374650" y="1143000"/>
            <a:ext cx="9144000" cy="5029200"/>
          </a:xfrm>
          <a:prstGeom prst="rect">
            <a:avLst/>
          </a:prstGeom>
          <a:noFill/>
          <a:ln w="9525">
            <a:noFill/>
            <a:round/>
            <a:headEnd/>
            <a:tailEnd/>
          </a:ln>
        </p:spPr>
        <p:txBody>
          <a:bodyPr/>
          <a:lstStyle/>
          <a:p>
            <a:pPr marL="274320" indent="-274320" defTabSz="714375" eaLnBrk="0" hangingPunct="0">
              <a:spcBef>
                <a:spcPts val="18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a:cs typeface="Times New Roman" pitchFamily="18" charset="0"/>
            </a:endParaRPr>
          </a:p>
        </p:txBody>
      </p:sp>
      <p:sp>
        <p:nvSpPr>
          <p:cNvPr id="5"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err="1" smtClean="0">
                <a:latin typeface="Arial Narrow" pitchFamily="34" charset="0"/>
              </a:rPr>
              <a:t>Cognos</a:t>
            </a:r>
            <a:r>
              <a:rPr lang="en-US" sz="2800" dirty="0" smtClean="0">
                <a:latin typeface="Arial Narrow" pitchFamily="34" charset="0"/>
              </a:rPr>
              <a:t> 8/10 and 11 Comparison </a:t>
            </a:r>
          </a:p>
          <a:p>
            <a:pPr marL="0" lvl="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smtClean="0">
              <a:latin typeface="Arial Narrow" pitchFamily="34" charset="0"/>
            </a:endParaRPr>
          </a:p>
          <a:p>
            <a:pPr eaLnBrk="1" hangingPunct="1">
              <a:buClr>
                <a:schemeClr val="accent2"/>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dirty="0">
              <a:latin typeface="Arial Narrow"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 y="2743200"/>
            <a:ext cx="9905999" cy="1371600"/>
          </a:xfrm>
        </p:spPr>
        <p:txBody>
          <a:bodyPr lIns="0" tIns="0" rIns="0" bIns="0" anchor="ctr" anchorCtr="1"/>
          <a:lstStyle/>
          <a:p>
            <a:pPr algn="ctr">
              <a:lnSpc>
                <a:spcPct val="100000"/>
              </a:lnSpc>
            </a:pPr>
            <a:r>
              <a:rPr sz="6000" dirty="0" smtClean="0"/>
              <a:t>Q &amp; A</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361952" y="1163638"/>
            <a:ext cx="8355013" cy="5281612"/>
          </a:xfrm>
          <a:prstGeom prst="rect">
            <a:avLst/>
          </a:prstGeom>
          <a:noFill/>
          <a:ln w="9525">
            <a:noFill/>
            <a:miter lim="800000"/>
            <a:headEnd/>
            <a:tailEnd/>
          </a:ln>
        </p:spPr>
        <p:txBody>
          <a:bodyPr vert="horz" wrap="square" lIns="288000" tIns="36000" rIns="72000" bIns="36000" numCol="1" anchor="t" anchorCtr="0" compatLnSpc="1">
            <a:prstTxWarp prst="textNoShape">
              <a:avLst/>
            </a:prstTxWarp>
          </a:bodyPr>
          <a:lstStyle/>
          <a:p>
            <a:pPr marL="342900" marR="0" lvl="1" indent="-342900" algn="l" defTabSz="714375" rtl="0" eaLnBrk="1" fontAlgn="base" latinLnBrk="0" hangingPunct="1">
              <a:lnSpc>
                <a:spcPts val="2600"/>
              </a:lnSpc>
              <a:spcBef>
                <a:spcPct val="20000"/>
              </a:spcBef>
              <a:spcAft>
                <a:spcPct val="0"/>
              </a:spcAft>
              <a:buClr>
                <a:schemeClr val="accent2"/>
              </a:buClr>
              <a:buSzPct val="85000"/>
              <a:buFont typeface="ZapfDingbats" pitchFamily="82" charset="2"/>
              <a:buNone/>
              <a:tabLst/>
              <a:defRPr/>
            </a:pPr>
            <a:endParaRPr kumimoji="0" lang="en-US" altLang="zh-CN" sz="2000" b="0" i="0" u="none" strike="noStrike" kern="1200" cap="none" spc="0" normalizeH="0" baseline="0" noProof="0" dirty="0" smtClean="0">
              <a:ln>
                <a:noFill/>
              </a:ln>
              <a:solidFill>
                <a:schemeClr val="tx1"/>
              </a:solidFill>
              <a:effectLst/>
              <a:uLnTx/>
              <a:uFillTx/>
              <a:latin typeface="+mn-lt"/>
              <a:ea typeface="宋体" charset="-122"/>
              <a:cs typeface="+mn-cs"/>
            </a:endParaRPr>
          </a:p>
        </p:txBody>
      </p:sp>
      <p:sp>
        <p:nvSpPr>
          <p:cNvPr id="6" name="TextBox 5"/>
          <p:cNvSpPr txBox="1"/>
          <p:nvPr/>
        </p:nvSpPr>
        <p:spPr>
          <a:xfrm>
            <a:off x="533400" y="1295400"/>
            <a:ext cx="6477000" cy="800100"/>
          </a:xfrm>
          <a:prstGeom prst="rect">
            <a:avLst/>
          </a:prstGeom>
          <a:noFill/>
        </p:spPr>
        <p:txBody>
          <a:bodyPr>
            <a:spAutoFit/>
          </a:bodyPr>
          <a:lstStyle/>
          <a:p>
            <a:pPr fontAlgn="auto">
              <a:spcBef>
                <a:spcPts val="0"/>
              </a:spcBef>
              <a:spcAft>
                <a:spcPts val="0"/>
              </a:spcAft>
              <a:defRPr/>
            </a:pPr>
            <a:r>
              <a:rPr lang="en-US" sz="3200" dirty="0" smtClean="0">
                <a:solidFill>
                  <a:schemeClr val="tx2">
                    <a:lumMod val="50000"/>
                  </a:schemeClr>
                </a:solidFill>
                <a:latin typeface="+mn-lt"/>
                <a:cs typeface="+mn-cs"/>
              </a:rPr>
              <a:t> </a:t>
            </a:r>
            <a:endParaRPr lang="en-US" sz="3200" dirty="0">
              <a:solidFill>
                <a:schemeClr val="tx2">
                  <a:lumMod val="50000"/>
                </a:schemeClr>
              </a:solidFill>
              <a:latin typeface="+mn-lt"/>
              <a:cs typeface="+mn-cs"/>
            </a:endParaRPr>
          </a:p>
          <a:p>
            <a:pPr fontAlgn="auto">
              <a:spcBef>
                <a:spcPts val="0"/>
              </a:spcBef>
              <a:spcAft>
                <a:spcPts val="0"/>
              </a:spcAft>
              <a:defRPr/>
            </a:pPr>
            <a:endParaRPr lang="en-US" sz="1400" dirty="0">
              <a:solidFill>
                <a:schemeClr val="tx2">
                  <a:lumMod val="50000"/>
                </a:schemeClr>
              </a:solidFill>
              <a:latin typeface="+mn-lt"/>
              <a:cs typeface="+mn-cs"/>
            </a:endParaRPr>
          </a:p>
        </p:txBody>
      </p:sp>
      <p:sp>
        <p:nvSpPr>
          <p:cNvPr id="7" name="Title 1"/>
          <p:cNvSpPr txBox="1">
            <a:spLocks/>
          </p:cNvSpPr>
          <p:nvPr/>
        </p:nvSpPr>
        <p:spPr>
          <a:xfrm>
            <a:off x="1" y="2743200"/>
            <a:ext cx="9905999" cy="1371600"/>
          </a:xfrm>
          <a:prstGeom prst="rect">
            <a:avLst/>
          </a:prstGeom>
        </p:spPr>
        <p:txBody>
          <a:bodyPr vert="horz" lIns="0" tIns="0" rIns="0" bIns="0" rtlCol="0" anchor="ctr" anchorCtr="1">
            <a:noAutofit/>
          </a:bodyPr>
          <a:lstStyle/>
          <a:p>
            <a:pPr marL="0" marR="0" lvl="0" indent="0" algn="ctr" defTabSz="914342" rtl="0" eaLnBrk="1" fontAlgn="auto" latinLnBrk="0" hangingPunct="1">
              <a:spcBef>
                <a:spcPct val="0"/>
              </a:spcBef>
              <a:spcAft>
                <a:spcPts val="0"/>
              </a:spcAft>
              <a:buClrTx/>
              <a:buSzTx/>
              <a:buFontTx/>
              <a:buNone/>
              <a:tabLst/>
              <a:defRPr/>
            </a:pPr>
            <a:r>
              <a:rPr lang="en-US" sz="3200" dirty="0" smtClean="0">
                <a:latin typeface="Arial Narrow" pitchFamily="34" charset="0"/>
                <a:ea typeface="+mj-ea"/>
                <a:cs typeface="+mj-cs"/>
              </a:rPr>
              <a:t>Thank You</a:t>
            </a:r>
            <a:endParaRPr kumimoji="0" lang="en-US" sz="3200" b="0" i="0" u="none" strike="noStrike" kern="1200" cap="none" spc="0" normalizeH="0" baseline="0" noProof="0" dirty="0" smtClean="0">
              <a:ln>
                <a:noFill/>
              </a:ln>
              <a:solidFill>
                <a:schemeClr val="tx1"/>
              </a:solidFill>
              <a:effectLst/>
              <a:uLnTx/>
              <a:uFillTx/>
              <a:latin typeface="Arial Narrow" pitchFamily="34" charset="0"/>
              <a:ea typeface="+mj-ea"/>
              <a:cs typeface="+mj-cs"/>
            </a:endParaRPr>
          </a:p>
        </p:txBody>
      </p:sp>
      <p:graphicFrame>
        <p:nvGraphicFramePr>
          <p:cNvPr id="5" name="Table 4"/>
          <p:cNvGraphicFramePr>
            <a:graphicFrameLocks noGrp="1"/>
          </p:cNvGraphicFramePr>
          <p:nvPr/>
        </p:nvGraphicFramePr>
        <p:xfrm>
          <a:off x="6858000" y="5029200"/>
          <a:ext cx="2819400" cy="1112520"/>
        </p:xfrm>
        <a:graphic>
          <a:graphicData uri="http://schemas.openxmlformats.org/drawingml/2006/table">
            <a:tbl>
              <a:tblPr firstRow="1" bandRow="1">
                <a:tableStyleId>{72833802-FEF1-4C79-8D5D-14CF1EAF98D9}</a:tableStyleId>
              </a:tblPr>
              <a:tblGrid>
                <a:gridCol w="1371600"/>
                <a:gridCol w="1447800"/>
              </a:tblGrid>
              <a:tr h="370840">
                <a:tc>
                  <a:txBody>
                    <a:bodyPr/>
                    <a:lstStyle/>
                    <a:p>
                      <a:r>
                        <a:rPr lang="en-US" sz="1000" b="1" dirty="0" smtClean="0">
                          <a:solidFill>
                            <a:schemeClr val="tx1"/>
                          </a:solidFill>
                        </a:rPr>
                        <a:t>Review Date</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b="1" dirty="0" smtClean="0">
                          <a:solidFill>
                            <a:schemeClr val="tx1"/>
                          </a:solidFill>
                        </a:rPr>
                        <a:t>14-July-2016</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sz="1000" b="1" dirty="0" smtClean="0">
                          <a:solidFill>
                            <a:schemeClr val="tx1"/>
                          </a:solidFill>
                        </a:rPr>
                        <a:t>Version</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dirty="0" smtClean="0">
                          <a:solidFill>
                            <a:schemeClr val="tx1"/>
                          </a:solidFill>
                        </a:rPr>
                        <a:t>1.0</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000" b="1" dirty="0" smtClean="0">
                          <a:solidFill>
                            <a:schemeClr val="tx1"/>
                          </a:solidFill>
                        </a:rPr>
                        <a:t>Next Review Due</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smtClean="0">
                          <a:solidFill>
                            <a:schemeClr val="tx1"/>
                          </a:solidFill>
                        </a:rPr>
                        <a:t>14-July-2017</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8558643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40349" name="think-cell Slide" r:id="rId4" imgW="360" imgH="360" progId="">
                  <p:embed/>
                </p:oleObj>
              </mc:Choice>
              <mc:Fallback>
                <p:oleObj name="think-cell Slide" r:id="rId4" imgW="360" imgH="360" progId="">
                  <p:embed/>
                  <p:pic>
                    <p:nvPicPr>
                      <p:cNvPr id="0" name="Picture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aLI83S.QyU2cWSfucWO3Y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sights &amp; Data_LnD_Template">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cap="flat" cmpd="sng" algn="ctr">
          <a:solidFill>
            <a:schemeClr val="bg2"/>
          </a:solidFill>
          <a:prstDash val="solid"/>
          <a:round/>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ctr" defTabSz="914400" rtl="0" eaLnBrk="0" fontAlgn="base" latinLnBrk="0" hangingPunct="0">
          <a:spcBef>
            <a:spcPct val="0"/>
          </a:spcBef>
          <a:spcAft>
            <a:spcPct val="0"/>
          </a:spcAft>
          <a:buClrTx/>
          <a:buSzTx/>
          <a:buFontTx/>
          <a:buNone/>
          <a:tabLst/>
          <a:defRPr kumimoji="0" sz="1600" i="0" u="none" strike="noStrike" cap="none" normalizeH="0" baseline="0" dirty="0" smtClean="0">
            <a:ln>
              <a:noFill/>
            </a:ln>
            <a:solidFill>
              <a:schemeClr val="tx2">
                <a:lumMod val="50000"/>
              </a:schemeClr>
            </a:solidFill>
            <a:effectLst/>
            <a:latin typeface="+mn-lt"/>
            <a:cs typeface="Arial" charset="0"/>
          </a:defRPr>
        </a:defPPr>
      </a:lstStyle>
    </a:spDef>
    <a:lnDef>
      <a:spPr bwMode="auto">
        <a:solidFill>
          <a:schemeClr val="accent6"/>
        </a:solidFill>
        <a:ln w="6350" cap="flat" cmpd="sng" algn="ctr">
          <a:solidFill>
            <a:schemeClr val="bg2"/>
          </a:solidFill>
          <a:prstDash val="solid"/>
          <a:round/>
          <a:headEnd type="none" w="med" len="med"/>
          <a:tailEnd type="none" w="med" len="med"/>
        </a:ln>
        <a:effectLst/>
      </a:spPr>
      <a:bodyPr/>
      <a:lst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I&amp;D_Learning and Development 2015_Closing Slides">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amp;D_Learning and Development 2015_Section break">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Insights &amp; Data_LnD_Template</Template>
  <TotalTime>788</TotalTime>
  <Words>1427</Words>
  <Application>Microsoft Office PowerPoint</Application>
  <PresentationFormat>A4 Paper (210x297 mm)</PresentationFormat>
  <Paragraphs>191</Paragraphs>
  <Slides>18</Slides>
  <Notes>15</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18</vt:i4>
      </vt:variant>
    </vt:vector>
  </HeadingPairs>
  <TitlesOfParts>
    <vt:vector size="22" baseType="lpstr">
      <vt:lpstr>Insights &amp; Data_LnD_Template</vt:lpstr>
      <vt:lpstr>I&amp;D_Learning and Development 2015_Closing Slides</vt:lpstr>
      <vt:lpstr>I&amp;D_Learning and Development 2015_Section break</vt:lpstr>
      <vt:lpstr>think-cell Slide</vt:lpstr>
      <vt:lpstr>Learning &amp; Development  Enabling development, Impacting growth…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 &amp; A</vt:lpstr>
      <vt:lpstr>PowerPoint Presentation</vt:lpstr>
      <vt:lpstr>PowerPoint Presentation</vt:lpstr>
    </vt:vector>
  </TitlesOfParts>
  <Company>Capgemini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&amp; Development  Enabling development, Impacting growth…</dc:title>
  <dc:creator>vivmore</dc:creator>
  <cp:lastModifiedBy>Rajita Dhumal</cp:lastModifiedBy>
  <cp:revision>171</cp:revision>
  <dcterms:created xsi:type="dcterms:W3CDTF">2015-07-10T14:05:09Z</dcterms:created>
  <dcterms:modified xsi:type="dcterms:W3CDTF">2016-08-08T03:50:53Z</dcterms:modified>
</cp:coreProperties>
</file>